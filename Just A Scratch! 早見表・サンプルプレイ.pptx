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63" r:id="rId4"/>
    <p:sldId id="264" r:id="rId5"/>
    <p:sldId id="265" r:id="rId6"/>
    <p:sldId id="258" r:id="rId7"/>
    <p:sldId id="259" r:id="rId8"/>
    <p:sldId id="260" r:id="rId9"/>
    <p:sldId id="261" r:id="rId10"/>
    <p:sldId id="262"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D9B3"/>
    <a:srgbClr val="CFE0FF"/>
    <a:srgbClr val="DEDE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10"/>
  </p:normalViewPr>
  <p:slideViewPr>
    <p:cSldViewPr snapToGrid="0" snapToObjects="1">
      <p:cViewPr>
        <p:scale>
          <a:sx n="69" d="100"/>
          <a:sy n="69" d="100"/>
        </p:scale>
        <p:origin x="888" y="6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57274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C24B7-2012-791C-8416-CA73A500D8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FB7C5B-AD8C-473D-AAA0-8CC41DD6B8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84561D-FF2B-9209-CB1A-8903EEBEE7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124A0D-DBC9-5E4E-90D4-5F65A46B8F9D}"/>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471599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B58DD-36B8-A519-77B9-6B87457E92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7ACD4-23B9-B178-CD3A-B385BF5381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F20CF4-769E-554E-57C4-513DA9C51B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B0BCDF-0632-C2D4-E480-7C9090D907A6}"/>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0730033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3EFAE-C2A0-B0FC-2B24-C187B83E3A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AE34F1-38A8-3AA8-34F5-41B62F4E29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656B9C-4AFA-8986-F36D-15F228220E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97A3E3-3402-FCEA-2257-A3E688DB4A46}"/>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7010410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04358-0DE9-01FA-EBD4-F38D61DAFA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98A11A-CBF6-7E1A-55FD-FC1D49C235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FFC3A2-044C-E14D-9DB8-058788621E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B1128A-662C-1423-CF8A-6E1D5F982D97}"/>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7980163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D5F2D-B7CB-8416-8FA8-003F142272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8B55B8-C0FB-A786-D9C8-38B3CE7BE9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107450-8A17-C625-FB49-9E4BF2988F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E7A2EC-4CA9-0408-5231-1289CFBD549B}"/>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5328586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4C0D6-2CB4-782D-1184-59C9F72AA7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7BCA11-C579-D1E4-8407-35EEC33AF3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E10749-19FD-90F4-0FE4-72A0AC7595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A3C928-3C8D-FF81-E4C2-21B2ACC15E95}"/>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1035602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0F0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022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0A0028"/>
                </a:solidFill>
                <a:latin typeface="Noto Sans JP" pitchFamily="34" charset="0"/>
                <a:ea typeface="Noto Sans JP" pitchFamily="34" charset="-122"/>
                <a:cs typeface="Noto Sans JP"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2050"/>
            <a:ext cx="10566400" cy="4483150"/>
          </a:xfrm>
          <a:prstGeom prst="rect">
            <a:avLst/>
          </a:prstGeom>
          <a:noFill/>
          <a:ln/>
        </p:spPr>
        <p:txBody>
          <a:bodyPr wrap="square" lIns="0" tIns="0" rIns="0" bIns="0" rtlCol="0" anchor="t"/>
          <a:lstStyle>
            <a:lvl1pPr marL="0" indent="0" algn="l">
              <a:lnSpc>
                <a:spcPct val="140000"/>
              </a:lnSpc>
              <a:buNone/>
              <a:defRPr lang="en-US" sz="1600" dirty="0">
                <a:solidFill>
                  <a:srgbClr val="0A0028"/>
                </a:solidFill>
                <a:latin typeface="Noto Sans JP" pitchFamily="34" charset="0"/>
                <a:ea typeface="Noto Sans JP" pitchFamily="34" charset="-122"/>
                <a:cs typeface="Noto Sans JP"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022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0A0028"/>
                </a:solidFill>
                <a:latin typeface="Noto Sans JP" pitchFamily="34" charset="0"/>
                <a:ea typeface="Noto Sans JP" pitchFamily="34" charset="-122"/>
                <a:cs typeface="Noto Sans JP"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2050"/>
            <a:ext cx="10566400" cy="4483150"/>
          </a:xfrm>
          <a:prstGeom prst="rect">
            <a:avLst/>
          </a:prstGeom>
          <a:noFill/>
          <a:ln/>
        </p:spPr>
        <p:txBody>
          <a:bodyPr wrap="square" lIns="0" tIns="0" rIns="0" bIns="0" rtlCol="0" anchor="t"/>
          <a:lstStyle>
            <a:lvl1pPr marL="0" indent="0" algn="l">
              <a:lnSpc>
                <a:spcPct val="140000"/>
              </a:lnSpc>
              <a:buNone/>
              <a:defRPr lang="en-US" sz="1600" dirty="0">
                <a:solidFill>
                  <a:srgbClr val="0A0028"/>
                </a:solidFill>
                <a:latin typeface="Noto Sans JP" pitchFamily="34" charset="0"/>
                <a:ea typeface="Noto Sans JP" pitchFamily="34" charset="-122"/>
                <a:cs typeface="Noto Sans JP"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8.png"/><Relationship Id="rId5" Type="http://schemas.openxmlformats.org/officeDocument/2006/relationships/image" Target="../media/image4.png"/><Relationship Id="rId10"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1.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1.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0.png"/><Relationship Id="rId7"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0F0F0"/>
        </a:solidFill>
        <a:effectLst/>
      </p:bgPr>
    </p:bg>
    <p:spTree>
      <p:nvGrpSpPr>
        <p:cNvPr id="1" name=""/>
        <p:cNvGrpSpPr/>
        <p:nvPr/>
      </p:nvGrpSpPr>
      <p:grpSpPr>
        <a:xfrm>
          <a:off x="0" y="0"/>
          <a:ext cx="0" cy="0"/>
          <a:chOff x="0" y="0"/>
          <a:chExt cx="0" cy="0"/>
        </a:xfrm>
      </p:grpSpPr>
      <p:sp>
        <p:nvSpPr>
          <p:cNvPr id="2" name="Text 0"/>
          <p:cNvSpPr/>
          <p:nvPr/>
        </p:nvSpPr>
        <p:spPr>
          <a:xfrm>
            <a:off x="812800" y="457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34A00"/>
                </a:solidFill>
                <a:latin typeface="Noto Sans JP" pitchFamily="34" charset="0"/>
                <a:ea typeface="Noto Sans JP" pitchFamily="34" charset="-122"/>
                <a:cs typeface="Noto Sans JP" pitchFamily="34" charset="-120"/>
              </a:rPr>
              <a:t>QUICK CHART 1</a:t>
            </a:r>
            <a:endParaRPr lang="en-US" sz="1200" dirty="0"/>
          </a:p>
        </p:txBody>
      </p:sp>
      <p:sp>
        <p:nvSpPr>
          <p:cNvPr id="3" name="Text 1"/>
          <p:cNvSpPr>
            <a:spLocks noGrp="1"/>
          </p:cNvSpPr>
          <p:nvPr>
            <p:ph type="title"/>
          </p:nvPr>
        </p:nvSpPr>
        <p:spPr>
          <a:xfrm>
            <a:off x="812800" y="7975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A0028"/>
                </a:solidFill>
                <a:latin typeface="Noto Sans JP" pitchFamily="34" charset="0"/>
                <a:ea typeface="Noto Sans JP" pitchFamily="34" charset="-122"/>
                <a:cs typeface="Noto Sans JP" pitchFamily="34" charset="-120"/>
              </a:rPr>
              <a:t>判定早見表</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3079898110"/>
              </p:ext>
            </p:extLst>
          </p:nvPr>
        </p:nvGraphicFramePr>
        <p:xfrm>
          <a:off x="825500" y="1384250"/>
          <a:ext cx="10553700" cy="3385640"/>
        </p:xfrm>
        <a:graphic>
          <a:graphicData uri="http://schemas.openxmlformats.org/drawingml/2006/table">
            <a:tbl>
              <a:tblPr/>
              <a:tblGrid>
                <a:gridCol w="1699491">
                  <a:extLst>
                    <a:ext uri="{9D8B030D-6E8A-4147-A177-3AD203B41FA5}">
                      <a16:colId xmlns:a16="http://schemas.microsoft.com/office/drawing/2014/main" val="20000"/>
                    </a:ext>
                  </a:extLst>
                </a:gridCol>
                <a:gridCol w="2270414">
                  <a:extLst>
                    <a:ext uri="{9D8B030D-6E8A-4147-A177-3AD203B41FA5}">
                      <a16:colId xmlns:a16="http://schemas.microsoft.com/office/drawing/2014/main" val="20001"/>
                    </a:ext>
                  </a:extLst>
                </a:gridCol>
                <a:gridCol w="2275609">
                  <a:extLst>
                    <a:ext uri="{9D8B030D-6E8A-4147-A177-3AD203B41FA5}">
                      <a16:colId xmlns:a16="http://schemas.microsoft.com/office/drawing/2014/main" val="20002"/>
                    </a:ext>
                  </a:extLst>
                </a:gridCol>
                <a:gridCol w="2114550">
                  <a:extLst>
                    <a:ext uri="{9D8B030D-6E8A-4147-A177-3AD203B41FA5}">
                      <a16:colId xmlns:a16="http://schemas.microsoft.com/office/drawing/2014/main" val="20003"/>
                    </a:ext>
                  </a:extLst>
                </a:gridCol>
                <a:gridCol w="2193636">
                  <a:extLst>
                    <a:ext uri="{9D8B030D-6E8A-4147-A177-3AD203B41FA5}">
                      <a16:colId xmlns:a16="http://schemas.microsoft.com/office/drawing/2014/main" val="20004"/>
                    </a:ext>
                  </a:extLst>
                </a:gridCol>
              </a:tblGrid>
              <a:tr h="449560">
                <a:tc>
                  <a:txBody>
                    <a:bodyPr/>
                    <a:lstStyle/>
                    <a:p>
                      <a:pPr marL="0" indent="0">
                        <a:lnSpc>
                          <a:spcPts val="2240"/>
                        </a:lnSpc>
                        <a:buNone/>
                      </a:pPr>
                      <a:r>
                        <a:rPr lang="en-US" sz="1600" b="1" dirty="0">
                          <a:solidFill>
                            <a:sysClr val="windowText" lastClr="000000"/>
                          </a:solidFill>
                          <a:latin typeface="Noto Sans JP" pitchFamily="34" charset="0"/>
                          <a:ea typeface="Noto Sans JP" pitchFamily="34" charset="-122"/>
                          <a:cs typeface="Noto Sans JP" pitchFamily="34" charset="-120"/>
                        </a:rPr>
                        <a:t>攻撃側＼防御側</a:t>
                      </a:r>
                      <a:endParaRPr lang="en-US" sz="1600" dirty="0">
                        <a:solidFill>
                          <a:sysClr val="windowText" lastClr="000000"/>
                        </a:solidFill>
                        <a:latin typeface="Noto Sans JP" charset="0"/>
                        <a:ea typeface="Noto Sans JP" charset="0"/>
                        <a:cs typeface="Noto Sans JP" charset="0"/>
                      </a:endParaRPr>
                    </a:p>
                  </a:txBody>
                  <a:tcPr marL="76200" marR="76200" marT="76200" marB="76200">
                    <a:lnL w="12700" cap="flat" cmpd="sng" algn="ctr">
                      <a:solidFill>
                        <a:srgbClr val="C0C0BF"/>
                      </a:solidFill>
                      <a:prstDash val="solid"/>
                      <a:round/>
                      <a:headEnd type="none" w="med" len="med"/>
                      <a:tailEnd type="none" w="med" len="med"/>
                    </a:lnL>
                    <a:lnR w="12700" cap="flat" cmpd="sng" algn="ctr">
                      <a:solidFill>
                        <a:srgbClr val="B2B2B1"/>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B2B2B1"/>
                      </a:solidFill>
                      <a:prstDash val="solid"/>
                      <a:round/>
                      <a:headEnd type="none" w="med" len="med"/>
                      <a:tailEnd type="none" w="med" len="med"/>
                    </a:lnB>
                    <a:solidFill>
                      <a:srgbClr val="DEDEDE"/>
                    </a:solidFill>
                  </a:tcPr>
                </a:tc>
                <a:tc>
                  <a:txBody>
                    <a:bodyPr/>
                    <a:lstStyle/>
                    <a:p>
                      <a:pPr marL="0" indent="0">
                        <a:lnSpc>
                          <a:spcPts val="2240"/>
                        </a:lnSpc>
                        <a:buNone/>
                      </a:pPr>
                      <a:r>
                        <a:rPr lang="en-US" sz="1600" b="1" dirty="0">
                          <a:solidFill>
                            <a:sysClr val="windowText" lastClr="000000"/>
                          </a:solidFill>
                          <a:latin typeface="Noto Sans JP" pitchFamily="34" charset="0"/>
                          <a:ea typeface="Noto Sans JP" pitchFamily="34" charset="-122"/>
                          <a:cs typeface="Noto Sans JP" pitchFamily="34" charset="-120"/>
                        </a:rPr>
                        <a:t>反撃</a:t>
                      </a:r>
                      <a:endParaRPr lang="en-US" sz="1600" dirty="0">
                        <a:solidFill>
                          <a:sysClr val="windowText" lastClr="000000"/>
                        </a:solidFill>
                        <a:latin typeface="Noto Sans JP" charset="0"/>
                        <a:ea typeface="Noto Sans JP" charset="0"/>
                        <a:cs typeface="Noto Sans JP" charset="0"/>
                      </a:endParaRPr>
                    </a:p>
                  </a:txBody>
                  <a:tcPr marL="76200" marR="76200" marT="76200" marB="76200">
                    <a:lnL w="12700" cap="flat" cmpd="sng" algn="ctr">
                      <a:solidFill>
                        <a:srgbClr val="B2B2B1"/>
                      </a:solidFill>
                      <a:prstDash val="solid"/>
                      <a:round/>
                      <a:headEnd type="none" w="med" len="med"/>
                      <a:tailEnd type="none" w="med" len="med"/>
                    </a:lnL>
                    <a:lnR w="12700" cap="flat" cmpd="sng" algn="ctr">
                      <a:solidFill>
                        <a:srgbClr val="B2B2B1"/>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B2B2B1"/>
                      </a:solidFill>
                      <a:prstDash val="solid"/>
                      <a:round/>
                      <a:headEnd type="none" w="med" len="med"/>
                      <a:tailEnd type="none" w="med" len="med"/>
                    </a:lnB>
                    <a:solidFill>
                      <a:srgbClr val="DEDEDE"/>
                    </a:solidFill>
                  </a:tcPr>
                </a:tc>
                <a:tc>
                  <a:txBody>
                    <a:bodyPr/>
                    <a:lstStyle/>
                    <a:p>
                      <a:pPr marL="0" indent="0">
                        <a:lnSpc>
                          <a:spcPts val="2240"/>
                        </a:lnSpc>
                        <a:buNone/>
                      </a:pPr>
                      <a:r>
                        <a:rPr lang="en-US" sz="1600" b="1" dirty="0">
                          <a:solidFill>
                            <a:sysClr val="windowText" lastClr="000000"/>
                          </a:solidFill>
                          <a:latin typeface="Noto Sans JP" pitchFamily="34" charset="0"/>
                          <a:ea typeface="Noto Sans JP" pitchFamily="34" charset="-122"/>
                          <a:cs typeface="Noto Sans JP" pitchFamily="34" charset="-120"/>
                        </a:rPr>
                        <a:t>キック</a:t>
                      </a:r>
                      <a:endParaRPr lang="en-US" sz="1600" dirty="0">
                        <a:solidFill>
                          <a:sysClr val="windowText" lastClr="000000"/>
                        </a:solidFill>
                        <a:latin typeface="Noto Sans JP" charset="0"/>
                        <a:ea typeface="Noto Sans JP" charset="0"/>
                        <a:cs typeface="Noto Sans JP" charset="0"/>
                      </a:endParaRPr>
                    </a:p>
                  </a:txBody>
                  <a:tcPr marL="76200" marR="76200" marT="76200" marB="76200">
                    <a:lnL w="12700" cap="flat" cmpd="sng" algn="ctr">
                      <a:solidFill>
                        <a:srgbClr val="B2B2B1"/>
                      </a:solidFill>
                      <a:prstDash val="solid"/>
                      <a:round/>
                      <a:headEnd type="none" w="med" len="med"/>
                      <a:tailEnd type="none" w="med" len="med"/>
                    </a:lnL>
                    <a:lnR w="12700" cap="flat" cmpd="sng" algn="ctr">
                      <a:solidFill>
                        <a:srgbClr val="B2B2B1"/>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B2B2B1"/>
                      </a:solidFill>
                      <a:prstDash val="solid"/>
                      <a:round/>
                      <a:headEnd type="none" w="med" len="med"/>
                      <a:tailEnd type="none" w="med" len="med"/>
                    </a:lnB>
                    <a:solidFill>
                      <a:srgbClr val="DEDEDE"/>
                    </a:solidFill>
                  </a:tcPr>
                </a:tc>
                <a:tc>
                  <a:txBody>
                    <a:bodyPr/>
                    <a:lstStyle/>
                    <a:p>
                      <a:pPr marL="0" indent="0">
                        <a:lnSpc>
                          <a:spcPts val="2240"/>
                        </a:lnSpc>
                        <a:buNone/>
                      </a:pPr>
                      <a:r>
                        <a:rPr lang="en-US" sz="1600" b="1" dirty="0">
                          <a:solidFill>
                            <a:sysClr val="windowText" lastClr="000000"/>
                          </a:solidFill>
                          <a:latin typeface="Noto Sans JP" pitchFamily="34" charset="0"/>
                          <a:ea typeface="Noto Sans JP" pitchFamily="34" charset="-122"/>
                          <a:cs typeface="Noto Sans JP" pitchFamily="34" charset="-120"/>
                        </a:rPr>
                        <a:t>ガード</a:t>
                      </a:r>
                      <a:endParaRPr lang="en-US" sz="1600" dirty="0">
                        <a:solidFill>
                          <a:sysClr val="windowText" lastClr="000000"/>
                        </a:solidFill>
                        <a:latin typeface="Noto Sans JP" charset="0"/>
                        <a:ea typeface="Noto Sans JP" charset="0"/>
                        <a:cs typeface="Noto Sans JP" charset="0"/>
                      </a:endParaRPr>
                    </a:p>
                  </a:txBody>
                  <a:tcPr marL="76200" marR="76200" marT="76200" marB="76200">
                    <a:lnL w="12700" cap="flat" cmpd="sng" algn="ctr">
                      <a:solidFill>
                        <a:srgbClr val="B2B2B1"/>
                      </a:solidFill>
                      <a:prstDash val="solid"/>
                      <a:round/>
                      <a:headEnd type="none" w="med" len="med"/>
                      <a:tailEnd type="none" w="med" len="med"/>
                    </a:lnL>
                    <a:lnR w="12700" cap="flat" cmpd="sng" algn="ctr">
                      <a:solidFill>
                        <a:srgbClr val="B2B2B1"/>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B2B2B1"/>
                      </a:solidFill>
                      <a:prstDash val="solid"/>
                      <a:round/>
                      <a:headEnd type="none" w="med" len="med"/>
                      <a:tailEnd type="none" w="med" len="med"/>
                    </a:lnB>
                    <a:solidFill>
                      <a:srgbClr val="DEDEDE"/>
                    </a:solidFill>
                  </a:tcPr>
                </a:tc>
                <a:tc>
                  <a:txBody>
                    <a:bodyPr/>
                    <a:lstStyle/>
                    <a:p>
                      <a:pPr marL="0" indent="0">
                        <a:lnSpc>
                          <a:spcPts val="2240"/>
                        </a:lnSpc>
                        <a:buNone/>
                      </a:pPr>
                      <a:r>
                        <a:rPr lang="en-US" sz="1600" b="1" dirty="0">
                          <a:solidFill>
                            <a:sysClr val="windowText" lastClr="000000"/>
                          </a:solidFill>
                          <a:latin typeface="Noto Sans JP" pitchFamily="34" charset="0"/>
                          <a:ea typeface="Noto Sans JP" pitchFamily="34" charset="-122"/>
                          <a:cs typeface="Noto Sans JP" pitchFamily="34" charset="-120"/>
                        </a:rPr>
                        <a:t>押しのけ</a:t>
                      </a:r>
                      <a:endParaRPr lang="en-US" sz="1600" dirty="0">
                        <a:solidFill>
                          <a:sysClr val="windowText" lastClr="000000"/>
                        </a:solidFill>
                        <a:latin typeface="Noto Sans JP" charset="0"/>
                        <a:ea typeface="Noto Sans JP" charset="0"/>
                        <a:cs typeface="Noto Sans JP" charset="0"/>
                      </a:endParaRPr>
                    </a:p>
                  </a:txBody>
                  <a:tcPr marL="76200" marR="76200" marT="76200" marB="76200">
                    <a:lnL w="12700" cap="flat" cmpd="sng" algn="ctr">
                      <a:solidFill>
                        <a:srgbClr val="B2B2B1"/>
                      </a:solidFill>
                      <a:prstDash val="solid"/>
                      <a:round/>
                      <a:headEnd type="none" w="med" len="med"/>
                      <a:tailEnd type="none" w="med" len="med"/>
                    </a:lnL>
                    <a:lnR w="12700" cap="flat" cmpd="sng" algn="ctr">
                      <a:solidFill>
                        <a:srgbClr val="B2B2B1"/>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B2B2B1"/>
                      </a:solidFill>
                      <a:prstDash val="solid"/>
                      <a:round/>
                      <a:headEnd type="none" w="med" len="med"/>
                      <a:tailEnd type="none" w="med" len="med"/>
                    </a:lnB>
                    <a:solidFill>
                      <a:srgbClr val="DEDEDE"/>
                    </a:solidFill>
                  </a:tcPr>
                </a:tc>
                <a:extLst>
                  <a:ext uri="{0D108BD9-81ED-4DB2-BD59-A6C34878D82A}">
                    <a16:rowId xmlns:a16="http://schemas.microsoft.com/office/drawing/2014/main" val="10000"/>
                  </a:ext>
                </a:extLst>
              </a:tr>
              <a:tr h="734020">
                <a:tc>
                  <a:txBody>
                    <a:bodyPr/>
                    <a:lstStyle/>
                    <a:p>
                      <a:pPr marL="0" indent="0" algn="l">
                        <a:lnSpc>
                          <a:spcPts val="2240"/>
                        </a:lnSpc>
                        <a:buNone/>
                      </a:pPr>
                      <a:r>
                        <a:rPr lang="en-US" sz="1600" dirty="0">
                          <a:solidFill>
                            <a:srgbClr val="0A0028"/>
                          </a:solidFill>
                          <a:latin typeface="Noto Sans JP" pitchFamily="34" charset="0"/>
                          <a:ea typeface="Noto Sans JP" pitchFamily="34" charset="-122"/>
                          <a:cs typeface="Noto Sans JP" pitchFamily="34" charset="-120"/>
                        </a:rPr>
                        <a:t>攻撃</a:t>
                      </a:r>
                      <a:endParaRPr lang="en-US" sz="1600" dirty="0">
                        <a:latin typeface="Noto Sans JP" charset="0"/>
                        <a:ea typeface="Noto Sans JP" charset="0"/>
                        <a:cs typeface="Noto Sans JP" charset="0"/>
                      </a:endParaRPr>
                    </a:p>
                  </a:txBody>
                  <a:tcPr marL="76200" marR="76200" marT="76200" marB="76200" anchor="ctr">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B2B2B1"/>
                      </a:solidFill>
                      <a:prstDash val="solid"/>
                      <a:round/>
                      <a:headEnd type="none" w="med" len="med"/>
                      <a:tailEnd type="none" w="med" len="med"/>
                    </a:lnT>
                    <a:lnB w="12700" cap="flat" cmpd="sng" algn="ctr">
                      <a:solidFill>
                        <a:srgbClr val="C0C0BF"/>
                      </a:solidFill>
                      <a:prstDash val="solid"/>
                      <a:round/>
                      <a:headEnd type="none" w="med" len="med"/>
                      <a:tailEnd type="none" w="med" len="med"/>
                    </a:lnB>
                    <a:solidFill>
                      <a:srgbClr val="DEDEDE"/>
                    </a:solidFill>
                  </a:tcPr>
                </a:tc>
                <a:tc>
                  <a:txBody>
                    <a:bodyPr/>
                    <a:lstStyle/>
                    <a:p>
                      <a:pPr marL="0" indent="0" algn="ctr">
                        <a:lnSpc>
                          <a:spcPts val="2240"/>
                        </a:lnSpc>
                        <a:buNone/>
                      </a:pPr>
                      <a:r>
                        <a:rPr lang="en-US" sz="1600" dirty="0" err="1">
                          <a:solidFill>
                            <a:srgbClr val="0A0028"/>
                          </a:solidFill>
                          <a:latin typeface="Noto Sans JP" pitchFamily="34" charset="0"/>
                          <a:ea typeface="Noto Sans JP" pitchFamily="34" charset="-122"/>
                          <a:cs typeface="Noto Sans JP" pitchFamily="34" charset="-120"/>
                        </a:rPr>
                        <a:t>反撃の判定へ</a:t>
                      </a:r>
                      <a:endParaRPr lang="en-US" sz="1600" dirty="0">
                        <a:solidFill>
                          <a:srgbClr val="0A0028"/>
                        </a:solidFill>
                        <a:latin typeface="Noto Sans JP" pitchFamily="34" charset="0"/>
                        <a:ea typeface="Noto Sans JP" pitchFamily="34" charset="-122"/>
                        <a:cs typeface="Noto Sans JP" pitchFamily="34" charset="-120"/>
                      </a:endParaRPr>
                    </a:p>
                    <a:p>
                      <a:pPr marL="0" indent="0" algn="ctr">
                        <a:lnSpc>
                          <a:spcPts val="2240"/>
                        </a:lnSpc>
                        <a:buNone/>
                      </a:pPr>
                      <a:r>
                        <a:rPr lang="en-US" sz="1600" dirty="0">
                          <a:solidFill>
                            <a:srgbClr val="0A0028"/>
                          </a:solidFill>
                          <a:latin typeface="Noto Sans JP" pitchFamily="34" charset="0"/>
                          <a:ea typeface="Noto Sans JP" pitchFamily="34" charset="-122"/>
                          <a:cs typeface="Noto Sans JP" pitchFamily="34" charset="-120"/>
                        </a:rPr>
                        <a:t>(大成功・成功・失敗)</a:t>
                      </a:r>
                      <a:endParaRPr lang="en-US" sz="1600" dirty="0">
                        <a:latin typeface="Noto Sans JP" charset="0"/>
                        <a:ea typeface="Noto Sans JP" charset="0"/>
                        <a:cs typeface="Noto Sans JP" charset="0"/>
                      </a:endParaRPr>
                    </a:p>
                  </a:txBody>
                  <a:tcPr marL="76200" marR="76200" marT="76200" marB="76200" anchor="ctr">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B2B2B1"/>
                      </a:solidFill>
                      <a:prstDash val="solid"/>
                      <a:round/>
                      <a:headEnd type="none" w="med" len="med"/>
                      <a:tailEnd type="none" w="med" len="med"/>
                    </a:lnT>
                    <a:lnB w="12700" cap="flat" cmpd="sng" algn="ctr">
                      <a:solidFill>
                        <a:srgbClr val="C0C0BF"/>
                      </a:solidFill>
                      <a:prstDash val="solid"/>
                      <a:round/>
                      <a:headEnd type="none" w="med" len="med"/>
                      <a:tailEnd type="none" w="med" len="med"/>
                    </a:lnB>
                  </a:tcPr>
                </a:tc>
                <a:tc>
                  <a:txBody>
                    <a:bodyPr/>
                    <a:lstStyle/>
                    <a:p>
                      <a:pPr marL="0" indent="0" algn="ctr">
                        <a:lnSpc>
                          <a:spcPts val="2240"/>
                        </a:lnSpc>
                        <a:buNone/>
                      </a:pPr>
                      <a:r>
                        <a:rPr lang="en-US" sz="1400" dirty="0" err="1">
                          <a:solidFill>
                            <a:srgbClr val="0A0028"/>
                          </a:solidFill>
                          <a:latin typeface="Noto Sans JP" pitchFamily="34" charset="0"/>
                          <a:ea typeface="Noto Sans JP" pitchFamily="34" charset="-122"/>
                          <a:cs typeface="Noto Sans JP" pitchFamily="34" charset="-120"/>
                        </a:rPr>
                        <a:t>攻撃側のフリーヒット</a:t>
                      </a:r>
                      <a:endParaRPr lang="en-US" sz="1400" dirty="0">
                        <a:latin typeface="Noto Sans JP" charset="0"/>
                        <a:ea typeface="Noto Sans JP" charset="0"/>
                        <a:cs typeface="Noto Sans JP" charset="0"/>
                      </a:endParaRPr>
                    </a:p>
                  </a:txBody>
                  <a:tcPr marL="76200" marR="76200" marT="76200" marB="76200" anchor="ctr">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B2B2B1"/>
                      </a:solidFill>
                      <a:prstDash val="solid"/>
                      <a:round/>
                      <a:headEnd type="none" w="med" len="med"/>
                      <a:tailEnd type="none" w="med" len="med"/>
                    </a:lnT>
                    <a:lnB w="12700" cap="flat" cmpd="sng" algn="ctr">
                      <a:solidFill>
                        <a:srgbClr val="C0C0BF"/>
                      </a:solidFill>
                      <a:prstDash val="solid"/>
                      <a:round/>
                      <a:headEnd type="none" w="med" len="med"/>
                      <a:tailEnd type="none" w="med" len="med"/>
                    </a:lnB>
                    <a:solidFill>
                      <a:srgbClr val="CFE0FF"/>
                    </a:solidFill>
                  </a:tcPr>
                </a:tc>
                <a:tc>
                  <a:txBody>
                    <a:bodyPr/>
                    <a:lstStyle/>
                    <a:p>
                      <a:pPr marL="0" indent="0" algn="ctr">
                        <a:lnSpc>
                          <a:spcPts val="2240"/>
                        </a:lnSpc>
                        <a:buNone/>
                      </a:pPr>
                      <a:r>
                        <a:rPr lang="en-US" sz="1400" dirty="0" err="1">
                          <a:solidFill>
                            <a:srgbClr val="0A0028"/>
                          </a:solidFill>
                          <a:latin typeface="Noto Sans JP" pitchFamily="34" charset="0"/>
                          <a:ea typeface="Noto Sans JP" pitchFamily="34" charset="-122"/>
                          <a:cs typeface="Noto Sans JP" pitchFamily="34" charset="-120"/>
                        </a:rPr>
                        <a:t>ガード成功</a:t>
                      </a:r>
                      <a:endParaRPr lang="en-US" sz="1400" dirty="0">
                        <a:solidFill>
                          <a:srgbClr val="0A0028"/>
                        </a:solidFill>
                        <a:latin typeface="Noto Sans JP" pitchFamily="34" charset="0"/>
                        <a:ea typeface="Noto Sans JP" pitchFamily="34" charset="-122"/>
                        <a:cs typeface="Noto Sans JP" pitchFamily="34" charset="-120"/>
                      </a:endParaRPr>
                    </a:p>
                    <a:p>
                      <a:pPr marL="0" indent="0" algn="ctr">
                        <a:lnSpc>
                          <a:spcPts val="2240"/>
                        </a:lnSpc>
                        <a:buNone/>
                      </a:pPr>
                      <a:r>
                        <a:rPr lang="en-US" sz="1400" dirty="0">
                          <a:solidFill>
                            <a:srgbClr val="0A0028"/>
                          </a:solidFill>
                          <a:latin typeface="Noto Sans JP" pitchFamily="34" charset="0"/>
                          <a:ea typeface="Noto Sans JP" pitchFamily="34" charset="-122"/>
                          <a:cs typeface="Noto Sans JP" pitchFamily="34" charset="-120"/>
                        </a:rPr>
                        <a:t>(不足分+1枚を捨てる)</a:t>
                      </a:r>
                      <a:endParaRPr lang="en-US" sz="1400" dirty="0">
                        <a:latin typeface="Noto Sans JP" charset="0"/>
                        <a:ea typeface="Noto Sans JP" charset="0"/>
                        <a:cs typeface="Noto Sans JP" charset="0"/>
                      </a:endParaRPr>
                    </a:p>
                  </a:txBody>
                  <a:tcPr marL="76200" marR="76200" marT="76200" marB="76200" anchor="ctr">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B2B2B1"/>
                      </a:solidFill>
                      <a:prstDash val="solid"/>
                      <a:round/>
                      <a:headEnd type="none" w="med" len="med"/>
                      <a:tailEnd type="none" w="med" len="med"/>
                    </a:lnT>
                    <a:lnB w="12700" cap="flat" cmpd="sng" algn="ctr">
                      <a:solidFill>
                        <a:srgbClr val="C0C0BF"/>
                      </a:solidFill>
                      <a:prstDash val="solid"/>
                      <a:round/>
                      <a:headEnd type="none" w="med" len="med"/>
                      <a:tailEnd type="none" w="med" len="med"/>
                    </a:lnB>
                    <a:solidFill>
                      <a:srgbClr val="FFD9B3"/>
                    </a:solidFill>
                  </a:tcPr>
                </a:tc>
                <a:tc>
                  <a:txBody>
                    <a:bodyPr/>
                    <a:lstStyle/>
                    <a:p>
                      <a:pPr marL="0" indent="0" algn="ctr">
                        <a:lnSpc>
                          <a:spcPts val="2240"/>
                        </a:lnSpc>
                        <a:buNone/>
                      </a:pPr>
                      <a:r>
                        <a:rPr lang="en-US" sz="1200" dirty="0">
                          <a:solidFill>
                            <a:srgbClr val="0A0028"/>
                          </a:solidFill>
                          <a:latin typeface="Noto Sans JP" pitchFamily="34" charset="0"/>
                          <a:ea typeface="Noto Sans JP" pitchFamily="34" charset="-122"/>
                          <a:cs typeface="Noto Sans JP" pitchFamily="34" charset="-120"/>
                        </a:rPr>
                        <a:t>押しのけ成功。主導権を得てターン終了</a:t>
                      </a:r>
                      <a:endParaRPr lang="en-US" sz="1200" dirty="0">
                        <a:latin typeface="Noto Sans JP" charset="0"/>
                        <a:ea typeface="Noto Sans JP" charset="0"/>
                        <a:cs typeface="Noto Sans JP" charset="0"/>
                      </a:endParaRPr>
                    </a:p>
                  </a:txBody>
                  <a:tcPr marL="76200" marR="76200" marT="76200" marB="76200" anchor="ctr">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B2B2B1"/>
                      </a:solidFill>
                      <a:prstDash val="solid"/>
                      <a:round/>
                      <a:headEnd type="none" w="med" len="med"/>
                      <a:tailEnd type="none" w="med" len="med"/>
                    </a:lnT>
                    <a:lnB w="12700" cap="flat" cmpd="sng" algn="ctr">
                      <a:solidFill>
                        <a:srgbClr val="C0C0BF"/>
                      </a:solidFill>
                      <a:prstDash val="solid"/>
                      <a:round/>
                      <a:headEnd type="none" w="med" len="med"/>
                      <a:tailEnd type="none" w="med" len="med"/>
                    </a:lnB>
                    <a:solidFill>
                      <a:srgbClr val="FFD9B3"/>
                    </a:solidFill>
                  </a:tcPr>
                </a:tc>
                <a:extLst>
                  <a:ext uri="{0D108BD9-81ED-4DB2-BD59-A6C34878D82A}">
                    <a16:rowId xmlns:a16="http://schemas.microsoft.com/office/drawing/2014/main" val="10001"/>
                  </a:ext>
                </a:extLst>
              </a:tr>
              <a:tr h="734020">
                <a:tc>
                  <a:txBody>
                    <a:bodyPr/>
                    <a:lstStyle/>
                    <a:p>
                      <a:pPr marL="0" indent="0" algn="l">
                        <a:lnSpc>
                          <a:spcPts val="2240"/>
                        </a:lnSpc>
                        <a:buNone/>
                      </a:pPr>
                      <a:r>
                        <a:rPr lang="en-US" sz="1600" dirty="0">
                          <a:solidFill>
                            <a:srgbClr val="0A0028"/>
                          </a:solidFill>
                          <a:latin typeface="Noto Sans JP" pitchFamily="34" charset="0"/>
                          <a:ea typeface="Noto Sans JP" pitchFamily="34" charset="-122"/>
                          <a:cs typeface="Noto Sans JP" pitchFamily="34" charset="-120"/>
                        </a:rPr>
                        <a:t>キック</a:t>
                      </a:r>
                      <a:endParaRPr lang="en-US" sz="1600" dirty="0">
                        <a:latin typeface="Noto Sans JP" charset="0"/>
                        <a:ea typeface="Noto Sans JP" charset="0"/>
                        <a:cs typeface="Noto Sans JP" charset="0"/>
                      </a:endParaRPr>
                    </a:p>
                  </a:txBody>
                  <a:tcPr marL="76200" marR="76200" marT="76200" marB="76200" anchor="ctr">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C0C0BF"/>
                      </a:solidFill>
                      <a:prstDash val="solid"/>
                      <a:round/>
                      <a:headEnd type="none" w="med" len="med"/>
                      <a:tailEnd type="none" w="med" len="med"/>
                    </a:lnB>
                    <a:solidFill>
                      <a:srgbClr val="DEDEDE"/>
                    </a:solidFill>
                  </a:tcPr>
                </a:tc>
                <a:tc>
                  <a:txBody>
                    <a:bodyPr/>
                    <a:lstStyle/>
                    <a:p>
                      <a:pPr marL="0" indent="0" algn="ctr">
                        <a:lnSpc>
                          <a:spcPts val="2240"/>
                        </a:lnSpc>
                        <a:buNone/>
                      </a:pPr>
                      <a:r>
                        <a:rPr lang="en-US" sz="1400" dirty="0">
                          <a:solidFill>
                            <a:srgbClr val="0A0028"/>
                          </a:solidFill>
                          <a:latin typeface="Noto Sans JP" pitchFamily="34" charset="0"/>
                          <a:ea typeface="Noto Sans JP" pitchFamily="34" charset="-122"/>
                          <a:cs typeface="Noto Sans JP" pitchFamily="34" charset="-120"/>
                        </a:rPr>
                        <a:t>防御側のフリーヒット</a:t>
                      </a:r>
                      <a:endParaRPr lang="en-US" sz="1400" dirty="0">
                        <a:latin typeface="Noto Sans JP" charset="0"/>
                        <a:ea typeface="Noto Sans JP" charset="0"/>
                        <a:cs typeface="Noto Sans JP" charset="0"/>
                      </a:endParaRPr>
                    </a:p>
                  </a:txBody>
                  <a:tcPr marL="76200" marR="76200" marT="76200" marB="76200" anchor="ctr">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C0C0BF"/>
                      </a:solidFill>
                      <a:prstDash val="solid"/>
                      <a:round/>
                      <a:headEnd type="none" w="med" len="med"/>
                      <a:tailEnd type="none" w="med" len="med"/>
                    </a:lnB>
                    <a:solidFill>
                      <a:srgbClr val="FFD9B3"/>
                    </a:solidFill>
                  </a:tcPr>
                </a:tc>
                <a:tc>
                  <a:txBody>
                    <a:bodyPr/>
                    <a:lstStyle/>
                    <a:p>
                      <a:pPr marL="0" indent="0" algn="ctr">
                        <a:lnSpc>
                          <a:spcPts val="2240"/>
                        </a:lnSpc>
                        <a:buNone/>
                      </a:pPr>
                      <a:r>
                        <a:rPr lang="en-US" sz="1600" dirty="0">
                          <a:solidFill>
                            <a:srgbClr val="0A0028"/>
                          </a:solidFill>
                          <a:latin typeface="Noto Sans JP" pitchFamily="34" charset="0"/>
                          <a:ea typeface="Noto Sans JP" pitchFamily="34" charset="-122"/>
                          <a:cs typeface="Noto Sans JP" pitchFamily="34" charset="-120"/>
                        </a:rPr>
                        <a:t>何も起こらない</a:t>
                      </a:r>
                      <a:endParaRPr lang="en-US" sz="1600" dirty="0">
                        <a:latin typeface="Noto Sans JP" charset="0"/>
                        <a:ea typeface="Noto Sans JP" charset="0"/>
                        <a:cs typeface="Noto Sans JP" charset="0"/>
                      </a:endParaRPr>
                    </a:p>
                  </a:txBody>
                  <a:tcPr marL="76200" marR="76200" marT="76200" marB="76200" anchor="ctr">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C0C0BF"/>
                      </a:solidFill>
                      <a:prstDash val="solid"/>
                      <a:round/>
                      <a:headEnd type="none" w="med" len="med"/>
                      <a:tailEnd type="none" w="med" len="med"/>
                    </a:lnB>
                  </a:tcPr>
                </a:tc>
                <a:tc>
                  <a:txBody>
                    <a:bodyPr/>
                    <a:lstStyle/>
                    <a:p>
                      <a:pPr marL="0" indent="0" algn="ctr">
                        <a:lnSpc>
                          <a:spcPts val="2240"/>
                        </a:lnSpc>
                        <a:buNone/>
                      </a:pPr>
                      <a:r>
                        <a:rPr lang="en-US" sz="1400" dirty="0">
                          <a:solidFill>
                            <a:srgbClr val="0A0028"/>
                          </a:solidFill>
                          <a:latin typeface="Noto Sans JP" pitchFamily="34" charset="0"/>
                          <a:ea typeface="Noto Sans JP" pitchFamily="34" charset="-122"/>
                          <a:cs typeface="Noto Sans JP" pitchFamily="34" charset="-120"/>
                        </a:rPr>
                        <a:t>キック成功。</a:t>
                      </a:r>
                      <a:r>
                        <a:rPr lang="en-US" altLang="ja-JP" sz="1400" dirty="0">
                          <a:solidFill>
                            <a:srgbClr val="0A0028"/>
                          </a:solidFill>
                          <a:latin typeface="Noto Sans JP" pitchFamily="34" charset="0"/>
                          <a:ea typeface="Noto Sans JP" pitchFamily="34" charset="-122"/>
                          <a:cs typeface="Noto Sans JP" pitchFamily="34" charset="-120"/>
                        </a:rPr>
                        <a:t>1</a:t>
                      </a:r>
                      <a:r>
                        <a:rPr lang="ja-JP" altLang="en-US" sz="1400" dirty="0">
                          <a:solidFill>
                            <a:srgbClr val="0A0028"/>
                          </a:solidFill>
                          <a:latin typeface="Noto Sans JP" pitchFamily="34" charset="0"/>
                          <a:ea typeface="Noto Sans JP" pitchFamily="34" charset="-122"/>
                          <a:cs typeface="Noto Sans JP" pitchFamily="34" charset="-120"/>
                        </a:rPr>
                        <a:t>回だけ妨害されない</a:t>
                      </a:r>
                      <a:r>
                        <a:rPr lang="en-US" altLang="ja-JP" sz="1400" dirty="0" err="1">
                          <a:solidFill>
                            <a:srgbClr val="0A0028"/>
                          </a:solidFill>
                          <a:latin typeface="Noto Sans JP" pitchFamily="34" charset="0"/>
                          <a:ea typeface="Noto Sans JP" pitchFamily="34" charset="-122"/>
                          <a:cs typeface="Noto Sans JP" pitchFamily="34" charset="-120"/>
                        </a:rPr>
                        <a:t>攻撃</a:t>
                      </a:r>
                      <a:r>
                        <a:rPr lang="ja-JP" altLang="en-US" sz="1400" dirty="0">
                          <a:solidFill>
                            <a:srgbClr val="0A0028"/>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76200" marR="76200" marT="76200" marB="76200" anchor="ctr">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C0C0BF"/>
                      </a:solidFill>
                      <a:prstDash val="solid"/>
                      <a:round/>
                      <a:headEnd type="none" w="med" len="med"/>
                      <a:tailEnd type="none" w="med" len="med"/>
                    </a:lnB>
                    <a:solidFill>
                      <a:srgbClr val="CFE0FF"/>
                    </a:solidFill>
                  </a:tcPr>
                </a:tc>
                <a:tc>
                  <a:txBody>
                    <a:bodyPr/>
                    <a:lstStyle/>
                    <a:p>
                      <a:pPr marL="0" indent="0" algn="ctr">
                        <a:lnSpc>
                          <a:spcPts val="2240"/>
                        </a:lnSpc>
                        <a:buNone/>
                      </a:pPr>
                      <a:r>
                        <a:rPr lang="en-US" sz="1200" dirty="0">
                          <a:solidFill>
                            <a:srgbClr val="0A0028"/>
                          </a:solidFill>
                          <a:latin typeface="Noto Sans JP" pitchFamily="34" charset="0"/>
                          <a:ea typeface="Noto Sans JP" pitchFamily="34" charset="-122"/>
                          <a:cs typeface="Noto Sans JP" pitchFamily="34" charset="-120"/>
                        </a:rPr>
                        <a:t>押しのけ成功。主導権を得てターン終了</a:t>
                      </a:r>
                      <a:endParaRPr lang="en-US" sz="1200" dirty="0">
                        <a:latin typeface="Noto Sans JP" charset="0"/>
                        <a:ea typeface="Noto Sans JP" charset="0"/>
                        <a:cs typeface="Noto Sans JP" charset="0"/>
                      </a:endParaRPr>
                    </a:p>
                  </a:txBody>
                  <a:tcPr marL="76200" marR="76200" marT="76200" marB="76200" anchor="ctr">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C0C0BF"/>
                      </a:solidFill>
                      <a:prstDash val="solid"/>
                      <a:round/>
                      <a:headEnd type="none" w="med" len="med"/>
                      <a:tailEnd type="none" w="med" len="med"/>
                    </a:lnB>
                    <a:solidFill>
                      <a:srgbClr val="FFD9B3"/>
                    </a:solidFill>
                  </a:tcPr>
                </a:tc>
                <a:extLst>
                  <a:ext uri="{0D108BD9-81ED-4DB2-BD59-A6C34878D82A}">
                    <a16:rowId xmlns:a16="http://schemas.microsoft.com/office/drawing/2014/main" val="10002"/>
                  </a:ext>
                </a:extLst>
              </a:tr>
              <a:tr h="734020">
                <a:tc>
                  <a:txBody>
                    <a:bodyPr/>
                    <a:lstStyle/>
                    <a:p>
                      <a:pPr marL="0" indent="0" algn="l">
                        <a:lnSpc>
                          <a:spcPts val="2240"/>
                        </a:lnSpc>
                        <a:buNone/>
                      </a:pPr>
                      <a:r>
                        <a:rPr lang="en-US" sz="1600" dirty="0">
                          <a:solidFill>
                            <a:srgbClr val="0A0028"/>
                          </a:solidFill>
                          <a:latin typeface="Noto Sans JP" pitchFamily="34" charset="0"/>
                          <a:ea typeface="Noto Sans JP" pitchFamily="34" charset="-122"/>
                          <a:cs typeface="Noto Sans JP" pitchFamily="34" charset="-120"/>
                        </a:rPr>
                        <a:t>ガード</a:t>
                      </a:r>
                      <a:endParaRPr lang="en-US" sz="1600" dirty="0">
                        <a:latin typeface="Noto Sans JP" charset="0"/>
                        <a:ea typeface="Noto Sans JP" charset="0"/>
                        <a:cs typeface="Noto Sans JP" charset="0"/>
                      </a:endParaRPr>
                    </a:p>
                  </a:txBody>
                  <a:tcPr marL="76200" marR="76200" marT="76200" marB="76200" anchor="ctr">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C0C0BF"/>
                      </a:solidFill>
                      <a:prstDash val="solid"/>
                      <a:round/>
                      <a:headEnd type="none" w="med" len="med"/>
                      <a:tailEnd type="none" w="med" len="med"/>
                    </a:lnB>
                    <a:solidFill>
                      <a:srgbClr val="DEDEDE"/>
                    </a:solidFill>
                  </a:tcPr>
                </a:tc>
                <a:tc>
                  <a:txBody>
                    <a:bodyPr/>
                    <a:lstStyle/>
                    <a:p>
                      <a:pPr marL="0" indent="0" algn="ctr">
                        <a:lnSpc>
                          <a:spcPts val="2240"/>
                        </a:lnSpc>
                        <a:buNone/>
                      </a:pPr>
                      <a:r>
                        <a:rPr lang="en-US" sz="1400" dirty="0" err="1">
                          <a:solidFill>
                            <a:srgbClr val="0A0028"/>
                          </a:solidFill>
                          <a:latin typeface="Noto Sans JP" pitchFamily="34" charset="0"/>
                          <a:ea typeface="Noto Sans JP" pitchFamily="34" charset="-122"/>
                          <a:cs typeface="Noto Sans JP" pitchFamily="34" charset="-120"/>
                        </a:rPr>
                        <a:t>ガード成功</a:t>
                      </a:r>
                      <a:endParaRPr lang="en-US" sz="1400" dirty="0">
                        <a:solidFill>
                          <a:srgbClr val="0A0028"/>
                        </a:solidFill>
                        <a:latin typeface="Noto Sans JP" pitchFamily="34" charset="0"/>
                        <a:ea typeface="Noto Sans JP" pitchFamily="34" charset="-122"/>
                        <a:cs typeface="Noto Sans JP" pitchFamily="34" charset="-120"/>
                      </a:endParaRPr>
                    </a:p>
                    <a:p>
                      <a:pPr marL="0" indent="0" algn="ctr">
                        <a:lnSpc>
                          <a:spcPts val="2240"/>
                        </a:lnSpc>
                        <a:buNone/>
                      </a:pPr>
                      <a:r>
                        <a:rPr lang="en-US" sz="1400" dirty="0">
                          <a:solidFill>
                            <a:srgbClr val="0A0028"/>
                          </a:solidFill>
                          <a:latin typeface="Noto Sans JP" pitchFamily="34" charset="0"/>
                          <a:ea typeface="Noto Sans JP" pitchFamily="34" charset="-122"/>
                          <a:cs typeface="Noto Sans JP" pitchFamily="34" charset="-120"/>
                        </a:rPr>
                        <a:t>(不足分+1枚を捨てる)</a:t>
                      </a:r>
                      <a:endParaRPr lang="en-US" sz="1400" dirty="0">
                        <a:latin typeface="Noto Sans JP" charset="0"/>
                        <a:ea typeface="Noto Sans JP" charset="0"/>
                        <a:cs typeface="Noto Sans JP" charset="0"/>
                      </a:endParaRPr>
                    </a:p>
                  </a:txBody>
                  <a:tcPr marL="76200" marR="76200" marT="76200" marB="76200" anchor="ctr">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C0C0BF"/>
                      </a:solidFill>
                      <a:prstDash val="solid"/>
                      <a:round/>
                      <a:headEnd type="none" w="med" len="med"/>
                      <a:tailEnd type="none" w="med" len="med"/>
                    </a:lnB>
                    <a:solidFill>
                      <a:srgbClr val="CFE0FF"/>
                    </a:solidFill>
                  </a:tcPr>
                </a:tc>
                <a:tc>
                  <a:txBody>
                    <a:bodyPr/>
                    <a:lstStyle/>
                    <a:p>
                      <a:pPr marL="0" indent="0" algn="ctr">
                        <a:lnSpc>
                          <a:spcPts val="2240"/>
                        </a:lnSpc>
                        <a:buNone/>
                      </a:pPr>
                      <a:r>
                        <a:rPr lang="en-US" sz="1400" dirty="0">
                          <a:solidFill>
                            <a:srgbClr val="0A0028"/>
                          </a:solidFill>
                          <a:latin typeface="Noto Sans JP" pitchFamily="34" charset="0"/>
                          <a:ea typeface="Noto Sans JP" pitchFamily="34" charset="-122"/>
                          <a:cs typeface="Noto Sans JP" pitchFamily="34" charset="-120"/>
                        </a:rPr>
                        <a:t>キック成功。1</a:t>
                      </a:r>
                      <a:r>
                        <a:rPr lang="ja-JP" altLang="en-US" sz="1400" dirty="0">
                          <a:solidFill>
                            <a:srgbClr val="0A0028"/>
                          </a:solidFill>
                          <a:latin typeface="Noto Sans JP" pitchFamily="34" charset="0"/>
                          <a:ea typeface="Noto Sans JP" pitchFamily="34" charset="-122"/>
                          <a:cs typeface="Noto Sans JP" pitchFamily="34" charset="-120"/>
                        </a:rPr>
                        <a:t>回だけ妨害されない</a:t>
                      </a:r>
                      <a:r>
                        <a:rPr lang="en-US" sz="1400" dirty="0" err="1">
                          <a:solidFill>
                            <a:srgbClr val="0A0028"/>
                          </a:solidFill>
                          <a:latin typeface="Noto Sans JP" pitchFamily="34" charset="0"/>
                          <a:ea typeface="Noto Sans JP" pitchFamily="34" charset="-122"/>
                          <a:cs typeface="Noto Sans JP" pitchFamily="34" charset="-120"/>
                        </a:rPr>
                        <a:t>攻撃</a:t>
                      </a:r>
                      <a:r>
                        <a:rPr lang="ja-JP" altLang="en-US" sz="1400" dirty="0">
                          <a:solidFill>
                            <a:srgbClr val="0A0028"/>
                          </a:solidFill>
                          <a:latin typeface="Noto Sans JP" pitchFamily="34" charset="0"/>
                          <a:ea typeface="Noto Sans JP" pitchFamily="34" charset="-122"/>
                          <a:cs typeface="Noto Sans JP" pitchFamily="34" charset="-120"/>
                        </a:rPr>
                        <a:t>。</a:t>
                      </a:r>
                      <a:endParaRPr lang="en-US" sz="1400" dirty="0">
                        <a:latin typeface="Noto Sans JP" charset="0"/>
                        <a:ea typeface="Noto Sans JP" charset="0"/>
                        <a:cs typeface="Noto Sans JP" charset="0"/>
                      </a:endParaRPr>
                    </a:p>
                  </a:txBody>
                  <a:tcPr marL="76200" marR="76200" marT="76200" marB="76200" anchor="ctr">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C0C0BF"/>
                      </a:solidFill>
                      <a:prstDash val="solid"/>
                      <a:round/>
                      <a:headEnd type="none" w="med" len="med"/>
                      <a:tailEnd type="none" w="med" len="med"/>
                    </a:lnB>
                    <a:solidFill>
                      <a:srgbClr val="FFD9B3"/>
                    </a:solidFill>
                  </a:tcPr>
                </a:tc>
                <a:tc>
                  <a:txBody>
                    <a:bodyPr/>
                    <a:lstStyle/>
                    <a:p>
                      <a:pPr marL="0" indent="0" algn="ctr">
                        <a:lnSpc>
                          <a:spcPts val="2240"/>
                        </a:lnSpc>
                        <a:buNone/>
                      </a:pPr>
                      <a:r>
                        <a:rPr lang="en-US" sz="1600" dirty="0">
                          <a:solidFill>
                            <a:srgbClr val="0A0028"/>
                          </a:solidFill>
                          <a:latin typeface="Noto Sans JP" pitchFamily="34" charset="0"/>
                          <a:ea typeface="Noto Sans JP" pitchFamily="34" charset="-122"/>
                          <a:cs typeface="Noto Sans JP" pitchFamily="34" charset="-120"/>
                        </a:rPr>
                        <a:t>何も起こらない</a:t>
                      </a:r>
                      <a:endParaRPr lang="en-US" sz="1600" dirty="0">
                        <a:latin typeface="Noto Sans JP" charset="0"/>
                        <a:ea typeface="Noto Sans JP" charset="0"/>
                        <a:cs typeface="Noto Sans JP" charset="0"/>
                      </a:endParaRPr>
                    </a:p>
                  </a:txBody>
                  <a:tcPr marL="76200" marR="76200" marT="76200" marB="76200" anchor="ctr">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C0C0BF"/>
                      </a:solidFill>
                      <a:prstDash val="solid"/>
                      <a:round/>
                      <a:headEnd type="none" w="med" len="med"/>
                      <a:tailEnd type="none" w="med" len="med"/>
                    </a:lnB>
                  </a:tcPr>
                </a:tc>
                <a:tc>
                  <a:txBody>
                    <a:bodyPr/>
                    <a:lstStyle/>
                    <a:p>
                      <a:pPr marL="0" indent="0" algn="ctr">
                        <a:lnSpc>
                          <a:spcPts val="2240"/>
                        </a:lnSpc>
                        <a:buNone/>
                      </a:pPr>
                      <a:r>
                        <a:rPr lang="en-US" sz="1200" dirty="0" err="1">
                          <a:solidFill>
                            <a:srgbClr val="0A0028"/>
                          </a:solidFill>
                          <a:latin typeface="Noto Sans JP" pitchFamily="34" charset="0"/>
                          <a:ea typeface="Noto Sans JP" pitchFamily="34" charset="-122"/>
                          <a:cs typeface="Noto Sans JP" pitchFamily="34" charset="-120"/>
                        </a:rPr>
                        <a:t>押しのけ失敗</a:t>
                      </a:r>
                      <a:r>
                        <a:rPr lang="en-US" sz="1200" dirty="0">
                          <a:solidFill>
                            <a:srgbClr val="0A0028"/>
                          </a:solidFill>
                          <a:latin typeface="Noto Sans JP" pitchFamily="34" charset="0"/>
                          <a:ea typeface="Noto Sans JP" pitchFamily="34" charset="-122"/>
                          <a:cs typeface="Noto Sans JP" pitchFamily="34" charset="-120"/>
                        </a:rPr>
                        <a:t>。</a:t>
                      </a:r>
                    </a:p>
                    <a:p>
                      <a:pPr marL="0" indent="0" algn="ctr">
                        <a:lnSpc>
                          <a:spcPts val="2240"/>
                        </a:lnSpc>
                        <a:buNone/>
                      </a:pPr>
                      <a:r>
                        <a:rPr lang="en-US" sz="1200" dirty="0" err="1">
                          <a:solidFill>
                            <a:srgbClr val="0A0028"/>
                          </a:solidFill>
                          <a:latin typeface="Noto Sans JP" pitchFamily="34" charset="0"/>
                          <a:ea typeface="Noto Sans JP" pitchFamily="34" charset="-122"/>
                          <a:cs typeface="Noto Sans JP" pitchFamily="34" charset="-120"/>
                        </a:rPr>
                        <a:t>何も起こらない</a:t>
                      </a:r>
                      <a:endParaRPr lang="en-US" sz="1200" dirty="0">
                        <a:latin typeface="Noto Sans JP" charset="0"/>
                        <a:ea typeface="Noto Sans JP" charset="0"/>
                        <a:cs typeface="Noto Sans JP" charset="0"/>
                      </a:endParaRPr>
                    </a:p>
                  </a:txBody>
                  <a:tcPr marL="76200" marR="76200" marT="76200" marB="76200" anchor="ctr">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C0C0BF"/>
                      </a:solidFill>
                      <a:prstDash val="solid"/>
                      <a:round/>
                      <a:headEnd type="none" w="med" len="med"/>
                      <a:tailEnd type="none" w="med" len="med"/>
                    </a:lnB>
                  </a:tcPr>
                </a:tc>
                <a:extLst>
                  <a:ext uri="{0D108BD9-81ED-4DB2-BD59-A6C34878D82A}">
                    <a16:rowId xmlns:a16="http://schemas.microsoft.com/office/drawing/2014/main" val="10003"/>
                  </a:ext>
                </a:extLst>
              </a:tr>
              <a:tr h="734020">
                <a:tc>
                  <a:txBody>
                    <a:bodyPr/>
                    <a:lstStyle/>
                    <a:p>
                      <a:pPr marL="0" indent="0" algn="l">
                        <a:lnSpc>
                          <a:spcPts val="2240"/>
                        </a:lnSpc>
                        <a:buNone/>
                      </a:pPr>
                      <a:r>
                        <a:rPr lang="en-US" sz="1600" dirty="0">
                          <a:solidFill>
                            <a:srgbClr val="0A0028"/>
                          </a:solidFill>
                          <a:latin typeface="Noto Sans JP" pitchFamily="34" charset="0"/>
                          <a:ea typeface="Noto Sans JP" pitchFamily="34" charset="-122"/>
                          <a:cs typeface="Noto Sans JP" pitchFamily="34" charset="-120"/>
                        </a:rPr>
                        <a:t>押しのけ</a:t>
                      </a:r>
                      <a:endParaRPr lang="en-US" sz="1600" dirty="0">
                        <a:latin typeface="Noto Sans JP" charset="0"/>
                        <a:ea typeface="Noto Sans JP" charset="0"/>
                        <a:cs typeface="Noto Sans JP" charset="0"/>
                      </a:endParaRPr>
                    </a:p>
                  </a:txBody>
                  <a:tcPr marL="76200" marR="76200" marT="76200" marB="76200" anchor="ctr">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C0C0BF"/>
                      </a:solidFill>
                      <a:prstDash val="solid"/>
                      <a:round/>
                      <a:headEnd type="none" w="med" len="med"/>
                      <a:tailEnd type="none" w="med" len="med"/>
                    </a:lnB>
                    <a:solidFill>
                      <a:srgbClr val="DEDEDE"/>
                    </a:solidFill>
                  </a:tcPr>
                </a:tc>
                <a:tc>
                  <a:txBody>
                    <a:bodyPr/>
                    <a:lstStyle/>
                    <a:p>
                      <a:pPr marL="0" indent="0" algn="ctr">
                        <a:lnSpc>
                          <a:spcPts val="2240"/>
                        </a:lnSpc>
                        <a:buNone/>
                      </a:pPr>
                      <a:r>
                        <a:rPr lang="en-US" sz="1200" dirty="0">
                          <a:solidFill>
                            <a:srgbClr val="0A0028"/>
                          </a:solidFill>
                          <a:latin typeface="Noto Sans JP" pitchFamily="34" charset="0"/>
                          <a:ea typeface="Noto Sans JP" pitchFamily="34" charset="-122"/>
                          <a:cs typeface="Noto Sans JP" pitchFamily="34" charset="-120"/>
                        </a:rPr>
                        <a:t>押しのけ成功。主導権を得てターン終了</a:t>
                      </a:r>
                      <a:endParaRPr lang="en-US" sz="1200" dirty="0">
                        <a:latin typeface="Noto Sans JP" charset="0"/>
                        <a:ea typeface="Noto Sans JP" charset="0"/>
                        <a:cs typeface="Noto Sans JP" charset="0"/>
                      </a:endParaRPr>
                    </a:p>
                  </a:txBody>
                  <a:tcPr marL="76200" marR="76200" marT="76200" marB="76200" anchor="ctr">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C0C0BF"/>
                      </a:solidFill>
                      <a:prstDash val="solid"/>
                      <a:round/>
                      <a:headEnd type="none" w="med" len="med"/>
                      <a:tailEnd type="none" w="med" len="med"/>
                    </a:lnB>
                    <a:solidFill>
                      <a:srgbClr val="CFE0FF"/>
                    </a:solidFill>
                  </a:tcPr>
                </a:tc>
                <a:tc>
                  <a:txBody>
                    <a:bodyPr/>
                    <a:lstStyle/>
                    <a:p>
                      <a:pPr marL="0" indent="0" algn="ctr">
                        <a:lnSpc>
                          <a:spcPts val="2240"/>
                        </a:lnSpc>
                        <a:buNone/>
                      </a:pPr>
                      <a:r>
                        <a:rPr lang="en-US" sz="1200" dirty="0">
                          <a:solidFill>
                            <a:srgbClr val="0A0028"/>
                          </a:solidFill>
                          <a:latin typeface="Noto Sans JP" pitchFamily="34" charset="0"/>
                          <a:ea typeface="Noto Sans JP" pitchFamily="34" charset="-122"/>
                          <a:cs typeface="Noto Sans JP" pitchFamily="34" charset="-120"/>
                        </a:rPr>
                        <a:t>押しのけ成功。主導権を得てターン終了</a:t>
                      </a:r>
                      <a:endParaRPr lang="en-US" sz="1200" dirty="0">
                        <a:latin typeface="Noto Sans JP" charset="0"/>
                        <a:ea typeface="Noto Sans JP" charset="0"/>
                        <a:cs typeface="Noto Sans JP" charset="0"/>
                      </a:endParaRPr>
                    </a:p>
                  </a:txBody>
                  <a:tcPr marL="76200" marR="76200" marT="76200" marB="76200" anchor="ctr">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C0C0BF"/>
                      </a:solidFill>
                      <a:prstDash val="solid"/>
                      <a:round/>
                      <a:headEnd type="none" w="med" len="med"/>
                      <a:tailEnd type="none" w="med" len="med"/>
                    </a:lnB>
                    <a:solidFill>
                      <a:srgbClr val="CFE0FF"/>
                    </a:solidFill>
                  </a:tcPr>
                </a:tc>
                <a:tc>
                  <a:txBody>
                    <a:bodyPr/>
                    <a:lstStyle/>
                    <a:p>
                      <a:pPr marL="0" indent="0" algn="ctr">
                        <a:lnSpc>
                          <a:spcPts val="2240"/>
                        </a:lnSpc>
                        <a:buNone/>
                      </a:pPr>
                      <a:r>
                        <a:rPr lang="en-US" sz="1200" dirty="0" err="1">
                          <a:solidFill>
                            <a:srgbClr val="0A0028"/>
                          </a:solidFill>
                          <a:latin typeface="Noto Sans JP" pitchFamily="34" charset="0"/>
                          <a:ea typeface="Noto Sans JP" pitchFamily="34" charset="-122"/>
                          <a:cs typeface="Noto Sans JP" pitchFamily="34" charset="-120"/>
                        </a:rPr>
                        <a:t>押しのけ失敗</a:t>
                      </a:r>
                      <a:r>
                        <a:rPr lang="en-US" sz="1200" dirty="0">
                          <a:solidFill>
                            <a:srgbClr val="0A0028"/>
                          </a:solidFill>
                          <a:latin typeface="Noto Sans JP" pitchFamily="34" charset="0"/>
                          <a:ea typeface="Noto Sans JP" pitchFamily="34" charset="-122"/>
                          <a:cs typeface="Noto Sans JP" pitchFamily="34" charset="-120"/>
                        </a:rPr>
                        <a:t>。</a:t>
                      </a:r>
                    </a:p>
                    <a:p>
                      <a:pPr marL="0" indent="0" algn="ctr">
                        <a:lnSpc>
                          <a:spcPts val="2240"/>
                        </a:lnSpc>
                        <a:buNone/>
                      </a:pPr>
                      <a:r>
                        <a:rPr lang="en-US" sz="1200" dirty="0" err="1">
                          <a:solidFill>
                            <a:srgbClr val="0A0028"/>
                          </a:solidFill>
                          <a:latin typeface="Noto Sans JP" pitchFamily="34" charset="0"/>
                          <a:ea typeface="Noto Sans JP" pitchFamily="34" charset="-122"/>
                          <a:cs typeface="Noto Sans JP" pitchFamily="34" charset="-120"/>
                        </a:rPr>
                        <a:t>何も起こらない</a:t>
                      </a:r>
                      <a:endParaRPr lang="en-US" sz="1200" dirty="0">
                        <a:latin typeface="Noto Sans JP" charset="0"/>
                        <a:ea typeface="Noto Sans JP" charset="0"/>
                        <a:cs typeface="Noto Sans JP" charset="0"/>
                      </a:endParaRPr>
                    </a:p>
                  </a:txBody>
                  <a:tcPr marL="76200" marR="76200" marT="76200" marB="76200" anchor="ctr">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C0C0BF"/>
                      </a:solidFill>
                      <a:prstDash val="solid"/>
                      <a:round/>
                      <a:headEnd type="none" w="med" len="med"/>
                      <a:tailEnd type="none" w="med" len="med"/>
                    </a:lnB>
                  </a:tcPr>
                </a:tc>
                <a:tc>
                  <a:txBody>
                    <a:bodyPr/>
                    <a:lstStyle/>
                    <a:p>
                      <a:pPr marL="0" indent="0" algn="ctr">
                        <a:lnSpc>
                          <a:spcPts val="2240"/>
                        </a:lnSpc>
                        <a:buNone/>
                      </a:pPr>
                      <a:r>
                        <a:rPr lang="en-US" sz="1200" dirty="0" err="1">
                          <a:solidFill>
                            <a:srgbClr val="0A0028"/>
                          </a:solidFill>
                          <a:latin typeface="Noto Sans JP" pitchFamily="34" charset="0"/>
                          <a:ea typeface="Noto Sans JP" pitchFamily="34" charset="-122"/>
                          <a:cs typeface="Noto Sans JP" pitchFamily="34" charset="-120"/>
                        </a:rPr>
                        <a:t>押しのけ失敗</a:t>
                      </a:r>
                      <a:r>
                        <a:rPr lang="en-US" sz="1200" dirty="0">
                          <a:solidFill>
                            <a:srgbClr val="0A0028"/>
                          </a:solidFill>
                          <a:latin typeface="Noto Sans JP" pitchFamily="34" charset="0"/>
                          <a:ea typeface="Noto Sans JP" pitchFamily="34" charset="-122"/>
                          <a:cs typeface="Noto Sans JP" pitchFamily="34" charset="-120"/>
                        </a:rPr>
                        <a:t>。</a:t>
                      </a:r>
                    </a:p>
                    <a:p>
                      <a:pPr marL="0" indent="0" algn="ctr">
                        <a:lnSpc>
                          <a:spcPts val="2240"/>
                        </a:lnSpc>
                        <a:buNone/>
                      </a:pPr>
                      <a:r>
                        <a:rPr lang="en-US" sz="1200" dirty="0" err="1">
                          <a:solidFill>
                            <a:srgbClr val="0A0028"/>
                          </a:solidFill>
                          <a:latin typeface="Noto Sans JP" pitchFamily="34" charset="0"/>
                          <a:ea typeface="Noto Sans JP" pitchFamily="34" charset="-122"/>
                          <a:cs typeface="Noto Sans JP" pitchFamily="34" charset="-120"/>
                        </a:rPr>
                        <a:t>何も起こらない</a:t>
                      </a:r>
                      <a:endParaRPr lang="en-US" sz="1200" dirty="0">
                        <a:latin typeface="Noto Sans JP" charset="0"/>
                        <a:ea typeface="Noto Sans JP" charset="0"/>
                        <a:cs typeface="Noto Sans JP" charset="0"/>
                      </a:endParaRPr>
                    </a:p>
                  </a:txBody>
                  <a:tcPr marL="76200" marR="76200" marT="76200" marB="76200" anchor="ctr">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C0C0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4896892"/>
            <a:ext cx="1168400" cy="289520"/>
          </a:xfrm>
          <a:prstGeom prst="roundRect">
            <a:avLst>
              <a:gd name="adj" fmla="val 17546"/>
            </a:avLst>
          </a:prstGeom>
          <a:solidFill>
            <a:srgbClr val="CFE0FF"/>
          </a:solidFill>
          <a:ln/>
        </p:spPr>
        <p:txBody>
          <a:bodyPr wrap="none" lIns="0" tIns="0" rIns="0" bIns="0" rtlCol="0" anchor="ctr">
            <a:normAutofit/>
          </a:bodyPr>
          <a:lstStyle/>
          <a:p>
            <a:pPr marL="0" indent="0" algn="ctr">
              <a:lnSpc>
                <a:spcPts val="1680"/>
              </a:lnSpc>
              <a:buNone/>
            </a:pPr>
            <a:r>
              <a:rPr lang="en-US" sz="1200" b="1" dirty="0">
                <a:solidFill>
                  <a:srgbClr val="0A0028"/>
                </a:solidFill>
                <a:latin typeface="Noto Sans JP" pitchFamily="34" charset="0"/>
                <a:ea typeface="Noto Sans JP" pitchFamily="34" charset="-122"/>
                <a:cs typeface="Noto Sans JP" pitchFamily="34" charset="-120"/>
              </a:rPr>
              <a:t>攻撃側が有利</a:t>
            </a:r>
            <a:endParaRPr lang="en-US" sz="1200" dirty="0"/>
          </a:p>
        </p:txBody>
      </p:sp>
      <p:sp>
        <p:nvSpPr>
          <p:cNvPr id="6" name="Text 3"/>
          <p:cNvSpPr/>
          <p:nvPr/>
        </p:nvSpPr>
        <p:spPr>
          <a:xfrm>
            <a:off x="2082800" y="4896892"/>
            <a:ext cx="1168400" cy="289520"/>
          </a:xfrm>
          <a:prstGeom prst="roundRect">
            <a:avLst>
              <a:gd name="adj" fmla="val 17546"/>
            </a:avLst>
          </a:prstGeom>
          <a:solidFill>
            <a:srgbClr val="FFD9B3"/>
          </a:solidFill>
          <a:ln/>
        </p:spPr>
        <p:txBody>
          <a:bodyPr wrap="none" lIns="0" tIns="0" rIns="0" bIns="0" rtlCol="0" anchor="ctr">
            <a:normAutofit/>
          </a:bodyPr>
          <a:lstStyle/>
          <a:p>
            <a:pPr marL="0" indent="0" algn="ctr">
              <a:lnSpc>
                <a:spcPts val="1680"/>
              </a:lnSpc>
              <a:buNone/>
            </a:pPr>
            <a:r>
              <a:rPr lang="en-US" sz="1200" b="1" dirty="0">
                <a:solidFill>
                  <a:srgbClr val="0A0028"/>
                </a:solidFill>
                <a:latin typeface="Noto Sans JP" pitchFamily="34" charset="0"/>
                <a:ea typeface="Noto Sans JP" pitchFamily="34" charset="-122"/>
                <a:cs typeface="Noto Sans JP" pitchFamily="34" charset="-120"/>
              </a:rPr>
              <a:t>防御側が有利</a:t>
            </a:r>
            <a:endParaRPr lang="en-US" sz="1200" dirty="0"/>
          </a:p>
        </p:txBody>
      </p:sp>
      <p:sp>
        <p:nvSpPr>
          <p:cNvPr id="7" name="Text 4"/>
          <p:cNvSpPr/>
          <p:nvPr/>
        </p:nvSpPr>
        <p:spPr>
          <a:xfrm>
            <a:off x="3352800" y="4896892"/>
            <a:ext cx="1473200" cy="289520"/>
          </a:xfrm>
          <a:prstGeom prst="roundRect">
            <a:avLst>
              <a:gd name="adj" fmla="val 17546"/>
            </a:avLst>
          </a:prstGeom>
          <a:solidFill>
            <a:srgbClr val="E6E6E6"/>
          </a:solidFill>
          <a:ln/>
        </p:spPr>
        <p:txBody>
          <a:bodyPr wrap="none" lIns="0" tIns="0" rIns="0" bIns="0" rtlCol="0" anchor="ctr">
            <a:normAutofit/>
          </a:bodyPr>
          <a:lstStyle/>
          <a:p>
            <a:pPr marL="0" indent="0" algn="ctr">
              <a:lnSpc>
                <a:spcPts val="1680"/>
              </a:lnSpc>
              <a:buNone/>
            </a:pPr>
            <a:r>
              <a:rPr lang="en-US" sz="1200" b="1" dirty="0">
                <a:solidFill>
                  <a:srgbClr val="0A0028"/>
                </a:solidFill>
                <a:latin typeface="Noto Sans JP" pitchFamily="34" charset="0"/>
                <a:ea typeface="Noto Sans JP" pitchFamily="34" charset="-122"/>
                <a:cs typeface="Noto Sans JP" pitchFamily="34" charset="-120"/>
              </a:rPr>
              <a:t>変化なし・判定へ</a:t>
            </a:r>
            <a:endParaRPr lang="en-US" sz="1200" dirty="0"/>
          </a:p>
        </p:txBody>
      </p:sp>
      <p:sp>
        <p:nvSpPr>
          <p:cNvPr id="8" name="Text 5"/>
          <p:cNvSpPr/>
          <p:nvPr/>
        </p:nvSpPr>
        <p:spPr>
          <a:xfrm>
            <a:off x="4927600" y="4934992"/>
            <a:ext cx="3657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A0028"/>
                </a:solidFill>
                <a:latin typeface="Noto Sans JP" pitchFamily="34" charset="0"/>
                <a:ea typeface="Noto Sans JP" pitchFamily="34" charset="-122"/>
                <a:cs typeface="Noto Sans JP" pitchFamily="34" charset="-120"/>
              </a:rPr>
              <a:t>キック成功後の攻撃は行動回数に含まれない</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0F0"/>
        </a:solidFill>
        <a:effectLst/>
      </p:bgPr>
    </p:bg>
    <p:spTree>
      <p:nvGrpSpPr>
        <p:cNvPr id="1" name=""/>
        <p:cNvGrpSpPr/>
        <p:nvPr/>
      </p:nvGrpSpPr>
      <p:grpSpPr>
        <a:xfrm>
          <a:off x="0" y="0"/>
          <a:ext cx="0" cy="0"/>
          <a:chOff x="0" y="0"/>
          <a:chExt cx="0" cy="0"/>
        </a:xfrm>
      </p:grpSpPr>
      <p:sp>
        <p:nvSpPr>
          <p:cNvPr id="2" name="Text 0"/>
          <p:cNvSpPr/>
          <p:nvPr/>
        </p:nvSpPr>
        <p:spPr>
          <a:xfrm>
            <a:off x="812800" y="457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34A00"/>
                </a:solidFill>
                <a:latin typeface="Noto Sans JP" pitchFamily="34" charset="0"/>
                <a:ea typeface="Noto Sans JP" pitchFamily="34" charset="-122"/>
                <a:cs typeface="Noto Sans JP" pitchFamily="34" charset="-120"/>
              </a:rPr>
              <a:t>QUICK CHART 2</a:t>
            </a:r>
            <a:endParaRPr lang="en-US" sz="1200" dirty="0"/>
          </a:p>
        </p:txBody>
      </p:sp>
      <p:sp>
        <p:nvSpPr>
          <p:cNvPr id="3" name="Text 1"/>
          <p:cNvSpPr>
            <a:spLocks noGrp="1"/>
          </p:cNvSpPr>
          <p:nvPr>
            <p:ph type="title"/>
          </p:nvPr>
        </p:nvSpPr>
        <p:spPr>
          <a:xfrm>
            <a:off x="812800" y="7975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A0028"/>
                </a:solidFill>
                <a:latin typeface="Noto Sans JP" pitchFamily="34" charset="0"/>
                <a:ea typeface="Noto Sans JP" pitchFamily="34" charset="-122"/>
                <a:cs typeface="Noto Sans JP" pitchFamily="34" charset="-120"/>
              </a:rPr>
              <a:t>ダメージとガードの早見表</a:t>
            </a:r>
            <a:endParaRPr lang="en-US" sz="3200" dirty="0"/>
          </a:p>
        </p:txBody>
      </p:sp>
      <p:sp>
        <p:nvSpPr>
          <p:cNvPr id="4" name="Shape 2"/>
          <p:cNvSpPr/>
          <p:nvPr/>
        </p:nvSpPr>
        <p:spPr>
          <a:xfrm>
            <a:off x="819150" y="1377900"/>
            <a:ext cx="5168900" cy="4165352"/>
          </a:xfrm>
          <a:prstGeom prst="roundRect">
            <a:avLst>
              <a:gd name="adj" fmla="val 2287"/>
            </a:avLst>
          </a:prstGeom>
          <a:solidFill>
            <a:srgbClr val="FFFFFF"/>
          </a:solidFill>
          <a:ln w="12700">
            <a:solidFill>
              <a:srgbClr val="0A0028"/>
            </a:solidFill>
            <a:prstDash val="solid"/>
          </a:ln>
        </p:spPr>
        <p:txBody>
          <a:bodyPr/>
          <a:lstStyle/>
          <a:p>
            <a:endParaRPr lang="ja-JP" altLang="en-US"/>
          </a:p>
        </p:txBody>
      </p:sp>
      <p:sp>
        <p:nvSpPr>
          <p:cNvPr id="5" name="Text 3"/>
          <p:cNvSpPr/>
          <p:nvPr/>
        </p:nvSpPr>
        <p:spPr>
          <a:xfrm>
            <a:off x="1028700" y="1587450"/>
            <a:ext cx="4892294"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A0028"/>
                </a:solidFill>
                <a:latin typeface="Noto Sans JP" pitchFamily="34" charset="0"/>
                <a:ea typeface="Noto Sans JP" pitchFamily="34" charset="-122"/>
                <a:cs typeface="Noto Sans JP" pitchFamily="34" charset="-120"/>
              </a:rPr>
              <a:t>ダメージの流れ</a:t>
            </a:r>
            <a:endParaRPr lang="en-US" sz="1800" dirty="0"/>
          </a:p>
        </p:txBody>
      </p:sp>
      <p:sp>
        <p:nvSpPr>
          <p:cNvPr id="6" name="Text 4"/>
          <p:cNvSpPr/>
          <p:nvPr/>
        </p:nvSpPr>
        <p:spPr>
          <a:xfrm>
            <a:off x="1108125" y="1963341"/>
            <a:ext cx="4805249" cy="1758950"/>
          </a:xfrm>
          <a:prstGeom prst="rect">
            <a:avLst/>
          </a:prstGeom>
          <a:noFill/>
          <a:ln/>
        </p:spPr>
        <p:txBody>
          <a:bodyPr wrap="square" lIns="0" tIns="0" rIns="0" bIns="0" rtlCol="0" anchor="t">
            <a:normAutofit/>
          </a:bodyPr>
          <a:lstStyle/>
          <a:p>
            <a:pPr marL="174575" indent="-174575" algn="l">
              <a:lnSpc>
                <a:spcPts val="1950"/>
              </a:lnSpc>
              <a:buSzPct val="100000"/>
              <a:buFontTx/>
              <a:buAutoNum type="arabicPeriod"/>
            </a:pPr>
            <a:r>
              <a:rPr lang="en-US" sz="1300" dirty="0">
                <a:solidFill>
                  <a:srgbClr val="0A0028"/>
                </a:solidFill>
                <a:latin typeface="Noto Sans JP" pitchFamily="34" charset="0"/>
                <a:ea typeface="Noto Sans JP" pitchFamily="34" charset="-122"/>
                <a:cs typeface="Noto Sans JP" pitchFamily="34" charset="-120"/>
              </a:rPr>
              <a:t>攻撃が通る → ダメージ値と同じ枚数の手札を捨てる(0.5は1枚。攻撃側が伏せたまま選ぶ)</a:t>
            </a:r>
            <a:endParaRPr lang="en-US" sz="1300" dirty="0"/>
          </a:p>
          <a:p>
            <a:pPr marL="174575" indent="-174575" algn="l">
              <a:lnSpc>
                <a:spcPts val="1950"/>
              </a:lnSpc>
              <a:buSzPct val="100000"/>
              <a:buFontTx/>
              <a:buAutoNum type="arabicPeriod"/>
            </a:pPr>
            <a:r>
              <a:rPr lang="en-US" sz="1300" dirty="0">
                <a:solidFill>
                  <a:srgbClr val="0A0028"/>
                </a:solidFill>
                <a:latin typeface="Noto Sans JP" pitchFamily="34" charset="0"/>
                <a:ea typeface="Noto Sans JP" pitchFamily="34" charset="-122"/>
                <a:cs typeface="Noto Sans JP" pitchFamily="34" charset="-120"/>
              </a:rPr>
              <a:t>手札が足りない(超過含む) → HPカードを失う。0.5は表向きにするだけ、1は表を確認して破棄(攻撃側が選ぶ)</a:t>
            </a:r>
            <a:endParaRPr lang="en-US" sz="1300" dirty="0"/>
          </a:p>
          <a:p>
            <a:pPr marL="174575" indent="-174575" algn="l">
              <a:lnSpc>
                <a:spcPts val="1950"/>
              </a:lnSpc>
              <a:buSzPct val="100000"/>
              <a:buFontTx/>
              <a:buAutoNum type="arabicPeriod"/>
            </a:pPr>
            <a:r>
              <a:rPr lang="en-US" sz="1300" dirty="0">
                <a:solidFill>
                  <a:srgbClr val="0A0028"/>
                </a:solidFill>
                <a:latin typeface="Noto Sans JP" pitchFamily="34" charset="0"/>
                <a:ea typeface="Noto Sans JP" pitchFamily="34" charset="-122"/>
                <a:cs typeface="Noto Sans JP" pitchFamily="34" charset="-120"/>
              </a:rPr>
              <a:t>同じ種類を2枚失うと欠損。頭部は即死、腕は両手武器が使えずナイフへ(両腕なら頭突きのみ)</a:t>
            </a:r>
            <a:endParaRPr lang="en-US" sz="1300" dirty="0"/>
          </a:p>
          <a:p>
            <a:pPr marL="174575" indent="-174575" algn="l">
              <a:lnSpc>
                <a:spcPts val="1950"/>
              </a:lnSpc>
              <a:buSzPct val="100000"/>
              <a:buFontTx/>
              <a:buAutoNum type="arabicPeriod"/>
            </a:pPr>
            <a:r>
              <a:rPr lang="en-US" sz="1300" dirty="0">
                <a:solidFill>
                  <a:srgbClr val="0A0028"/>
                </a:solidFill>
                <a:latin typeface="Noto Sans JP" pitchFamily="34" charset="0"/>
                <a:ea typeface="Noto Sans JP" pitchFamily="34" charset="-122"/>
                <a:cs typeface="Noto Sans JP" pitchFamily="34" charset="-120"/>
              </a:rPr>
              <a:t>HPカードをすべて失うと敗北</a:t>
            </a:r>
            <a:endParaRPr lang="en-US" sz="1300" dirty="0"/>
          </a:p>
        </p:txBody>
      </p:sp>
      <p:sp>
        <p:nvSpPr>
          <p:cNvPr id="7" name="Shape 5"/>
          <p:cNvSpPr/>
          <p:nvPr/>
        </p:nvSpPr>
        <p:spPr>
          <a:xfrm>
            <a:off x="6203950" y="1377900"/>
            <a:ext cx="5168900" cy="4165352"/>
          </a:xfrm>
          <a:prstGeom prst="roundRect">
            <a:avLst>
              <a:gd name="adj" fmla="val 2287"/>
            </a:avLst>
          </a:prstGeom>
          <a:solidFill>
            <a:srgbClr val="FFFFFF"/>
          </a:solidFill>
          <a:ln w="12700">
            <a:solidFill>
              <a:srgbClr val="0A0028"/>
            </a:solidFill>
            <a:prstDash val="solid"/>
          </a:ln>
        </p:spPr>
        <p:txBody>
          <a:bodyPr/>
          <a:lstStyle/>
          <a:p>
            <a:endParaRPr lang="ja-JP" altLang="en-US"/>
          </a:p>
        </p:txBody>
      </p:sp>
      <p:sp>
        <p:nvSpPr>
          <p:cNvPr id="8" name="Text 6"/>
          <p:cNvSpPr/>
          <p:nvPr/>
        </p:nvSpPr>
        <p:spPr>
          <a:xfrm>
            <a:off x="6413500" y="1587450"/>
            <a:ext cx="4892294"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A0028"/>
                </a:solidFill>
                <a:latin typeface="Noto Sans JP" pitchFamily="34" charset="0"/>
                <a:ea typeface="Noto Sans JP" pitchFamily="34" charset="-122"/>
                <a:cs typeface="Noto Sans JP" pitchFamily="34" charset="-120"/>
              </a:rPr>
              <a:t>ガードに使う枚数</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26200" y="1976041"/>
          <a:ext cx="4737100" cy="2829420"/>
        </p:xfrm>
        <a:graphic>
          <a:graphicData uri="http://schemas.openxmlformats.org/drawingml/2006/table">
            <a:tbl>
              <a:tblPr/>
              <a:tblGrid>
                <a:gridCol w="2368550">
                  <a:extLst>
                    <a:ext uri="{9D8B030D-6E8A-4147-A177-3AD203B41FA5}">
                      <a16:colId xmlns:a16="http://schemas.microsoft.com/office/drawing/2014/main" val="20000"/>
                    </a:ext>
                  </a:extLst>
                </a:gridCol>
                <a:gridCol w="2368550">
                  <a:extLst>
                    <a:ext uri="{9D8B030D-6E8A-4147-A177-3AD203B41FA5}">
                      <a16:colId xmlns:a16="http://schemas.microsoft.com/office/drawing/2014/main" val="20001"/>
                    </a:ext>
                  </a:extLst>
                </a:gridCol>
              </a:tblGrid>
              <a:tr h="424160">
                <a:tc>
                  <a:txBody>
                    <a:bodyPr/>
                    <a:lstStyle/>
                    <a:p>
                      <a:pPr marL="0" indent="0">
                        <a:lnSpc>
                          <a:spcPts val="2240"/>
                        </a:lnSpc>
                        <a:buNone/>
                      </a:pPr>
                      <a:r>
                        <a:rPr lang="en-US" sz="1600" b="1" dirty="0">
                          <a:solidFill>
                            <a:srgbClr val="F0F0F0"/>
                          </a:solidFill>
                          <a:latin typeface="Noto Sans JP" pitchFamily="34" charset="0"/>
                          <a:ea typeface="Noto Sans JP" pitchFamily="34" charset="-122"/>
                          <a:cs typeface="Noto Sans JP" pitchFamily="34" charset="-120"/>
                        </a:rPr>
                        <a:t>装備</a:t>
                      </a:r>
                      <a:endParaRPr lang="en-US" sz="1600" dirty="0">
                        <a:latin typeface="Noto Sans JP" charset="0"/>
                        <a:ea typeface="Noto Sans JP" charset="0"/>
                        <a:cs typeface="Noto Sans JP" charset="0"/>
                      </a:endParaRPr>
                    </a:p>
                  </a:txBody>
                  <a:tcPr marL="63500" marR="63500" marT="63500" marB="6350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2240"/>
                        </a:lnSpc>
                        <a:buNone/>
                      </a:pPr>
                      <a:r>
                        <a:rPr lang="en-US" sz="1600" b="1" dirty="0">
                          <a:solidFill>
                            <a:srgbClr val="F0F0F0"/>
                          </a:solidFill>
                          <a:latin typeface="Noto Sans JP" pitchFamily="34" charset="0"/>
                          <a:ea typeface="Noto Sans JP" pitchFamily="34" charset="-122"/>
                          <a:cs typeface="Noto Sans JP" pitchFamily="34" charset="-120"/>
                        </a:rPr>
                        <a:t>使う枚数</a:t>
                      </a:r>
                      <a:endParaRPr lang="en-US" sz="1600" dirty="0">
                        <a:latin typeface="Noto Sans JP" charset="0"/>
                        <a:ea typeface="Noto Sans JP" charset="0"/>
                        <a:cs typeface="Noto Sans JP" charset="0"/>
                      </a:endParaRPr>
                    </a:p>
                  </a:txBody>
                  <a:tcPr marL="63500" marR="63500" marT="63500" marB="635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424160">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両手武器</a:t>
                      </a:r>
                      <a:endParaRPr lang="en-US" sz="1600" dirty="0">
                        <a:latin typeface="Noto Sans JP" charset="0"/>
                        <a:ea typeface="Noto Sans JP" charset="0"/>
                        <a:cs typeface="Noto Sans JP" charset="0"/>
                      </a:endParaRPr>
                    </a:p>
                  </a:txBody>
                  <a:tcPr marL="63500" marR="635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受ける攻撃の枚数</a:t>
                      </a:r>
                      <a:endParaRPr lang="en-US" sz="1600" dirty="0">
                        <a:latin typeface="Noto Sans JP" charset="0"/>
                        <a:ea typeface="Noto Sans JP" charset="0"/>
                        <a:cs typeface="Noto Sans JP" charset="0"/>
                      </a:endParaRPr>
                    </a:p>
                  </a:txBody>
                  <a:tcPr marL="63500" marR="635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424160">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片手武器</a:t>
                      </a:r>
                      <a:endParaRPr lang="en-US" sz="1600" dirty="0">
                        <a:latin typeface="Noto Sans JP" charset="0"/>
                        <a:ea typeface="Noto Sans JP" charset="0"/>
                        <a:cs typeface="Noto Sans JP" charset="0"/>
                      </a:endParaRPr>
                    </a:p>
                  </a:txBody>
                  <a:tcPr marL="63500" marR="635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受ける攻撃の枚数+1</a:t>
                      </a:r>
                      <a:endParaRPr lang="en-US" sz="1600" dirty="0">
                        <a:latin typeface="Noto Sans JP" charset="0"/>
                        <a:ea typeface="Noto Sans JP" charset="0"/>
                        <a:cs typeface="Noto Sans JP" charset="0"/>
                      </a:endParaRPr>
                    </a:p>
                  </a:txBody>
                  <a:tcPr marL="63500" marR="635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424160">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小盾</a:t>
                      </a:r>
                      <a:endParaRPr lang="en-US" sz="1600" dirty="0">
                        <a:latin typeface="Noto Sans JP" charset="0"/>
                        <a:ea typeface="Noto Sans JP" charset="0"/>
                        <a:cs typeface="Noto Sans JP" charset="0"/>
                      </a:endParaRPr>
                    </a:p>
                  </a:txBody>
                  <a:tcPr marL="63500" marR="635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攻撃の枚数(耐久-1)</a:t>
                      </a:r>
                      <a:endParaRPr lang="en-US" sz="1600" dirty="0">
                        <a:latin typeface="Noto Sans JP" charset="0"/>
                        <a:ea typeface="Noto Sans JP" charset="0"/>
                        <a:cs typeface="Noto Sans JP" charset="0"/>
                      </a:endParaRPr>
                    </a:p>
                  </a:txBody>
                  <a:tcPr marL="63500" marR="635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708620">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中盾・大盾</a:t>
                      </a:r>
                      <a:endParaRPr lang="en-US" sz="1600" dirty="0">
                        <a:latin typeface="Noto Sans JP" charset="0"/>
                        <a:ea typeface="Noto Sans JP" charset="0"/>
                        <a:cs typeface="Noto Sans JP" charset="0"/>
                      </a:endParaRPr>
                    </a:p>
                  </a:txBody>
                  <a:tcPr marL="63500" marR="635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攻撃の枚数。うち1枚は手札に戻す(耐久-1)</a:t>
                      </a:r>
                      <a:endParaRPr lang="en-US" sz="1600" dirty="0">
                        <a:latin typeface="Noto Sans JP" charset="0"/>
                        <a:ea typeface="Noto Sans JP" charset="0"/>
                        <a:cs typeface="Noto Sans JP" charset="0"/>
                      </a:endParaRPr>
                    </a:p>
                  </a:txBody>
                  <a:tcPr marL="63500" marR="635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424160">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素手</a:t>
                      </a:r>
                      <a:endParaRPr lang="en-US" sz="1600" dirty="0">
                        <a:latin typeface="Noto Sans JP" charset="0"/>
                        <a:ea typeface="Noto Sans JP" charset="0"/>
                        <a:cs typeface="Noto Sans JP" charset="0"/>
                      </a:endParaRPr>
                    </a:p>
                  </a:txBody>
                  <a:tcPr marL="63500" marR="635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ガードできない</a:t>
                      </a:r>
                      <a:endParaRPr lang="en-US" sz="1600" dirty="0">
                        <a:latin typeface="Noto Sans JP" charset="0"/>
                        <a:ea typeface="Noto Sans JP" charset="0"/>
                        <a:cs typeface="Noto Sans JP" charset="0"/>
                      </a:endParaRPr>
                    </a:p>
                  </a:txBody>
                  <a:tcPr marL="63500" marR="635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Text 7"/>
          <p:cNvSpPr/>
          <p:nvPr/>
        </p:nvSpPr>
        <p:spPr>
          <a:xfrm>
            <a:off x="6413500" y="4907062"/>
            <a:ext cx="489229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A0028"/>
                </a:solidFill>
                <a:latin typeface="Noto Sans JP" pitchFamily="34" charset="0"/>
                <a:ea typeface="Noto Sans JP" pitchFamily="34" charset="-122"/>
                <a:cs typeface="Noto Sans JP" pitchFamily="34" charset="-120"/>
              </a:rPr>
              <a:t>出した枚数が足りないと、不足分+1枚を捨てる。タメ攻撃を受けると盾の耐久は-2。</a:t>
            </a:r>
            <a:endParaRPr lang="en-US" sz="1200" dirty="0"/>
          </a:p>
        </p:txBody>
      </p:sp>
      <p:sp>
        <p:nvSpPr>
          <p:cNvPr id="11" name="Text 8"/>
          <p:cNvSpPr/>
          <p:nvPr/>
        </p:nvSpPr>
        <p:spPr>
          <a:xfrm>
            <a:off x="812800" y="5676602"/>
            <a:ext cx="10566400" cy="485130"/>
          </a:xfrm>
          <a:prstGeom prst="roundRect">
            <a:avLst>
              <a:gd name="adj" fmla="val 20943"/>
            </a:avLst>
          </a:prstGeom>
          <a:solidFill>
            <a:srgbClr val="0A0028"/>
          </a:solidFill>
          <a:ln/>
        </p:spPr>
        <p:txBody>
          <a:bodyPr wrap="square" lIns="173442" tIns="97242" rIns="0" bIns="71842" rtlCol="0" anchor="t">
            <a:normAutofit/>
          </a:bodyPr>
          <a:lstStyle/>
          <a:p>
            <a:pPr marL="0" indent="0" algn="l">
              <a:lnSpc>
                <a:spcPts val="1820"/>
              </a:lnSpc>
              <a:buNone/>
            </a:pPr>
            <a:r>
              <a:rPr lang="en-US" sz="1300" dirty="0">
                <a:solidFill>
                  <a:srgbClr val="F0F0F0"/>
                </a:solidFill>
                <a:latin typeface="Noto Sans JP" pitchFamily="34" charset="0"/>
                <a:ea typeface="Noto Sans JP" pitchFamily="34" charset="-122"/>
                <a:cs typeface="Noto Sans JP" pitchFamily="34" charset="-120"/>
              </a:rPr>
              <a:t>ターン終了:スピード分の行動 / 押しのけ成功 / 攻撃側のパス → 手札が6枚になるまで補充</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a:extLst>
            <a:ext uri="{FF2B5EF4-FFF2-40B4-BE49-F238E27FC236}">
              <a16:creationId xmlns:a16="http://schemas.microsoft.com/office/drawing/2014/main" id="{912FBE76-E43F-6EE1-46A3-B3D27CF24C40}"/>
            </a:ext>
          </a:extLst>
        </p:cNvPr>
        <p:cNvGrpSpPr/>
        <p:nvPr/>
      </p:nvGrpSpPr>
      <p:grpSpPr>
        <a:xfrm>
          <a:off x="0" y="0"/>
          <a:ext cx="0" cy="0"/>
          <a:chOff x="0" y="0"/>
          <a:chExt cx="0" cy="0"/>
        </a:xfrm>
      </p:grpSpPr>
      <p:pic>
        <p:nvPicPr>
          <p:cNvPr id="11" name="図 10">
            <a:extLst>
              <a:ext uri="{FF2B5EF4-FFF2-40B4-BE49-F238E27FC236}">
                <a16:creationId xmlns:a16="http://schemas.microsoft.com/office/drawing/2014/main" id="{208CDB2A-BA9B-74D4-9CC0-3C39ACCBB367}"/>
              </a:ext>
            </a:extLst>
          </p:cNvPr>
          <p:cNvPicPr>
            <a:picLocks noChangeAspect="1"/>
          </p:cNvPicPr>
          <p:nvPr/>
        </p:nvPicPr>
        <p:blipFill>
          <a:blip r:embed="rId3"/>
          <a:stretch>
            <a:fillRect/>
          </a:stretch>
        </p:blipFill>
        <p:spPr>
          <a:xfrm>
            <a:off x="2211607" y="6007676"/>
            <a:ext cx="512240" cy="618222"/>
          </a:xfrm>
          <a:prstGeom prst="rect">
            <a:avLst/>
          </a:prstGeom>
        </p:spPr>
      </p:pic>
      <p:sp>
        <p:nvSpPr>
          <p:cNvPr id="2" name="Text 0">
            <a:extLst>
              <a:ext uri="{FF2B5EF4-FFF2-40B4-BE49-F238E27FC236}">
                <a16:creationId xmlns:a16="http://schemas.microsoft.com/office/drawing/2014/main" id="{FE828F9F-1ECC-A202-A0BC-CE6DF7C00D8F}"/>
              </a:ext>
            </a:extLst>
          </p:cNvPr>
          <p:cNvSpPr/>
          <p:nvPr/>
        </p:nvSpPr>
        <p:spPr>
          <a:xfrm>
            <a:off x="272473" y="251465"/>
            <a:ext cx="404212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34A00"/>
                </a:solidFill>
                <a:latin typeface="Noto Sans JP" pitchFamily="34" charset="0"/>
                <a:ea typeface="Noto Sans JP" pitchFamily="34" charset="-122"/>
                <a:cs typeface="Noto Sans JP" pitchFamily="34" charset="-120"/>
              </a:rPr>
              <a:t>HOW TO DUEL</a:t>
            </a:r>
            <a:endParaRPr lang="en-US" sz="1200" dirty="0"/>
          </a:p>
        </p:txBody>
      </p:sp>
      <p:sp>
        <p:nvSpPr>
          <p:cNvPr id="3" name="Text 1">
            <a:extLst>
              <a:ext uri="{FF2B5EF4-FFF2-40B4-BE49-F238E27FC236}">
                <a16:creationId xmlns:a16="http://schemas.microsoft.com/office/drawing/2014/main" id="{7DA8059C-93C7-8EFE-A5B8-E037A558341F}"/>
              </a:ext>
            </a:extLst>
          </p:cNvPr>
          <p:cNvSpPr>
            <a:spLocks noGrp="1"/>
          </p:cNvSpPr>
          <p:nvPr>
            <p:ph type="title"/>
          </p:nvPr>
        </p:nvSpPr>
        <p:spPr>
          <a:xfrm>
            <a:off x="272473" y="604485"/>
            <a:ext cx="11812154" cy="472430"/>
          </a:xfrm>
          <a:prstGeom prst="rect">
            <a:avLst/>
          </a:prstGeom>
          <a:noFill/>
          <a:ln/>
        </p:spPr>
        <p:txBody>
          <a:bodyPr wrap="square" lIns="0" tIns="0" rIns="0" bIns="0" rtlCol="0" anchor="t">
            <a:normAutofit/>
          </a:bodyPr>
          <a:lstStyle/>
          <a:p>
            <a:pPr marL="0" indent="0" algn="l">
              <a:lnSpc>
                <a:spcPts val="3520"/>
              </a:lnSpc>
              <a:buNone/>
            </a:pPr>
            <a:r>
              <a:rPr lang="ja-JP" altLang="en-US" sz="3200" b="1" i="0" dirty="0">
                <a:solidFill>
                  <a:srgbClr val="0A0028"/>
                </a:solidFill>
                <a:latin typeface="Noto Sans JP" pitchFamily="34" charset="0"/>
                <a:ea typeface="Noto Sans JP" pitchFamily="34" charset="-122"/>
                <a:cs typeface="Noto Sans JP" pitchFamily="34" charset="-120"/>
              </a:rPr>
              <a:t>カードの出し方 </a:t>
            </a:r>
            <a:r>
              <a:rPr lang="en-US" altLang="ja-JP" sz="3200" b="1" i="0" dirty="0">
                <a:solidFill>
                  <a:srgbClr val="0A0028"/>
                </a:solidFill>
                <a:latin typeface="Noto Sans JP" pitchFamily="34" charset="0"/>
                <a:ea typeface="Noto Sans JP" pitchFamily="34" charset="-122"/>
                <a:cs typeface="Noto Sans JP" pitchFamily="34" charset="-120"/>
              </a:rPr>
              <a:t>: </a:t>
            </a:r>
            <a:r>
              <a:rPr lang="en-US" altLang="ja-JP" b="1" dirty="0"/>
              <a:t>1. </a:t>
            </a:r>
            <a:r>
              <a:rPr lang="ja-JP" altLang="en-US" sz="3200" b="1" i="0" dirty="0">
                <a:solidFill>
                  <a:srgbClr val="0A0028"/>
                </a:solidFill>
                <a:latin typeface="Noto Sans JP" pitchFamily="34" charset="0"/>
                <a:ea typeface="Noto Sans JP" pitchFamily="34" charset="-122"/>
                <a:cs typeface="Noto Sans JP" pitchFamily="34" charset="-120"/>
              </a:rPr>
              <a:t>攻撃側のカード選択</a:t>
            </a:r>
            <a:endParaRPr lang="en-US" sz="3200" dirty="0"/>
          </a:p>
        </p:txBody>
      </p:sp>
      <p:grpSp>
        <p:nvGrpSpPr>
          <p:cNvPr id="93" name="グループ化 92">
            <a:extLst>
              <a:ext uri="{FF2B5EF4-FFF2-40B4-BE49-F238E27FC236}">
                <a16:creationId xmlns:a16="http://schemas.microsoft.com/office/drawing/2014/main" id="{1AECDDB1-AEA9-B0CE-EA19-2E91743C2329}"/>
              </a:ext>
            </a:extLst>
          </p:cNvPr>
          <p:cNvGrpSpPr/>
          <p:nvPr/>
        </p:nvGrpSpPr>
        <p:grpSpPr>
          <a:xfrm>
            <a:off x="220518" y="1481378"/>
            <a:ext cx="4514433" cy="3968833"/>
            <a:chOff x="1147570" y="1569524"/>
            <a:chExt cx="4514433" cy="3968833"/>
          </a:xfrm>
        </p:grpSpPr>
        <p:grpSp>
          <p:nvGrpSpPr>
            <p:cNvPr id="88" name="グループ化 87">
              <a:extLst>
                <a:ext uri="{FF2B5EF4-FFF2-40B4-BE49-F238E27FC236}">
                  <a16:creationId xmlns:a16="http://schemas.microsoft.com/office/drawing/2014/main" id="{4E688460-0887-0EEC-C624-09C26012F94F}"/>
                </a:ext>
              </a:extLst>
            </p:cNvPr>
            <p:cNvGrpSpPr/>
            <p:nvPr/>
          </p:nvGrpSpPr>
          <p:grpSpPr>
            <a:xfrm>
              <a:off x="1351028" y="1569524"/>
              <a:ext cx="4310975" cy="3968833"/>
              <a:chOff x="3277404" y="1280907"/>
              <a:chExt cx="4310975" cy="3968833"/>
            </a:xfrm>
          </p:grpSpPr>
          <p:grpSp>
            <p:nvGrpSpPr>
              <p:cNvPr id="72" name="グループ化 71">
                <a:extLst>
                  <a:ext uri="{FF2B5EF4-FFF2-40B4-BE49-F238E27FC236}">
                    <a16:creationId xmlns:a16="http://schemas.microsoft.com/office/drawing/2014/main" id="{AF0D5414-F5BF-11FE-A426-026603D4ECE8}"/>
                  </a:ext>
                </a:extLst>
              </p:cNvPr>
              <p:cNvGrpSpPr/>
              <p:nvPr/>
            </p:nvGrpSpPr>
            <p:grpSpPr>
              <a:xfrm>
                <a:off x="3277404" y="1813553"/>
                <a:ext cx="4310975" cy="2873984"/>
                <a:chOff x="3277404" y="1813553"/>
                <a:chExt cx="4310975" cy="2873984"/>
              </a:xfrm>
            </p:grpSpPr>
            <p:pic>
              <p:nvPicPr>
                <p:cNvPr id="25" name="図 24">
                  <a:extLst>
                    <a:ext uri="{FF2B5EF4-FFF2-40B4-BE49-F238E27FC236}">
                      <a16:creationId xmlns:a16="http://schemas.microsoft.com/office/drawing/2014/main" id="{308AA89B-A6E0-82C4-15FC-4954809473C7}"/>
                    </a:ext>
                  </a:extLst>
                </p:cNvPr>
                <p:cNvPicPr>
                  <a:picLocks noChangeAspect="1"/>
                </p:cNvPicPr>
                <p:nvPr/>
              </p:nvPicPr>
              <p:blipFill>
                <a:blip r:embed="rId4"/>
                <a:stretch>
                  <a:fillRect/>
                </a:stretch>
              </p:blipFill>
              <p:spPr>
                <a:xfrm>
                  <a:off x="3277404" y="1813553"/>
                  <a:ext cx="4310975" cy="2873984"/>
                </a:xfrm>
                <a:prstGeom prst="rect">
                  <a:avLst/>
                </a:prstGeom>
              </p:spPr>
            </p:pic>
            <p:grpSp>
              <p:nvGrpSpPr>
                <p:cNvPr id="62" name="グループ化 61">
                  <a:extLst>
                    <a:ext uri="{FF2B5EF4-FFF2-40B4-BE49-F238E27FC236}">
                      <a16:creationId xmlns:a16="http://schemas.microsoft.com/office/drawing/2014/main" id="{A316CF8E-14A2-A5B0-EA13-E2E2A81B7215}"/>
                    </a:ext>
                  </a:extLst>
                </p:cNvPr>
                <p:cNvGrpSpPr/>
                <p:nvPr/>
              </p:nvGrpSpPr>
              <p:grpSpPr>
                <a:xfrm>
                  <a:off x="3412917" y="1979898"/>
                  <a:ext cx="4070687" cy="638614"/>
                  <a:chOff x="3412917" y="1979898"/>
                  <a:chExt cx="4070687" cy="638614"/>
                </a:xfrm>
              </p:grpSpPr>
              <p:pic>
                <p:nvPicPr>
                  <p:cNvPr id="27" name="図 26">
                    <a:extLst>
                      <a:ext uri="{FF2B5EF4-FFF2-40B4-BE49-F238E27FC236}">
                        <a16:creationId xmlns:a16="http://schemas.microsoft.com/office/drawing/2014/main" id="{AFDCAFDA-7796-E659-9065-8935022D56A2}"/>
                      </a:ext>
                    </a:extLst>
                  </p:cNvPr>
                  <p:cNvPicPr>
                    <a:picLocks noChangeAspect="1"/>
                  </p:cNvPicPr>
                  <p:nvPr/>
                </p:nvPicPr>
                <p:blipFill>
                  <a:blip r:embed="rId5"/>
                  <a:stretch>
                    <a:fillRect/>
                  </a:stretch>
                </p:blipFill>
                <p:spPr>
                  <a:xfrm rot="10800000">
                    <a:off x="3412917" y="1979901"/>
                    <a:ext cx="529135" cy="638611"/>
                  </a:xfrm>
                  <a:prstGeom prst="rect">
                    <a:avLst/>
                  </a:prstGeom>
                </p:spPr>
              </p:pic>
              <p:pic>
                <p:nvPicPr>
                  <p:cNvPr id="29" name="図 28">
                    <a:extLst>
                      <a:ext uri="{FF2B5EF4-FFF2-40B4-BE49-F238E27FC236}">
                        <a16:creationId xmlns:a16="http://schemas.microsoft.com/office/drawing/2014/main" id="{8A825EA3-8B2C-571E-15F4-28AD1909F539}"/>
                      </a:ext>
                    </a:extLst>
                  </p:cNvPr>
                  <p:cNvPicPr>
                    <a:picLocks noChangeAspect="1"/>
                  </p:cNvPicPr>
                  <p:nvPr/>
                </p:nvPicPr>
                <p:blipFill>
                  <a:blip r:embed="rId5"/>
                  <a:stretch>
                    <a:fillRect/>
                  </a:stretch>
                </p:blipFill>
                <p:spPr>
                  <a:xfrm rot="10800000">
                    <a:off x="4119940" y="1979899"/>
                    <a:ext cx="529135" cy="638611"/>
                  </a:xfrm>
                  <a:prstGeom prst="rect">
                    <a:avLst/>
                  </a:prstGeom>
                </p:spPr>
              </p:pic>
              <p:pic>
                <p:nvPicPr>
                  <p:cNvPr id="31" name="図 30">
                    <a:extLst>
                      <a:ext uri="{FF2B5EF4-FFF2-40B4-BE49-F238E27FC236}">
                        <a16:creationId xmlns:a16="http://schemas.microsoft.com/office/drawing/2014/main" id="{829DD82E-C36D-3C13-49E3-C8F0BE37EB95}"/>
                      </a:ext>
                    </a:extLst>
                  </p:cNvPr>
                  <p:cNvPicPr>
                    <a:picLocks noChangeAspect="1"/>
                  </p:cNvPicPr>
                  <p:nvPr/>
                </p:nvPicPr>
                <p:blipFill>
                  <a:blip r:embed="rId5"/>
                  <a:stretch>
                    <a:fillRect/>
                  </a:stretch>
                </p:blipFill>
                <p:spPr>
                  <a:xfrm rot="10800000">
                    <a:off x="4826963" y="1979900"/>
                    <a:ext cx="529135" cy="638611"/>
                  </a:xfrm>
                  <a:prstGeom prst="rect">
                    <a:avLst/>
                  </a:prstGeom>
                </p:spPr>
              </p:pic>
              <p:pic>
                <p:nvPicPr>
                  <p:cNvPr id="33" name="図 32">
                    <a:extLst>
                      <a:ext uri="{FF2B5EF4-FFF2-40B4-BE49-F238E27FC236}">
                        <a16:creationId xmlns:a16="http://schemas.microsoft.com/office/drawing/2014/main" id="{F130882B-8498-8C66-2FD4-34E4A0DAB830}"/>
                      </a:ext>
                    </a:extLst>
                  </p:cNvPr>
                  <p:cNvPicPr>
                    <a:picLocks noChangeAspect="1"/>
                  </p:cNvPicPr>
                  <p:nvPr/>
                </p:nvPicPr>
                <p:blipFill>
                  <a:blip r:embed="rId5"/>
                  <a:stretch>
                    <a:fillRect/>
                  </a:stretch>
                </p:blipFill>
                <p:spPr>
                  <a:xfrm rot="10800000">
                    <a:off x="5540423" y="1979901"/>
                    <a:ext cx="529135" cy="638611"/>
                  </a:xfrm>
                  <a:prstGeom prst="rect">
                    <a:avLst/>
                  </a:prstGeom>
                </p:spPr>
              </p:pic>
              <p:pic>
                <p:nvPicPr>
                  <p:cNvPr id="43" name="図 42">
                    <a:extLst>
                      <a:ext uri="{FF2B5EF4-FFF2-40B4-BE49-F238E27FC236}">
                        <a16:creationId xmlns:a16="http://schemas.microsoft.com/office/drawing/2014/main" id="{D5281BA7-D274-DA86-7840-AA2B9E9F07A9}"/>
                      </a:ext>
                    </a:extLst>
                  </p:cNvPr>
                  <p:cNvPicPr>
                    <a:picLocks noChangeAspect="1"/>
                  </p:cNvPicPr>
                  <p:nvPr/>
                </p:nvPicPr>
                <p:blipFill>
                  <a:blip r:embed="rId5"/>
                  <a:stretch>
                    <a:fillRect/>
                  </a:stretch>
                </p:blipFill>
                <p:spPr>
                  <a:xfrm rot="10800000">
                    <a:off x="6241009" y="1979901"/>
                    <a:ext cx="529135" cy="638611"/>
                  </a:xfrm>
                  <a:prstGeom prst="rect">
                    <a:avLst/>
                  </a:prstGeom>
                </p:spPr>
              </p:pic>
              <p:pic>
                <p:nvPicPr>
                  <p:cNvPr id="44" name="図 43">
                    <a:extLst>
                      <a:ext uri="{FF2B5EF4-FFF2-40B4-BE49-F238E27FC236}">
                        <a16:creationId xmlns:a16="http://schemas.microsoft.com/office/drawing/2014/main" id="{F2E9B525-855D-D9B3-9260-E76FA9EF1E61}"/>
                      </a:ext>
                    </a:extLst>
                  </p:cNvPr>
                  <p:cNvPicPr>
                    <a:picLocks noChangeAspect="1"/>
                  </p:cNvPicPr>
                  <p:nvPr/>
                </p:nvPicPr>
                <p:blipFill>
                  <a:blip r:embed="rId5"/>
                  <a:stretch>
                    <a:fillRect/>
                  </a:stretch>
                </p:blipFill>
                <p:spPr>
                  <a:xfrm rot="10800000">
                    <a:off x="6954469" y="1979898"/>
                    <a:ext cx="529135" cy="638611"/>
                  </a:xfrm>
                  <a:prstGeom prst="rect">
                    <a:avLst/>
                  </a:prstGeom>
                </p:spPr>
              </p:pic>
            </p:grpSp>
            <p:grpSp>
              <p:nvGrpSpPr>
                <p:cNvPr id="63" name="グループ化 62">
                  <a:extLst>
                    <a:ext uri="{FF2B5EF4-FFF2-40B4-BE49-F238E27FC236}">
                      <a16:creationId xmlns:a16="http://schemas.microsoft.com/office/drawing/2014/main" id="{978CE99B-5EF3-A016-A898-880B5195D464}"/>
                    </a:ext>
                  </a:extLst>
                </p:cNvPr>
                <p:cNvGrpSpPr/>
                <p:nvPr/>
              </p:nvGrpSpPr>
              <p:grpSpPr>
                <a:xfrm rot="10800000">
                  <a:off x="3402894" y="3920181"/>
                  <a:ext cx="4070687" cy="638614"/>
                  <a:chOff x="3412917" y="1979898"/>
                  <a:chExt cx="4070687" cy="638614"/>
                </a:xfrm>
              </p:grpSpPr>
              <p:pic>
                <p:nvPicPr>
                  <p:cNvPr id="64" name="図 63">
                    <a:extLst>
                      <a:ext uri="{FF2B5EF4-FFF2-40B4-BE49-F238E27FC236}">
                        <a16:creationId xmlns:a16="http://schemas.microsoft.com/office/drawing/2014/main" id="{D1F78494-AE66-A296-53C6-E543FC09AD9A}"/>
                      </a:ext>
                    </a:extLst>
                  </p:cNvPr>
                  <p:cNvPicPr>
                    <a:picLocks noChangeAspect="1"/>
                  </p:cNvPicPr>
                  <p:nvPr/>
                </p:nvPicPr>
                <p:blipFill>
                  <a:blip r:embed="rId5"/>
                  <a:stretch>
                    <a:fillRect/>
                  </a:stretch>
                </p:blipFill>
                <p:spPr>
                  <a:xfrm rot="10800000">
                    <a:off x="3412917" y="1979901"/>
                    <a:ext cx="529135" cy="638611"/>
                  </a:xfrm>
                  <a:prstGeom prst="rect">
                    <a:avLst/>
                  </a:prstGeom>
                </p:spPr>
              </p:pic>
              <p:pic>
                <p:nvPicPr>
                  <p:cNvPr id="65" name="図 64">
                    <a:extLst>
                      <a:ext uri="{FF2B5EF4-FFF2-40B4-BE49-F238E27FC236}">
                        <a16:creationId xmlns:a16="http://schemas.microsoft.com/office/drawing/2014/main" id="{65633DA8-6086-F630-03A1-3B5B4DBB9B6B}"/>
                      </a:ext>
                    </a:extLst>
                  </p:cNvPr>
                  <p:cNvPicPr>
                    <a:picLocks noChangeAspect="1"/>
                  </p:cNvPicPr>
                  <p:nvPr/>
                </p:nvPicPr>
                <p:blipFill>
                  <a:blip r:embed="rId5"/>
                  <a:stretch>
                    <a:fillRect/>
                  </a:stretch>
                </p:blipFill>
                <p:spPr>
                  <a:xfrm rot="10800000">
                    <a:off x="4119940" y="1979899"/>
                    <a:ext cx="529135" cy="638611"/>
                  </a:xfrm>
                  <a:prstGeom prst="rect">
                    <a:avLst/>
                  </a:prstGeom>
                </p:spPr>
              </p:pic>
              <p:pic>
                <p:nvPicPr>
                  <p:cNvPr id="66" name="図 65">
                    <a:extLst>
                      <a:ext uri="{FF2B5EF4-FFF2-40B4-BE49-F238E27FC236}">
                        <a16:creationId xmlns:a16="http://schemas.microsoft.com/office/drawing/2014/main" id="{0A50D4C6-8460-CDAC-E2F3-BADD5C88ED35}"/>
                      </a:ext>
                    </a:extLst>
                  </p:cNvPr>
                  <p:cNvPicPr>
                    <a:picLocks noChangeAspect="1"/>
                  </p:cNvPicPr>
                  <p:nvPr/>
                </p:nvPicPr>
                <p:blipFill>
                  <a:blip r:embed="rId5"/>
                  <a:stretch>
                    <a:fillRect/>
                  </a:stretch>
                </p:blipFill>
                <p:spPr>
                  <a:xfrm rot="10800000">
                    <a:off x="4826963" y="1979900"/>
                    <a:ext cx="529135" cy="638611"/>
                  </a:xfrm>
                  <a:prstGeom prst="rect">
                    <a:avLst/>
                  </a:prstGeom>
                </p:spPr>
              </p:pic>
              <p:pic>
                <p:nvPicPr>
                  <p:cNvPr id="67" name="図 66">
                    <a:extLst>
                      <a:ext uri="{FF2B5EF4-FFF2-40B4-BE49-F238E27FC236}">
                        <a16:creationId xmlns:a16="http://schemas.microsoft.com/office/drawing/2014/main" id="{A4177ABF-BAAA-5D47-68C8-1403F7DA8366}"/>
                      </a:ext>
                    </a:extLst>
                  </p:cNvPr>
                  <p:cNvPicPr>
                    <a:picLocks noChangeAspect="1"/>
                  </p:cNvPicPr>
                  <p:nvPr/>
                </p:nvPicPr>
                <p:blipFill>
                  <a:blip r:embed="rId5"/>
                  <a:stretch>
                    <a:fillRect/>
                  </a:stretch>
                </p:blipFill>
                <p:spPr>
                  <a:xfrm rot="10800000">
                    <a:off x="5540423" y="1979901"/>
                    <a:ext cx="529135" cy="638611"/>
                  </a:xfrm>
                  <a:prstGeom prst="rect">
                    <a:avLst/>
                  </a:prstGeom>
                </p:spPr>
              </p:pic>
              <p:pic>
                <p:nvPicPr>
                  <p:cNvPr id="68" name="図 67">
                    <a:extLst>
                      <a:ext uri="{FF2B5EF4-FFF2-40B4-BE49-F238E27FC236}">
                        <a16:creationId xmlns:a16="http://schemas.microsoft.com/office/drawing/2014/main" id="{D239AB3E-EDBF-776E-CFD5-8860E1C46AF4}"/>
                      </a:ext>
                    </a:extLst>
                  </p:cNvPr>
                  <p:cNvPicPr>
                    <a:picLocks noChangeAspect="1"/>
                  </p:cNvPicPr>
                  <p:nvPr/>
                </p:nvPicPr>
                <p:blipFill>
                  <a:blip r:embed="rId5"/>
                  <a:stretch>
                    <a:fillRect/>
                  </a:stretch>
                </p:blipFill>
                <p:spPr>
                  <a:xfrm rot="10800000">
                    <a:off x="6241009" y="1979901"/>
                    <a:ext cx="529135" cy="638611"/>
                  </a:xfrm>
                  <a:prstGeom prst="rect">
                    <a:avLst/>
                  </a:prstGeom>
                </p:spPr>
              </p:pic>
              <p:pic>
                <p:nvPicPr>
                  <p:cNvPr id="69" name="図 68">
                    <a:extLst>
                      <a:ext uri="{FF2B5EF4-FFF2-40B4-BE49-F238E27FC236}">
                        <a16:creationId xmlns:a16="http://schemas.microsoft.com/office/drawing/2014/main" id="{34250904-BD79-03DC-159B-178911910F42}"/>
                      </a:ext>
                    </a:extLst>
                  </p:cNvPr>
                  <p:cNvPicPr>
                    <a:picLocks noChangeAspect="1"/>
                  </p:cNvPicPr>
                  <p:nvPr/>
                </p:nvPicPr>
                <p:blipFill>
                  <a:blip r:embed="rId5"/>
                  <a:stretch>
                    <a:fillRect/>
                  </a:stretch>
                </p:blipFill>
                <p:spPr>
                  <a:xfrm rot="10800000">
                    <a:off x="6954469" y="1979898"/>
                    <a:ext cx="529135" cy="638611"/>
                  </a:xfrm>
                  <a:prstGeom prst="rect">
                    <a:avLst/>
                  </a:prstGeom>
                </p:spPr>
              </p:pic>
            </p:grpSp>
          </p:grpSp>
          <p:grpSp>
            <p:nvGrpSpPr>
              <p:cNvPr id="78" name="グループ化 77">
                <a:extLst>
                  <a:ext uri="{FF2B5EF4-FFF2-40B4-BE49-F238E27FC236}">
                    <a16:creationId xmlns:a16="http://schemas.microsoft.com/office/drawing/2014/main" id="{D802BAB9-789B-0F67-2674-88F8FF2BD97F}"/>
                  </a:ext>
                </a:extLst>
              </p:cNvPr>
              <p:cNvGrpSpPr/>
              <p:nvPr/>
            </p:nvGrpSpPr>
            <p:grpSpPr>
              <a:xfrm>
                <a:off x="3845486" y="4611124"/>
                <a:ext cx="3174810" cy="638616"/>
                <a:chOff x="4298771" y="4725137"/>
                <a:chExt cx="3174810" cy="638616"/>
              </a:xfrm>
            </p:grpSpPr>
            <p:pic>
              <p:nvPicPr>
                <p:cNvPr id="71" name="図 70">
                  <a:extLst>
                    <a:ext uri="{FF2B5EF4-FFF2-40B4-BE49-F238E27FC236}">
                      <a16:creationId xmlns:a16="http://schemas.microsoft.com/office/drawing/2014/main" id="{33C9E276-7B0A-F3A9-8EAB-04163FA19CB7}"/>
                    </a:ext>
                  </a:extLst>
                </p:cNvPr>
                <p:cNvPicPr>
                  <a:picLocks noChangeAspect="1"/>
                </p:cNvPicPr>
                <p:nvPr/>
              </p:nvPicPr>
              <p:blipFill>
                <a:blip r:embed="rId5"/>
                <a:stretch>
                  <a:fillRect/>
                </a:stretch>
              </p:blipFill>
              <p:spPr>
                <a:xfrm>
                  <a:off x="4298771" y="4725142"/>
                  <a:ext cx="529135" cy="638611"/>
                </a:xfrm>
                <a:prstGeom prst="rect">
                  <a:avLst/>
                </a:prstGeom>
              </p:spPr>
            </p:pic>
            <p:pic>
              <p:nvPicPr>
                <p:cNvPr id="73" name="図 72">
                  <a:extLst>
                    <a:ext uri="{FF2B5EF4-FFF2-40B4-BE49-F238E27FC236}">
                      <a16:creationId xmlns:a16="http://schemas.microsoft.com/office/drawing/2014/main" id="{05EA5AB7-D715-0B45-A71A-3F9A94FA888E}"/>
                    </a:ext>
                  </a:extLst>
                </p:cNvPr>
                <p:cNvPicPr>
                  <a:picLocks noChangeAspect="1"/>
                </p:cNvPicPr>
                <p:nvPr/>
              </p:nvPicPr>
              <p:blipFill>
                <a:blip r:embed="rId5"/>
                <a:stretch>
                  <a:fillRect/>
                </a:stretch>
              </p:blipFill>
              <p:spPr>
                <a:xfrm>
                  <a:off x="4827906" y="4725141"/>
                  <a:ext cx="529135" cy="638611"/>
                </a:xfrm>
                <a:prstGeom prst="rect">
                  <a:avLst/>
                </a:prstGeom>
              </p:spPr>
            </p:pic>
            <p:pic>
              <p:nvPicPr>
                <p:cNvPr id="74" name="図 73">
                  <a:extLst>
                    <a:ext uri="{FF2B5EF4-FFF2-40B4-BE49-F238E27FC236}">
                      <a16:creationId xmlns:a16="http://schemas.microsoft.com/office/drawing/2014/main" id="{9163375F-70A3-6177-65FA-AE198172EB98}"/>
                    </a:ext>
                  </a:extLst>
                </p:cNvPr>
                <p:cNvPicPr>
                  <a:picLocks noChangeAspect="1"/>
                </p:cNvPicPr>
                <p:nvPr/>
              </p:nvPicPr>
              <p:blipFill>
                <a:blip r:embed="rId5"/>
                <a:stretch>
                  <a:fillRect/>
                </a:stretch>
              </p:blipFill>
              <p:spPr>
                <a:xfrm>
                  <a:off x="5357041" y="4725140"/>
                  <a:ext cx="529135" cy="638611"/>
                </a:xfrm>
                <a:prstGeom prst="rect">
                  <a:avLst/>
                </a:prstGeom>
              </p:spPr>
            </p:pic>
            <p:pic>
              <p:nvPicPr>
                <p:cNvPr id="75" name="図 74">
                  <a:extLst>
                    <a:ext uri="{FF2B5EF4-FFF2-40B4-BE49-F238E27FC236}">
                      <a16:creationId xmlns:a16="http://schemas.microsoft.com/office/drawing/2014/main" id="{3605CA25-6196-1572-0F4C-350BA8EB23A8}"/>
                    </a:ext>
                  </a:extLst>
                </p:cNvPr>
                <p:cNvPicPr>
                  <a:picLocks noChangeAspect="1"/>
                </p:cNvPicPr>
                <p:nvPr/>
              </p:nvPicPr>
              <p:blipFill>
                <a:blip r:embed="rId5"/>
                <a:stretch>
                  <a:fillRect/>
                </a:stretch>
              </p:blipFill>
              <p:spPr>
                <a:xfrm>
                  <a:off x="5886176" y="4725139"/>
                  <a:ext cx="529135" cy="638611"/>
                </a:xfrm>
                <a:prstGeom prst="rect">
                  <a:avLst/>
                </a:prstGeom>
              </p:spPr>
            </p:pic>
            <p:pic>
              <p:nvPicPr>
                <p:cNvPr id="76" name="図 75">
                  <a:extLst>
                    <a:ext uri="{FF2B5EF4-FFF2-40B4-BE49-F238E27FC236}">
                      <a16:creationId xmlns:a16="http://schemas.microsoft.com/office/drawing/2014/main" id="{5D252D30-3DCC-5CD1-FE30-6E6C02182EF5}"/>
                    </a:ext>
                  </a:extLst>
                </p:cNvPr>
                <p:cNvPicPr>
                  <a:picLocks noChangeAspect="1"/>
                </p:cNvPicPr>
                <p:nvPr/>
              </p:nvPicPr>
              <p:blipFill>
                <a:blip r:embed="rId5"/>
                <a:stretch>
                  <a:fillRect/>
                </a:stretch>
              </p:blipFill>
              <p:spPr>
                <a:xfrm>
                  <a:off x="6415311" y="4725138"/>
                  <a:ext cx="529135" cy="638611"/>
                </a:xfrm>
                <a:prstGeom prst="rect">
                  <a:avLst/>
                </a:prstGeom>
              </p:spPr>
            </p:pic>
            <p:pic>
              <p:nvPicPr>
                <p:cNvPr id="77" name="図 76">
                  <a:extLst>
                    <a:ext uri="{FF2B5EF4-FFF2-40B4-BE49-F238E27FC236}">
                      <a16:creationId xmlns:a16="http://schemas.microsoft.com/office/drawing/2014/main" id="{FEBEF05B-DF97-1BE1-CD06-C2CDACF42487}"/>
                    </a:ext>
                  </a:extLst>
                </p:cNvPr>
                <p:cNvPicPr>
                  <a:picLocks noChangeAspect="1"/>
                </p:cNvPicPr>
                <p:nvPr/>
              </p:nvPicPr>
              <p:blipFill>
                <a:blip r:embed="rId5"/>
                <a:stretch>
                  <a:fillRect/>
                </a:stretch>
              </p:blipFill>
              <p:spPr>
                <a:xfrm>
                  <a:off x="6944446" y="4725137"/>
                  <a:ext cx="529135" cy="638611"/>
                </a:xfrm>
                <a:prstGeom prst="rect">
                  <a:avLst/>
                </a:prstGeom>
              </p:spPr>
            </p:pic>
          </p:grpSp>
          <p:grpSp>
            <p:nvGrpSpPr>
              <p:cNvPr id="81" name="グループ化 80">
                <a:extLst>
                  <a:ext uri="{FF2B5EF4-FFF2-40B4-BE49-F238E27FC236}">
                    <a16:creationId xmlns:a16="http://schemas.microsoft.com/office/drawing/2014/main" id="{57F1ED2E-FFE6-A0D8-2655-08F6967D608D}"/>
                  </a:ext>
                </a:extLst>
              </p:cNvPr>
              <p:cNvGrpSpPr/>
              <p:nvPr/>
            </p:nvGrpSpPr>
            <p:grpSpPr>
              <a:xfrm rot="10800000">
                <a:off x="3812679" y="1280907"/>
                <a:ext cx="3174810" cy="638616"/>
                <a:chOff x="4298771" y="4725137"/>
                <a:chExt cx="3174810" cy="638616"/>
              </a:xfrm>
            </p:grpSpPr>
            <p:pic>
              <p:nvPicPr>
                <p:cNvPr id="82" name="図 81">
                  <a:extLst>
                    <a:ext uri="{FF2B5EF4-FFF2-40B4-BE49-F238E27FC236}">
                      <a16:creationId xmlns:a16="http://schemas.microsoft.com/office/drawing/2014/main" id="{6CEEB667-50E9-AAA9-DAE8-277384D44704}"/>
                    </a:ext>
                  </a:extLst>
                </p:cNvPr>
                <p:cNvPicPr>
                  <a:picLocks noChangeAspect="1"/>
                </p:cNvPicPr>
                <p:nvPr/>
              </p:nvPicPr>
              <p:blipFill>
                <a:blip r:embed="rId5"/>
                <a:stretch>
                  <a:fillRect/>
                </a:stretch>
              </p:blipFill>
              <p:spPr>
                <a:xfrm>
                  <a:off x="4298771" y="4725142"/>
                  <a:ext cx="529135" cy="638611"/>
                </a:xfrm>
                <a:prstGeom prst="rect">
                  <a:avLst/>
                </a:prstGeom>
              </p:spPr>
            </p:pic>
            <p:pic>
              <p:nvPicPr>
                <p:cNvPr id="83" name="図 82">
                  <a:extLst>
                    <a:ext uri="{FF2B5EF4-FFF2-40B4-BE49-F238E27FC236}">
                      <a16:creationId xmlns:a16="http://schemas.microsoft.com/office/drawing/2014/main" id="{99312C17-2CAE-0DA1-3B9E-96053F5CCD4A}"/>
                    </a:ext>
                  </a:extLst>
                </p:cNvPr>
                <p:cNvPicPr>
                  <a:picLocks noChangeAspect="1"/>
                </p:cNvPicPr>
                <p:nvPr/>
              </p:nvPicPr>
              <p:blipFill>
                <a:blip r:embed="rId5"/>
                <a:stretch>
                  <a:fillRect/>
                </a:stretch>
              </p:blipFill>
              <p:spPr>
                <a:xfrm>
                  <a:off x="4827906" y="4725141"/>
                  <a:ext cx="529135" cy="638611"/>
                </a:xfrm>
                <a:prstGeom prst="rect">
                  <a:avLst/>
                </a:prstGeom>
              </p:spPr>
            </p:pic>
            <p:pic>
              <p:nvPicPr>
                <p:cNvPr id="84" name="図 83">
                  <a:extLst>
                    <a:ext uri="{FF2B5EF4-FFF2-40B4-BE49-F238E27FC236}">
                      <a16:creationId xmlns:a16="http://schemas.microsoft.com/office/drawing/2014/main" id="{C28EE34C-133D-B4B0-3931-1C3A577371D4}"/>
                    </a:ext>
                  </a:extLst>
                </p:cNvPr>
                <p:cNvPicPr>
                  <a:picLocks noChangeAspect="1"/>
                </p:cNvPicPr>
                <p:nvPr/>
              </p:nvPicPr>
              <p:blipFill>
                <a:blip r:embed="rId5"/>
                <a:stretch>
                  <a:fillRect/>
                </a:stretch>
              </p:blipFill>
              <p:spPr>
                <a:xfrm>
                  <a:off x="5357041" y="4725140"/>
                  <a:ext cx="529135" cy="638611"/>
                </a:xfrm>
                <a:prstGeom prst="rect">
                  <a:avLst/>
                </a:prstGeom>
              </p:spPr>
            </p:pic>
            <p:pic>
              <p:nvPicPr>
                <p:cNvPr id="85" name="図 84">
                  <a:extLst>
                    <a:ext uri="{FF2B5EF4-FFF2-40B4-BE49-F238E27FC236}">
                      <a16:creationId xmlns:a16="http://schemas.microsoft.com/office/drawing/2014/main" id="{8EE56317-B1B2-8A5D-2897-92F380F83505}"/>
                    </a:ext>
                  </a:extLst>
                </p:cNvPr>
                <p:cNvPicPr>
                  <a:picLocks noChangeAspect="1"/>
                </p:cNvPicPr>
                <p:nvPr/>
              </p:nvPicPr>
              <p:blipFill>
                <a:blip r:embed="rId5"/>
                <a:stretch>
                  <a:fillRect/>
                </a:stretch>
              </p:blipFill>
              <p:spPr>
                <a:xfrm>
                  <a:off x="5886176" y="4725139"/>
                  <a:ext cx="529135" cy="638611"/>
                </a:xfrm>
                <a:prstGeom prst="rect">
                  <a:avLst/>
                </a:prstGeom>
              </p:spPr>
            </p:pic>
            <p:pic>
              <p:nvPicPr>
                <p:cNvPr id="86" name="図 85">
                  <a:extLst>
                    <a:ext uri="{FF2B5EF4-FFF2-40B4-BE49-F238E27FC236}">
                      <a16:creationId xmlns:a16="http://schemas.microsoft.com/office/drawing/2014/main" id="{71A656CA-4F4E-5ED6-41DB-368CCCFCDD3F}"/>
                    </a:ext>
                  </a:extLst>
                </p:cNvPr>
                <p:cNvPicPr>
                  <a:picLocks noChangeAspect="1"/>
                </p:cNvPicPr>
                <p:nvPr/>
              </p:nvPicPr>
              <p:blipFill>
                <a:blip r:embed="rId5"/>
                <a:stretch>
                  <a:fillRect/>
                </a:stretch>
              </p:blipFill>
              <p:spPr>
                <a:xfrm>
                  <a:off x="6415311" y="4725138"/>
                  <a:ext cx="529135" cy="638611"/>
                </a:xfrm>
                <a:prstGeom prst="rect">
                  <a:avLst/>
                </a:prstGeom>
              </p:spPr>
            </p:pic>
            <p:pic>
              <p:nvPicPr>
                <p:cNvPr id="87" name="図 86">
                  <a:extLst>
                    <a:ext uri="{FF2B5EF4-FFF2-40B4-BE49-F238E27FC236}">
                      <a16:creationId xmlns:a16="http://schemas.microsoft.com/office/drawing/2014/main" id="{B4189DA7-41CC-0BAA-7276-C1EA53128F96}"/>
                    </a:ext>
                  </a:extLst>
                </p:cNvPr>
                <p:cNvPicPr>
                  <a:picLocks noChangeAspect="1"/>
                </p:cNvPicPr>
                <p:nvPr/>
              </p:nvPicPr>
              <p:blipFill>
                <a:blip r:embed="rId5"/>
                <a:stretch>
                  <a:fillRect/>
                </a:stretch>
              </p:blipFill>
              <p:spPr>
                <a:xfrm>
                  <a:off x="6944446" y="4725137"/>
                  <a:ext cx="529135" cy="638611"/>
                </a:xfrm>
                <a:prstGeom prst="rect">
                  <a:avLst/>
                </a:prstGeom>
              </p:spPr>
            </p:pic>
          </p:grpSp>
        </p:grpSp>
        <p:sp>
          <p:nvSpPr>
            <p:cNvPr id="90" name="Text 3">
              <a:extLst>
                <a:ext uri="{FF2B5EF4-FFF2-40B4-BE49-F238E27FC236}">
                  <a16:creationId xmlns:a16="http://schemas.microsoft.com/office/drawing/2014/main" id="{73388F4E-62ED-5639-C831-820AB56B138D}"/>
                </a:ext>
              </a:extLst>
            </p:cNvPr>
            <p:cNvSpPr/>
            <p:nvPr/>
          </p:nvSpPr>
          <p:spPr>
            <a:xfrm>
              <a:off x="1204143" y="1729431"/>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sp>
          <p:nvSpPr>
            <p:cNvPr id="92" name="Text 8">
              <a:extLst>
                <a:ext uri="{FF2B5EF4-FFF2-40B4-BE49-F238E27FC236}">
                  <a16:creationId xmlns:a16="http://schemas.microsoft.com/office/drawing/2014/main" id="{0D453754-A0B8-3076-5F84-771D376F39F6}"/>
                </a:ext>
              </a:extLst>
            </p:cNvPr>
            <p:cNvSpPr/>
            <p:nvPr/>
          </p:nvSpPr>
          <p:spPr>
            <a:xfrm>
              <a:off x="1147570" y="5141254"/>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Bの手札</a:t>
              </a:r>
              <a:endParaRPr lang="en-US" sz="1300" dirty="0"/>
            </a:p>
          </p:txBody>
        </p:sp>
      </p:grpSp>
      <p:sp>
        <p:nvSpPr>
          <p:cNvPr id="95" name="Text 2">
            <a:extLst>
              <a:ext uri="{FF2B5EF4-FFF2-40B4-BE49-F238E27FC236}">
                <a16:creationId xmlns:a16="http://schemas.microsoft.com/office/drawing/2014/main" id="{663D38C6-872C-01E0-F294-04EE89C73537}"/>
              </a:ext>
            </a:extLst>
          </p:cNvPr>
          <p:cNvSpPr/>
          <p:nvPr/>
        </p:nvSpPr>
        <p:spPr>
          <a:xfrm>
            <a:off x="376575" y="1055227"/>
            <a:ext cx="10883392"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0A0028"/>
                </a:solidFill>
                <a:latin typeface="Noto Sans JP" pitchFamily="34" charset="0"/>
                <a:ea typeface="Noto Sans JP" pitchFamily="34" charset="-122"/>
                <a:cs typeface="Noto Sans JP" pitchFamily="34" charset="-120"/>
              </a:rPr>
              <a:t>A</a:t>
            </a:r>
            <a:r>
              <a:rPr lang="ja-JP" altLang="en-US" sz="1400" dirty="0">
                <a:solidFill>
                  <a:srgbClr val="0A0028"/>
                </a:solidFill>
                <a:latin typeface="Noto Sans JP" pitchFamily="34" charset="0"/>
                <a:ea typeface="Noto Sans JP" pitchFamily="34" charset="-122"/>
                <a:cs typeface="Noto Sans JP" pitchFamily="34" charset="-120"/>
              </a:rPr>
              <a:t>が攻撃側、</a:t>
            </a:r>
            <a:r>
              <a:rPr lang="en-US" altLang="ja-JP" sz="1400" dirty="0">
                <a:solidFill>
                  <a:srgbClr val="0A0028"/>
                </a:solidFill>
                <a:latin typeface="Noto Sans JP" pitchFamily="34" charset="0"/>
                <a:ea typeface="Noto Sans JP" pitchFamily="34" charset="-122"/>
                <a:cs typeface="Noto Sans JP" pitchFamily="34" charset="-120"/>
              </a:rPr>
              <a:t>B</a:t>
            </a:r>
            <a:r>
              <a:rPr lang="ja-JP" altLang="en-US" sz="1400" dirty="0">
                <a:solidFill>
                  <a:srgbClr val="0A0028"/>
                </a:solidFill>
                <a:latin typeface="Noto Sans JP" pitchFamily="34" charset="0"/>
                <a:ea typeface="Noto Sans JP" pitchFamily="34" charset="-122"/>
                <a:cs typeface="Noto Sans JP" pitchFamily="34" charset="-120"/>
              </a:rPr>
              <a:t>が防御側だとする。</a:t>
            </a:r>
            <a:endParaRPr lang="en-US" sz="1400" dirty="0"/>
          </a:p>
        </p:txBody>
      </p:sp>
      <p:grpSp>
        <p:nvGrpSpPr>
          <p:cNvPr id="130" name="グループ化 129">
            <a:extLst>
              <a:ext uri="{FF2B5EF4-FFF2-40B4-BE49-F238E27FC236}">
                <a16:creationId xmlns:a16="http://schemas.microsoft.com/office/drawing/2014/main" id="{7F23ADA0-A39F-4AF8-C6CA-B8F45E8CBADB}"/>
              </a:ext>
            </a:extLst>
          </p:cNvPr>
          <p:cNvGrpSpPr/>
          <p:nvPr/>
        </p:nvGrpSpPr>
        <p:grpSpPr>
          <a:xfrm>
            <a:off x="444789" y="5564066"/>
            <a:ext cx="4746033" cy="311333"/>
            <a:chOff x="1853253" y="1800918"/>
            <a:chExt cx="4746033" cy="311333"/>
          </a:xfrm>
        </p:grpSpPr>
        <p:sp>
          <p:nvSpPr>
            <p:cNvPr id="132" name="Text 4">
              <a:extLst>
                <a:ext uri="{FF2B5EF4-FFF2-40B4-BE49-F238E27FC236}">
                  <a16:creationId xmlns:a16="http://schemas.microsoft.com/office/drawing/2014/main" id="{5A04E6C5-BB59-BE5D-0240-92AD9BF2F505}"/>
                </a:ext>
              </a:extLst>
            </p:cNvPr>
            <p:cNvSpPr/>
            <p:nvPr/>
          </p:nvSpPr>
          <p:spPr>
            <a:xfrm>
              <a:off x="1853253" y="1800918"/>
              <a:ext cx="950321"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ja-JP" altLang="en-US" sz="1300" b="1" dirty="0">
                  <a:solidFill>
                    <a:srgbClr val="0A0028"/>
                  </a:solidFill>
                  <a:latin typeface="Noto Sans JP" pitchFamily="34" charset="0"/>
                  <a:ea typeface="Noto Sans JP" pitchFamily="34" charset="-122"/>
                  <a:cs typeface="Noto Sans JP" pitchFamily="34" charset="-120"/>
                </a:rPr>
                <a:t>攻撃</a:t>
              </a:r>
              <a:endParaRPr lang="en-US" sz="1300" dirty="0"/>
            </a:p>
          </p:txBody>
        </p:sp>
        <p:sp>
          <p:nvSpPr>
            <p:cNvPr id="133" name="Text 5">
              <a:extLst>
                <a:ext uri="{FF2B5EF4-FFF2-40B4-BE49-F238E27FC236}">
                  <a16:creationId xmlns:a16="http://schemas.microsoft.com/office/drawing/2014/main" id="{249DAC92-4BF3-ED68-2944-7317433C55ED}"/>
                </a:ext>
              </a:extLst>
            </p:cNvPr>
            <p:cNvSpPr/>
            <p:nvPr/>
          </p:nvSpPr>
          <p:spPr>
            <a:xfrm>
              <a:off x="3068999" y="1804921"/>
              <a:ext cx="901093" cy="307330"/>
            </a:xfrm>
            <a:prstGeom prst="roundRect">
              <a:avLst>
                <a:gd name="adj" fmla="val 16529"/>
              </a:avLst>
            </a:prstGeom>
            <a:solidFill>
              <a:schemeClr val="accent4"/>
            </a:solidFill>
            <a:ln/>
          </p:spPr>
          <p:txBody>
            <a:bodyPr wrap="none" lIns="0" tIns="0" rIns="0" bIns="0" rtlCol="0" anchor="ctr">
              <a:normAutofit/>
            </a:bodyPr>
            <a:lstStyle/>
            <a:p>
              <a:pPr marL="0" indent="0" algn="ctr">
                <a:lnSpc>
                  <a:spcPts val="1820"/>
                </a:lnSpc>
                <a:buNone/>
              </a:pPr>
              <a:r>
                <a:rPr lang="ja-JP" altLang="en-US" sz="1300" b="1" dirty="0">
                  <a:solidFill>
                    <a:srgbClr val="0A0028"/>
                  </a:solidFill>
                  <a:latin typeface="Noto Sans JP" pitchFamily="34" charset="0"/>
                  <a:ea typeface="Noto Sans JP" pitchFamily="34" charset="-122"/>
                  <a:cs typeface="Noto Sans JP" pitchFamily="34" charset="-120"/>
                </a:rPr>
                <a:t>ガード</a:t>
              </a:r>
              <a:endParaRPr lang="en-US" altLang="ja-JP" sz="1300" b="1" dirty="0">
                <a:solidFill>
                  <a:srgbClr val="0A0028"/>
                </a:solidFill>
                <a:latin typeface="Noto Sans JP" pitchFamily="34" charset="0"/>
                <a:ea typeface="Noto Sans JP" pitchFamily="34" charset="-122"/>
                <a:cs typeface="Noto Sans JP" pitchFamily="34" charset="-120"/>
              </a:endParaRPr>
            </a:p>
          </p:txBody>
        </p:sp>
        <p:sp>
          <p:nvSpPr>
            <p:cNvPr id="134" name="Text 6">
              <a:extLst>
                <a:ext uri="{FF2B5EF4-FFF2-40B4-BE49-F238E27FC236}">
                  <a16:creationId xmlns:a16="http://schemas.microsoft.com/office/drawing/2014/main" id="{40E8B6C8-55E7-B8E5-EDC4-0AD204B8878F}"/>
                </a:ext>
              </a:extLst>
            </p:cNvPr>
            <p:cNvSpPr/>
            <p:nvPr/>
          </p:nvSpPr>
          <p:spPr>
            <a:xfrm>
              <a:off x="5655748" y="1803350"/>
              <a:ext cx="943538" cy="307330"/>
            </a:xfrm>
            <a:prstGeom prst="roundRect">
              <a:avLst>
                <a:gd name="adj" fmla="val 16529"/>
              </a:avLst>
            </a:prstGeom>
            <a:solidFill>
              <a:schemeClr val="tx1">
                <a:lumMod val="25000"/>
                <a:lumOff val="75000"/>
              </a:schemeClr>
            </a:solidFill>
            <a:ln/>
          </p:spPr>
          <p:txBody>
            <a:bodyPr wrap="none" lIns="0" tIns="0" rIns="0" bIns="0" rtlCol="0" anchor="ctr">
              <a:normAutofit/>
            </a:bodyPr>
            <a:lstStyle/>
            <a:p>
              <a:pPr marL="0" indent="0" algn="ctr">
                <a:lnSpc>
                  <a:spcPts val="1820"/>
                </a:lnSpc>
                <a:buNone/>
              </a:pPr>
              <a:r>
                <a:rPr lang="ja-JP" altLang="en-US" sz="1300" b="1" dirty="0">
                  <a:solidFill>
                    <a:srgbClr val="0A0028"/>
                  </a:solidFill>
                  <a:latin typeface="Noto Sans JP" pitchFamily="34" charset="0"/>
                  <a:ea typeface="Noto Sans JP" pitchFamily="34" charset="-122"/>
                  <a:cs typeface="Noto Sans JP" pitchFamily="34" charset="-120"/>
                </a:rPr>
                <a:t>押しのけ</a:t>
              </a:r>
              <a:endParaRPr lang="en-US" sz="1300" dirty="0"/>
            </a:p>
          </p:txBody>
        </p:sp>
        <p:sp>
          <p:nvSpPr>
            <p:cNvPr id="135" name="Text 7">
              <a:extLst>
                <a:ext uri="{FF2B5EF4-FFF2-40B4-BE49-F238E27FC236}">
                  <a16:creationId xmlns:a16="http://schemas.microsoft.com/office/drawing/2014/main" id="{0555FAAD-0501-147B-460B-12C4996C43C4}"/>
                </a:ext>
              </a:extLst>
            </p:cNvPr>
            <p:cNvSpPr/>
            <p:nvPr/>
          </p:nvSpPr>
          <p:spPr>
            <a:xfrm>
              <a:off x="4336166" y="1803350"/>
              <a:ext cx="986433" cy="307330"/>
            </a:xfrm>
            <a:prstGeom prst="roundRect">
              <a:avLst>
                <a:gd name="adj" fmla="val 16529"/>
              </a:avLst>
            </a:prstGeom>
            <a:solidFill>
              <a:srgbClr val="A8E890"/>
            </a:solidFill>
            <a:ln/>
          </p:spPr>
          <p:txBody>
            <a:bodyPr wrap="none" lIns="0" tIns="0" rIns="0" bIns="0" rtlCol="0" anchor="ctr">
              <a:normAutofit/>
            </a:bodyPr>
            <a:lstStyle/>
            <a:p>
              <a:pPr marL="0" indent="0" algn="ctr">
                <a:lnSpc>
                  <a:spcPts val="1820"/>
                </a:lnSpc>
                <a:buNone/>
              </a:pPr>
              <a:r>
                <a:rPr lang="en-US" sz="1300" b="1" dirty="0" err="1">
                  <a:solidFill>
                    <a:srgbClr val="0A0028"/>
                  </a:solidFill>
                  <a:latin typeface="Noto Sans JP" pitchFamily="34" charset="0"/>
                  <a:ea typeface="Noto Sans JP" pitchFamily="34" charset="-122"/>
                  <a:cs typeface="Noto Sans JP" pitchFamily="34" charset="-120"/>
                </a:rPr>
                <a:t>キック</a:t>
              </a:r>
              <a:endParaRPr lang="en-US" sz="1300" dirty="0"/>
            </a:p>
          </p:txBody>
        </p:sp>
      </p:grpSp>
      <p:sp>
        <p:nvSpPr>
          <p:cNvPr id="137" name="Text 2">
            <a:extLst>
              <a:ext uri="{FF2B5EF4-FFF2-40B4-BE49-F238E27FC236}">
                <a16:creationId xmlns:a16="http://schemas.microsoft.com/office/drawing/2014/main" id="{24EA7BBC-2253-CCF5-65FB-988613FB87C1}"/>
              </a:ext>
            </a:extLst>
          </p:cNvPr>
          <p:cNvSpPr/>
          <p:nvPr/>
        </p:nvSpPr>
        <p:spPr>
          <a:xfrm>
            <a:off x="100013" y="5579296"/>
            <a:ext cx="11142777"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0A0028"/>
                </a:solidFill>
                <a:latin typeface="Noto Sans JP" pitchFamily="34" charset="0"/>
                <a:ea typeface="Noto Sans JP" pitchFamily="34" charset="-122"/>
                <a:cs typeface="Noto Sans JP" pitchFamily="34" charset="-120"/>
              </a:rPr>
              <a:t>A</a:t>
            </a:r>
            <a:r>
              <a:rPr lang="ja-JP" altLang="en-US" sz="1400" dirty="0">
                <a:solidFill>
                  <a:srgbClr val="0A0028"/>
                </a:solidFill>
                <a:latin typeface="Noto Sans JP" pitchFamily="34" charset="0"/>
                <a:ea typeface="Noto Sans JP" pitchFamily="34" charset="-122"/>
                <a:cs typeface="Noto Sans JP" pitchFamily="34" charset="-120"/>
              </a:rPr>
              <a:t>は　　　　　　　　　　　　　　　　　　　　　　　　　　　　 の選択肢の中から、手札を使ってどの行動をするかを決める。</a:t>
            </a:r>
            <a:endParaRPr lang="en-US" sz="1400" dirty="0"/>
          </a:p>
        </p:txBody>
      </p:sp>
      <p:pic>
        <p:nvPicPr>
          <p:cNvPr id="140" name="図 139">
            <a:extLst>
              <a:ext uri="{FF2B5EF4-FFF2-40B4-BE49-F238E27FC236}">
                <a16:creationId xmlns:a16="http://schemas.microsoft.com/office/drawing/2014/main" id="{01AD4764-29BD-2398-2BEC-4995F599F1CB}"/>
              </a:ext>
            </a:extLst>
          </p:cNvPr>
          <p:cNvPicPr>
            <a:picLocks noChangeAspect="1"/>
          </p:cNvPicPr>
          <p:nvPr/>
        </p:nvPicPr>
        <p:blipFill>
          <a:blip r:embed="rId6"/>
          <a:stretch>
            <a:fillRect/>
          </a:stretch>
        </p:blipFill>
        <p:spPr>
          <a:xfrm>
            <a:off x="381669" y="6000577"/>
            <a:ext cx="500384" cy="603912"/>
          </a:xfrm>
          <a:prstGeom prst="rect">
            <a:avLst/>
          </a:prstGeom>
        </p:spPr>
      </p:pic>
      <p:pic>
        <p:nvPicPr>
          <p:cNvPr id="142" name="図 141">
            <a:extLst>
              <a:ext uri="{FF2B5EF4-FFF2-40B4-BE49-F238E27FC236}">
                <a16:creationId xmlns:a16="http://schemas.microsoft.com/office/drawing/2014/main" id="{D894D86A-A2BF-ACD5-0EA8-D0A03192C47F}"/>
              </a:ext>
            </a:extLst>
          </p:cNvPr>
          <p:cNvPicPr>
            <a:picLocks noChangeAspect="1"/>
          </p:cNvPicPr>
          <p:nvPr/>
        </p:nvPicPr>
        <p:blipFill>
          <a:blip r:embed="rId7"/>
          <a:stretch>
            <a:fillRect/>
          </a:stretch>
        </p:blipFill>
        <p:spPr>
          <a:xfrm>
            <a:off x="2874253" y="6003445"/>
            <a:ext cx="515747" cy="622453"/>
          </a:xfrm>
          <a:prstGeom prst="rect">
            <a:avLst/>
          </a:prstGeom>
        </p:spPr>
      </p:pic>
      <p:pic>
        <p:nvPicPr>
          <p:cNvPr id="144" name="図 143">
            <a:extLst>
              <a:ext uri="{FF2B5EF4-FFF2-40B4-BE49-F238E27FC236}">
                <a16:creationId xmlns:a16="http://schemas.microsoft.com/office/drawing/2014/main" id="{6ABC3B07-BAED-2269-A24C-807DABC734D1}"/>
              </a:ext>
            </a:extLst>
          </p:cNvPr>
          <p:cNvPicPr>
            <a:picLocks noChangeAspect="1"/>
          </p:cNvPicPr>
          <p:nvPr/>
        </p:nvPicPr>
        <p:blipFill>
          <a:blip r:embed="rId8"/>
          <a:stretch>
            <a:fillRect/>
          </a:stretch>
        </p:blipFill>
        <p:spPr>
          <a:xfrm>
            <a:off x="4183364" y="6002913"/>
            <a:ext cx="511510" cy="618222"/>
          </a:xfrm>
          <a:prstGeom prst="rect">
            <a:avLst/>
          </a:prstGeom>
        </p:spPr>
      </p:pic>
      <p:pic>
        <p:nvPicPr>
          <p:cNvPr id="146" name="図 145">
            <a:extLst>
              <a:ext uri="{FF2B5EF4-FFF2-40B4-BE49-F238E27FC236}">
                <a16:creationId xmlns:a16="http://schemas.microsoft.com/office/drawing/2014/main" id="{CEE4A1FC-145C-8077-F33C-0E280CA58216}"/>
              </a:ext>
            </a:extLst>
          </p:cNvPr>
          <p:cNvPicPr>
            <a:picLocks noChangeAspect="1"/>
          </p:cNvPicPr>
          <p:nvPr/>
        </p:nvPicPr>
        <p:blipFill>
          <a:blip r:embed="rId6">
            <a:alphaModFix amt="50000"/>
          </a:blip>
          <a:stretch>
            <a:fillRect/>
          </a:stretch>
        </p:blipFill>
        <p:spPr>
          <a:xfrm>
            <a:off x="1565169" y="6003445"/>
            <a:ext cx="515747" cy="622453"/>
          </a:xfrm>
          <a:prstGeom prst="rect">
            <a:avLst/>
          </a:prstGeom>
        </p:spPr>
      </p:pic>
      <p:sp>
        <p:nvSpPr>
          <p:cNvPr id="150" name="Text 2">
            <a:extLst>
              <a:ext uri="{FF2B5EF4-FFF2-40B4-BE49-F238E27FC236}">
                <a16:creationId xmlns:a16="http://schemas.microsoft.com/office/drawing/2014/main" id="{F40759F6-54F1-A243-4A41-429FE77E5906}"/>
              </a:ext>
            </a:extLst>
          </p:cNvPr>
          <p:cNvSpPr/>
          <p:nvPr/>
        </p:nvSpPr>
        <p:spPr>
          <a:xfrm>
            <a:off x="5394952" y="5892340"/>
            <a:ext cx="6752537" cy="802113"/>
          </a:xfrm>
          <a:prstGeom prst="rect">
            <a:avLst/>
          </a:prstGeom>
          <a:noFill/>
          <a:ln/>
        </p:spPr>
        <p:txBody>
          <a:bodyPr wrap="square" lIns="0" tIns="0" rIns="0" bIns="0" rtlCol="0" anchor="t">
            <a:normAutofit/>
          </a:bodyPr>
          <a:lstStyle/>
          <a:p>
            <a:pPr marL="0" indent="0" algn="l">
              <a:lnSpc>
                <a:spcPts val="2100"/>
              </a:lnSpc>
              <a:buNone/>
            </a:pPr>
            <a:r>
              <a:rPr lang="ja-JP" altLang="en-US" sz="1400" dirty="0">
                <a:solidFill>
                  <a:srgbClr val="0A0028"/>
                </a:solidFill>
                <a:latin typeface="Noto Sans JP" pitchFamily="34" charset="0"/>
                <a:ea typeface="Noto Sans JP" pitchFamily="34" charset="-122"/>
              </a:rPr>
              <a:t>そこで、</a:t>
            </a:r>
            <a:r>
              <a:rPr lang="en-US" sz="1400" dirty="0">
                <a:solidFill>
                  <a:srgbClr val="0A0028"/>
                </a:solidFill>
                <a:latin typeface="Noto Sans JP" pitchFamily="34" charset="0"/>
                <a:ea typeface="Noto Sans JP" pitchFamily="34" charset="-122"/>
              </a:rPr>
              <a:t>A</a:t>
            </a:r>
            <a:r>
              <a:rPr lang="ja-JP" altLang="en-US" sz="1400" dirty="0">
                <a:solidFill>
                  <a:srgbClr val="0A0028"/>
                </a:solidFill>
                <a:latin typeface="Noto Sans JP" pitchFamily="34" charset="0"/>
                <a:ea typeface="Noto Sans JP" pitchFamily="34" charset="-122"/>
              </a:rPr>
              <a:t>は「スイング」「刺突」「振り下ろし」のうちいずれかのカードを持っているため、「攻撃」を選択することにした。</a:t>
            </a:r>
            <a:endParaRPr lang="en-US" altLang="ja-JP" sz="1400" dirty="0">
              <a:solidFill>
                <a:srgbClr val="0A0028"/>
              </a:solidFill>
              <a:latin typeface="Noto Sans JP" pitchFamily="34" charset="0"/>
              <a:ea typeface="Noto Sans JP" pitchFamily="34" charset="-122"/>
            </a:endParaRPr>
          </a:p>
          <a:p>
            <a:pPr marL="0" indent="0" algn="l">
              <a:lnSpc>
                <a:spcPts val="2100"/>
              </a:lnSpc>
              <a:buNone/>
            </a:pPr>
            <a:r>
              <a:rPr lang="ja-JP" altLang="en-US" sz="1400" dirty="0">
                <a:solidFill>
                  <a:srgbClr val="0A0028"/>
                </a:solidFill>
                <a:latin typeface="Noto Sans JP" pitchFamily="34" charset="0"/>
                <a:ea typeface="Noto Sans JP" pitchFamily="34" charset="-122"/>
              </a:rPr>
              <a:t>結果：行動カード「攻撃・反撃」と攻撃カード</a:t>
            </a:r>
            <a:r>
              <a:rPr lang="en-US" altLang="ja-JP" sz="1400" dirty="0">
                <a:solidFill>
                  <a:srgbClr val="0A0028"/>
                </a:solidFill>
                <a:latin typeface="Noto Sans JP" pitchFamily="34" charset="0"/>
                <a:ea typeface="Noto Sans JP" pitchFamily="34" charset="-122"/>
              </a:rPr>
              <a:t>1</a:t>
            </a:r>
            <a:r>
              <a:rPr lang="ja-JP" altLang="en-US" sz="1400" dirty="0">
                <a:solidFill>
                  <a:srgbClr val="0A0028"/>
                </a:solidFill>
                <a:latin typeface="Noto Sans JP" pitchFamily="34" charset="0"/>
                <a:ea typeface="Noto Sans JP" pitchFamily="34" charset="-122"/>
              </a:rPr>
              <a:t>枚を裏向きにして、場に出した。</a:t>
            </a:r>
            <a:endParaRPr lang="en-US" altLang="ja-JP" sz="1400" dirty="0">
              <a:solidFill>
                <a:srgbClr val="0A0028"/>
              </a:solidFill>
              <a:latin typeface="Noto Sans JP" pitchFamily="34" charset="0"/>
              <a:ea typeface="Noto Sans JP" pitchFamily="34" charset="-122"/>
            </a:endParaRPr>
          </a:p>
        </p:txBody>
      </p:sp>
      <p:sp>
        <p:nvSpPr>
          <p:cNvPr id="152" name="矢印: 右 151">
            <a:extLst>
              <a:ext uri="{FF2B5EF4-FFF2-40B4-BE49-F238E27FC236}">
                <a16:creationId xmlns:a16="http://schemas.microsoft.com/office/drawing/2014/main" id="{C40B1A85-F350-9F49-6B5F-565F8F2E4E95}"/>
              </a:ext>
            </a:extLst>
          </p:cNvPr>
          <p:cNvSpPr/>
          <p:nvPr/>
        </p:nvSpPr>
        <p:spPr>
          <a:xfrm>
            <a:off x="5064097" y="2887002"/>
            <a:ext cx="1508347" cy="1072896"/>
          </a:xfrm>
          <a:prstGeom prst="rightArrow">
            <a:avLst/>
          </a:prstGeom>
          <a:solidFill>
            <a:srgbClr val="FFD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5" name="図 4">
            <a:extLst>
              <a:ext uri="{FF2B5EF4-FFF2-40B4-BE49-F238E27FC236}">
                <a16:creationId xmlns:a16="http://schemas.microsoft.com/office/drawing/2014/main" id="{18A387CE-9A64-E04C-2079-CC00F0D5D7EC}"/>
              </a:ext>
            </a:extLst>
          </p:cNvPr>
          <p:cNvPicPr>
            <a:picLocks noChangeAspect="1"/>
          </p:cNvPicPr>
          <p:nvPr/>
        </p:nvPicPr>
        <p:blipFill>
          <a:blip r:embed="rId9"/>
          <a:stretch>
            <a:fillRect/>
          </a:stretch>
        </p:blipFill>
        <p:spPr>
          <a:xfrm>
            <a:off x="4752276" y="5995704"/>
            <a:ext cx="518907" cy="626268"/>
          </a:xfrm>
          <a:prstGeom prst="rect">
            <a:avLst/>
          </a:prstGeom>
        </p:spPr>
      </p:pic>
      <p:pic>
        <p:nvPicPr>
          <p:cNvPr id="7" name="図 6">
            <a:extLst>
              <a:ext uri="{FF2B5EF4-FFF2-40B4-BE49-F238E27FC236}">
                <a16:creationId xmlns:a16="http://schemas.microsoft.com/office/drawing/2014/main" id="{CCD652BE-5C78-DBAF-34FF-E8AE080800A8}"/>
              </a:ext>
            </a:extLst>
          </p:cNvPr>
          <p:cNvPicPr>
            <a:picLocks noChangeAspect="1"/>
          </p:cNvPicPr>
          <p:nvPr/>
        </p:nvPicPr>
        <p:blipFill>
          <a:blip r:embed="rId10"/>
          <a:stretch>
            <a:fillRect/>
          </a:stretch>
        </p:blipFill>
        <p:spPr>
          <a:xfrm>
            <a:off x="3451487" y="6003444"/>
            <a:ext cx="515747" cy="622453"/>
          </a:xfrm>
          <a:prstGeom prst="rect">
            <a:avLst/>
          </a:prstGeom>
        </p:spPr>
      </p:pic>
      <p:pic>
        <p:nvPicPr>
          <p:cNvPr id="9" name="図 8">
            <a:extLst>
              <a:ext uri="{FF2B5EF4-FFF2-40B4-BE49-F238E27FC236}">
                <a16:creationId xmlns:a16="http://schemas.microsoft.com/office/drawing/2014/main" id="{63622AB4-264D-2D76-4727-629BD67A291D}"/>
              </a:ext>
            </a:extLst>
          </p:cNvPr>
          <p:cNvPicPr>
            <a:picLocks noChangeAspect="1"/>
          </p:cNvPicPr>
          <p:nvPr/>
        </p:nvPicPr>
        <p:blipFill>
          <a:blip r:embed="rId11"/>
          <a:stretch>
            <a:fillRect/>
          </a:stretch>
        </p:blipFill>
        <p:spPr>
          <a:xfrm>
            <a:off x="916941" y="5995704"/>
            <a:ext cx="506117" cy="610831"/>
          </a:xfrm>
          <a:prstGeom prst="rect">
            <a:avLst/>
          </a:prstGeom>
        </p:spPr>
      </p:pic>
      <p:sp>
        <p:nvSpPr>
          <p:cNvPr id="148" name="Text 1">
            <a:extLst>
              <a:ext uri="{FF2B5EF4-FFF2-40B4-BE49-F238E27FC236}">
                <a16:creationId xmlns:a16="http://schemas.microsoft.com/office/drawing/2014/main" id="{E2DD9852-C720-F0F8-1DC4-B91994B7B38F}"/>
              </a:ext>
            </a:extLst>
          </p:cNvPr>
          <p:cNvSpPr txBox="1">
            <a:spLocks/>
          </p:cNvSpPr>
          <p:nvPr/>
        </p:nvSpPr>
        <p:spPr>
          <a:xfrm>
            <a:off x="1395110" y="6030714"/>
            <a:ext cx="921658" cy="396983"/>
          </a:xfrm>
          <a:prstGeom prst="rect">
            <a:avLst/>
          </a:prstGeom>
          <a:noFill/>
          <a:ln/>
        </p:spPr>
        <p:txBody>
          <a:bodyPr wrap="square" lIns="0" tIns="0" rIns="0" bIns="0" rtlCol="0" anchor="t">
            <a:normAutofit/>
          </a:bodyPr>
          <a:lstStyle>
            <a:lvl1pPr marL="0" indent="0" algn="l" defTabSz="914400" rtl="0" eaLnBrk="1" latinLnBrk="0" hangingPunct="1">
              <a:lnSpc>
                <a:spcPct val="115000"/>
              </a:lnSpc>
              <a:spcBef>
                <a:spcPct val="0"/>
              </a:spcBef>
              <a:buNone/>
              <a:defRPr lang="en-US" sz="3200" kern="1200" dirty="0">
                <a:solidFill>
                  <a:srgbClr val="0A0028"/>
                </a:solidFill>
                <a:latin typeface="Noto Sans JP" pitchFamily="34" charset="0"/>
                <a:ea typeface="Noto Sans JP" pitchFamily="34" charset="-122"/>
                <a:cs typeface="Noto Sans JP" pitchFamily="34" charset="-120"/>
              </a:defRPr>
            </a:lvl1pPr>
          </a:lstStyle>
          <a:p>
            <a:pPr>
              <a:lnSpc>
                <a:spcPts val="3520"/>
              </a:lnSpc>
            </a:pPr>
            <a:r>
              <a:rPr lang="ja-JP" altLang="en-US" sz="1100" b="1" dirty="0"/>
              <a:t>任意のカード</a:t>
            </a:r>
            <a:endParaRPr lang="ja-JP" altLang="en-US" sz="1100" dirty="0"/>
          </a:p>
        </p:txBody>
      </p:sp>
      <p:grpSp>
        <p:nvGrpSpPr>
          <p:cNvPr id="37" name="グループ化 36">
            <a:extLst>
              <a:ext uri="{FF2B5EF4-FFF2-40B4-BE49-F238E27FC236}">
                <a16:creationId xmlns:a16="http://schemas.microsoft.com/office/drawing/2014/main" id="{87F6390C-215A-A22F-FC24-4B4A3D7E20D8}"/>
              </a:ext>
            </a:extLst>
          </p:cNvPr>
          <p:cNvGrpSpPr/>
          <p:nvPr/>
        </p:nvGrpSpPr>
        <p:grpSpPr>
          <a:xfrm>
            <a:off x="6817512" y="1527658"/>
            <a:ext cx="4514433" cy="3968832"/>
            <a:chOff x="6817512" y="1527658"/>
            <a:chExt cx="4514433" cy="3968832"/>
          </a:xfrm>
        </p:grpSpPr>
        <p:grpSp>
          <p:nvGrpSpPr>
            <p:cNvPr id="96" name="グループ化 95">
              <a:extLst>
                <a:ext uri="{FF2B5EF4-FFF2-40B4-BE49-F238E27FC236}">
                  <a16:creationId xmlns:a16="http://schemas.microsoft.com/office/drawing/2014/main" id="{D37A955F-5CBD-BE5B-2DD5-C61EF5CF4874}"/>
                </a:ext>
              </a:extLst>
            </p:cNvPr>
            <p:cNvGrpSpPr/>
            <p:nvPr/>
          </p:nvGrpSpPr>
          <p:grpSpPr>
            <a:xfrm>
              <a:off x="6817512" y="1527658"/>
              <a:ext cx="4514433" cy="3968832"/>
              <a:chOff x="1147570" y="1569525"/>
              <a:chExt cx="4514433" cy="3968832"/>
            </a:xfrm>
          </p:grpSpPr>
          <p:grpSp>
            <p:nvGrpSpPr>
              <p:cNvPr id="97" name="グループ化 96">
                <a:extLst>
                  <a:ext uri="{FF2B5EF4-FFF2-40B4-BE49-F238E27FC236}">
                    <a16:creationId xmlns:a16="http://schemas.microsoft.com/office/drawing/2014/main" id="{45355C5F-684E-0AB5-085A-245A23EB4285}"/>
                  </a:ext>
                </a:extLst>
              </p:cNvPr>
              <p:cNvGrpSpPr/>
              <p:nvPr/>
            </p:nvGrpSpPr>
            <p:grpSpPr>
              <a:xfrm>
                <a:off x="1351028" y="1569525"/>
                <a:ext cx="4310975" cy="3968832"/>
                <a:chOff x="3277404" y="1280908"/>
                <a:chExt cx="4310975" cy="3968832"/>
              </a:xfrm>
            </p:grpSpPr>
            <p:grpSp>
              <p:nvGrpSpPr>
                <p:cNvPr id="100" name="グループ化 99">
                  <a:extLst>
                    <a:ext uri="{FF2B5EF4-FFF2-40B4-BE49-F238E27FC236}">
                      <a16:creationId xmlns:a16="http://schemas.microsoft.com/office/drawing/2014/main" id="{8A0E12BF-A5C4-BA12-8220-66B0D7457DB3}"/>
                    </a:ext>
                  </a:extLst>
                </p:cNvPr>
                <p:cNvGrpSpPr/>
                <p:nvPr/>
              </p:nvGrpSpPr>
              <p:grpSpPr>
                <a:xfrm>
                  <a:off x="3277404" y="1813553"/>
                  <a:ext cx="4310975" cy="2873984"/>
                  <a:chOff x="3277404" y="1813553"/>
                  <a:chExt cx="4310975" cy="2873984"/>
                </a:xfrm>
              </p:grpSpPr>
              <p:pic>
                <p:nvPicPr>
                  <p:cNvPr id="115" name="図 114">
                    <a:extLst>
                      <a:ext uri="{FF2B5EF4-FFF2-40B4-BE49-F238E27FC236}">
                        <a16:creationId xmlns:a16="http://schemas.microsoft.com/office/drawing/2014/main" id="{45DE1385-FA28-BD7E-A0C8-8E261B254569}"/>
                      </a:ext>
                    </a:extLst>
                  </p:cNvPr>
                  <p:cNvPicPr>
                    <a:picLocks noChangeAspect="1"/>
                  </p:cNvPicPr>
                  <p:nvPr/>
                </p:nvPicPr>
                <p:blipFill>
                  <a:blip r:embed="rId4"/>
                  <a:stretch>
                    <a:fillRect/>
                  </a:stretch>
                </p:blipFill>
                <p:spPr>
                  <a:xfrm>
                    <a:off x="3277404" y="1813553"/>
                    <a:ext cx="4310975" cy="2873984"/>
                  </a:xfrm>
                  <a:prstGeom prst="rect">
                    <a:avLst/>
                  </a:prstGeom>
                </p:spPr>
              </p:pic>
              <p:grpSp>
                <p:nvGrpSpPr>
                  <p:cNvPr id="116" name="グループ化 115">
                    <a:extLst>
                      <a:ext uri="{FF2B5EF4-FFF2-40B4-BE49-F238E27FC236}">
                        <a16:creationId xmlns:a16="http://schemas.microsoft.com/office/drawing/2014/main" id="{5F03C48E-3CBA-0931-372F-267F06A00C56}"/>
                      </a:ext>
                    </a:extLst>
                  </p:cNvPr>
                  <p:cNvGrpSpPr/>
                  <p:nvPr/>
                </p:nvGrpSpPr>
                <p:grpSpPr>
                  <a:xfrm>
                    <a:off x="3412917" y="1979898"/>
                    <a:ext cx="4070687" cy="638614"/>
                    <a:chOff x="3412917" y="1979898"/>
                    <a:chExt cx="4070687" cy="638614"/>
                  </a:xfrm>
                </p:grpSpPr>
                <p:pic>
                  <p:nvPicPr>
                    <p:cNvPr id="124" name="図 123">
                      <a:extLst>
                        <a:ext uri="{FF2B5EF4-FFF2-40B4-BE49-F238E27FC236}">
                          <a16:creationId xmlns:a16="http://schemas.microsoft.com/office/drawing/2014/main" id="{8767FE1D-EFFC-2397-AEAD-6EC40D147C63}"/>
                        </a:ext>
                      </a:extLst>
                    </p:cNvPr>
                    <p:cNvPicPr>
                      <a:picLocks noChangeAspect="1"/>
                    </p:cNvPicPr>
                    <p:nvPr/>
                  </p:nvPicPr>
                  <p:blipFill>
                    <a:blip r:embed="rId5"/>
                    <a:stretch>
                      <a:fillRect/>
                    </a:stretch>
                  </p:blipFill>
                  <p:spPr>
                    <a:xfrm rot="10800000">
                      <a:off x="3412917" y="1979901"/>
                      <a:ext cx="529135" cy="638611"/>
                    </a:xfrm>
                    <a:prstGeom prst="rect">
                      <a:avLst/>
                    </a:prstGeom>
                  </p:spPr>
                </p:pic>
                <p:pic>
                  <p:nvPicPr>
                    <p:cNvPr id="125" name="図 124">
                      <a:extLst>
                        <a:ext uri="{FF2B5EF4-FFF2-40B4-BE49-F238E27FC236}">
                          <a16:creationId xmlns:a16="http://schemas.microsoft.com/office/drawing/2014/main" id="{60123CA5-8FA0-7A2D-BD7A-9E31F3553AAF}"/>
                        </a:ext>
                      </a:extLst>
                    </p:cNvPr>
                    <p:cNvPicPr>
                      <a:picLocks noChangeAspect="1"/>
                    </p:cNvPicPr>
                    <p:nvPr/>
                  </p:nvPicPr>
                  <p:blipFill>
                    <a:blip r:embed="rId5"/>
                    <a:stretch>
                      <a:fillRect/>
                    </a:stretch>
                  </p:blipFill>
                  <p:spPr>
                    <a:xfrm rot="10800000">
                      <a:off x="4119940" y="1979899"/>
                      <a:ext cx="529135" cy="638611"/>
                    </a:xfrm>
                    <a:prstGeom prst="rect">
                      <a:avLst/>
                    </a:prstGeom>
                  </p:spPr>
                </p:pic>
                <p:pic>
                  <p:nvPicPr>
                    <p:cNvPr id="126" name="図 125">
                      <a:extLst>
                        <a:ext uri="{FF2B5EF4-FFF2-40B4-BE49-F238E27FC236}">
                          <a16:creationId xmlns:a16="http://schemas.microsoft.com/office/drawing/2014/main" id="{1A8E12EC-2F0B-DA95-C4E9-82B281EC4D70}"/>
                        </a:ext>
                      </a:extLst>
                    </p:cNvPr>
                    <p:cNvPicPr>
                      <a:picLocks noChangeAspect="1"/>
                    </p:cNvPicPr>
                    <p:nvPr/>
                  </p:nvPicPr>
                  <p:blipFill>
                    <a:blip r:embed="rId5"/>
                    <a:stretch>
                      <a:fillRect/>
                    </a:stretch>
                  </p:blipFill>
                  <p:spPr>
                    <a:xfrm rot="10800000">
                      <a:off x="4826963" y="1979900"/>
                      <a:ext cx="529135" cy="638611"/>
                    </a:xfrm>
                    <a:prstGeom prst="rect">
                      <a:avLst/>
                    </a:prstGeom>
                  </p:spPr>
                </p:pic>
                <p:pic>
                  <p:nvPicPr>
                    <p:cNvPr id="127" name="図 126">
                      <a:extLst>
                        <a:ext uri="{FF2B5EF4-FFF2-40B4-BE49-F238E27FC236}">
                          <a16:creationId xmlns:a16="http://schemas.microsoft.com/office/drawing/2014/main" id="{EC173B87-FBA7-1E48-5B98-D07119F89B31}"/>
                        </a:ext>
                      </a:extLst>
                    </p:cNvPr>
                    <p:cNvPicPr>
                      <a:picLocks noChangeAspect="1"/>
                    </p:cNvPicPr>
                    <p:nvPr/>
                  </p:nvPicPr>
                  <p:blipFill>
                    <a:blip r:embed="rId5"/>
                    <a:stretch>
                      <a:fillRect/>
                    </a:stretch>
                  </p:blipFill>
                  <p:spPr>
                    <a:xfrm rot="10800000">
                      <a:off x="5540423" y="1979901"/>
                      <a:ext cx="529135" cy="638611"/>
                    </a:xfrm>
                    <a:prstGeom prst="rect">
                      <a:avLst/>
                    </a:prstGeom>
                  </p:spPr>
                </p:pic>
                <p:pic>
                  <p:nvPicPr>
                    <p:cNvPr id="128" name="図 127">
                      <a:extLst>
                        <a:ext uri="{FF2B5EF4-FFF2-40B4-BE49-F238E27FC236}">
                          <a16:creationId xmlns:a16="http://schemas.microsoft.com/office/drawing/2014/main" id="{8F48D725-154A-6964-3585-1C7BDC92A436}"/>
                        </a:ext>
                      </a:extLst>
                    </p:cNvPr>
                    <p:cNvPicPr>
                      <a:picLocks noChangeAspect="1"/>
                    </p:cNvPicPr>
                    <p:nvPr/>
                  </p:nvPicPr>
                  <p:blipFill>
                    <a:blip r:embed="rId5"/>
                    <a:stretch>
                      <a:fillRect/>
                    </a:stretch>
                  </p:blipFill>
                  <p:spPr>
                    <a:xfrm rot="10800000">
                      <a:off x="6241009" y="1979901"/>
                      <a:ext cx="529135" cy="638611"/>
                    </a:xfrm>
                    <a:prstGeom prst="rect">
                      <a:avLst/>
                    </a:prstGeom>
                  </p:spPr>
                </p:pic>
                <p:pic>
                  <p:nvPicPr>
                    <p:cNvPr id="129" name="図 128">
                      <a:extLst>
                        <a:ext uri="{FF2B5EF4-FFF2-40B4-BE49-F238E27FC236}">
                          <a16:creationId xmlns:a16="http://schemas.microsoft.com/office/drawing/2014/main" id="{A0E10E0B-680C-41D7-56C1-23C5E5A64961}"/>
                        </a:ext>
                      </a:extLst>
                    </p:cNvPr>
                    <p:cNvPicPr>
                      <a:picLocks noChangeAspect="1"/>
                    </p:cNvPicPr>
                    <p:nvPr/>
                  </p:nvPicPr>
                  <p:blipFill>
                    <a:blip r:embed="rId5"/>
                    <a:stretch>
                      <a:fillRect/>
                    </a:stretch>
                  </p:blipFill>
                  <p:spPr>
                    <a:xfrm rot="10800000">
                      <a:off x="6954469" y="1979898"/>
                      <a:ext cx="529135" cy="638611"/>
                    </a:xfrm>
                    <a:prstGeom prst="rect">
                      <a:avLst/>
                    </a:prstGeom>
                  </p:spPr>
                </p:pic>
              </p:grpSp>
              <p:grpSp>
                <p:nvGrpSpPr>
                  <p:cNvPr id="117" name="グループ化 116">
                    <a:extLst>
                      <a:ext uri="{FF2B5EF4-FFF2-40B4-BE49-F238E27FC236}">
                        <a16:creationId xmlns:a16="http://schemas.microsoft.com/office/drawing/2014/main" id="{1D5234C1-F280-CFDA-16AD-B1B08AD4A040}"/>
                      </a:ext>
                    </a:extLst>
                  </p:cNvPr>
                  <p:cNvGrpSpPr/>
                  <p:nvPr/>
                </p:nvGrpSpPr>
                <p:grpSpPr>
                  <a:xfrm rot="10800000">
                    <a:off x="3402894" y="3920181"/>
                    <a:ext cx="4070687" cy="638614"/>
                    <a:chOff x="3412917" y="1979898"/>
                    <a:chExt cx="4070687" cy="638614"/>
                  </a:xfrm>
                </p:grpSpPr>
                <p:pic>
                  <p:nvPicPr>
                    <p:cNvPr id="118" name="図 117">
                      <a:extLst>
                        <a:ext uri="{FF2B5EF4-FFF2-40B4-BE49-F238E27FC236}">
                          <a16:creationId xmlns:a16="http://schemas.microsoft.com/office/drawing/2014/main" id="{07E717A2-95B7-9672-C641-4CC91EA6DFC4}"/>
                        </a:ext>
                      </a:extLst>
                    </p:cNvPr>
                    <p:cNvPicPr>
                      <a:picLocks noChangeAspect="1"/>
                    </p:cNvPicPr>
                    <p:nvPr/>
                  </p:nvPicPr>
                  <p:blipFill>
                    <a:blip r:embed="rId5"/>
                    <a:stretch>
                      <a:fillRect/>
                    </a:stretch>
                  </p:blipFill>
                  <p:spPr>
                    <a:xfrm rot="10800000">
                      <a:off x="3412917" y="1979901"/>
                      <a:ext cx="529135" cy="638611"/>
                    </a:xfrm>
                    <a:prstGeom prst="rect">
                      <a:avLst/>
                    </a:prstGeom>
                  </p:spPr>
                </p:pic>
                <p:pic>
                  <p:nvPicPr>
                    <p:cNvPr id="119" name="図 118">
                      <a:extLst>
                        <a:ext uri="{FF2B5EF4-FFF2-40B4-BE49-F238E27FC236}">
                          <a16:creationId xmlns:a16="http://schemas.microsoft.com/office/drawing/2014/main" id="{F9295111-907C-08B4-E2B9-A2CAEBFF87F9}"/>
                        </a:ext>
                      </a:extLst>
                    </p:cNvPr>
                    <p:cNvPicPr>
                      <a:picLocks noChangeAspect="1"/>
                    </p:cNvPicPr>
                    <p:nvPr/>
                  </p:nvPicPr>
                  <p:blipFill>
                    <a:blip r:embed="rId5"/>
                    <a:stretch>
                      <a:fillRect/>
                    </a:stretch>
                  </p:blipFill>
                  <p:spPr>
                    <a:xfrm rot="10800000">
                      <a:off x="4119940" y="1979899"/>
                      <a:ext cx="529135" cy="638611"/>
                    </a:xfrm>
                    <a:prstGeom prst="rect">
                      <a:avLst/>
                    </a:prstGeom>
                  </p:spPr>
                </p:pic>
                <p:pic>
                  <p:nvPicPr>
                    <p:cNvPr id="120" name="図 119">
                      <a:extLst>
                        <a:ext uri="{FF2B5EF4-FFF2-40B4-BE49-F238E27FC236}">
                          <a16:creationId xmlns:a16="http://schemas.microsoft.com/office/drawing/2014/main" id="{110294FD-58A3-81E6-8D8B-50DC10076153}"/>
                        </a:ext>
                      </a:extLst>
                    </p:cNvPr>
                    <p:cNvPicPr>
                      <a:picLocks noChangeAspect="1"/>
                    </p:cNvPicPr>
                    <p:nvPr/>
                  </p:nvPicPr>
                  <p:blipFill>
                    <a:blip r:embed="rId5"/>
                    <a:stretch>
                      <a:fillRect/>
                    </a:stretch>
                  </p:blipFill>
                  <p:spPr>
                    <a:xfrm rot="10800000">
                      <a:off x="4826963" y="1979900"/>
                      <a:ext cx="529135" cy="638611"/>
                    </a:xfrm>
                    <a:prstGeom prst="rect">
                      <a:avLst/>
                    </a:prstGeom>
                  </p:spPr>
                </p:pic>
                <p:pic>
                  <p:nvPicPr>
                    <p:cNvPr id="121" name="図 120">
                      <a:extLst>
                        <a:ext uri="{FF2B5EF4-FFF2-40B4-BE49-F238E27FC236}">
                          <a16:creationId xmlns:a16="http://schemas.microsoft.com/office/drawing/2014/main" id="{9E790B0C-2354-F6EB-436E-4DE7C2431FEB}"/>
                        </a:ext>
                      </a:extLst>
                    </p:cNvPr>
                    <p:cNvPicPr>
                      <a:picLocks noChangeAspect="1"/>
                    </p:cNvPicPr>
                    <p:nvPr/>
                  </p:nvPicPr>
                  <p:blipFill>
                    <a:blip r:embed="rId5"/>
                    <a:stretch>
                      <a:fillRect/>
                    </a:stretch>
                  </p:blipFill>
                  <p:spPr>
                    <a:xfrm rot="10800000">
                      <a:off x="5540423" y="1979901"/>
                      <a:ext cx="529135" cy="638611"/>
                    </a:xfrm>
                    <a:prstGeom prst="rect">
                      <a:avLst/>
                    </a:prstGeom>
                  </p:spPr>
                </p:pic>
                <p:pic>
                  <p:nvPicPr>
                    <p:cNvPr id="122" name="図 121">
                      <a:extLst>
                        <a:ext uri="{FF2B5EF4-FFF2-40B4-BE49-F238E27FC236}">
                          <a16:creationId xmlns:a16="http://schemas.microsoft.com/office/drawing/2014/main" id="{E8C3E7E9-B097-C21A-1773-2B0B079CCAD5}"/>
                        </a:ext>
                      </a:extLst>
                    </p:cNvPr>
                    <p:cNvPicPr>
                      <a:picLocks noChangeAspect="1"/>
                    </p:cNvPicPr>
                    <p:nvPr/>
                  </p:nvPicPr>
                  <p:blipFill>
                    <a:blip r:embed="rId5"/>
                    <a:stretch>
                      <a:fillRect/>
                    </a:stretch>
                  </p:blipFill>
                  <p:spPr>
                    <a:xfrm rot="10800000">
                      <a:off x="6241009" y="1979901"/>
                      <a:ext cx="529135" cy="638611"/>
                    </a:xfrm>
                    <a:prstGeom prst="rect">
                      <a:avLst/>
                    </a:prstGeom>
                  </p:spPr>
                </p:pic>
                <p:pic>
                  <p:nvPicPr>
                    <p:cNvPr id="123" name="図 122">
                      <a:extLst>
                        <a:ext uri="{FF2B5EF4-FFF2-40B4-BE49-F238E27FC236}">
                          <a16:creationId xmlns:a16="http://schemas.microsoft.com/office/drawing/2014/main" id="{2CC32108-18F6-A8A9-FBDE-AC83421CD5A9}"/>
                        </a:ext>
                      </a:extLst>
                    </p:cNvPr>
                    <p:cNvPicPr>
                      <a:picLocks noChangeAspect="1"/>
                    </p:cNvPicPr>
                    <p:nvPr/>
                  </p:nvPicPr>
                  <p:blipFill>
                    <a:blip r:embed="rId5"/>
                    <a:stretch>
                      <a:fillRect/>
                    </a:stretch>
                  </p:blipFill>
                  <p:spPr>
                    <a:xfrm rot="10800000">
                      <a:off x="6954469" y="1979898"/>
                      <a:ext cx="529135" cy="638611"/>
                    </a:xfrm>
                    <a:prstGeom prst="rect">
                      <a:avLst/>
                    </a:prstGeom>
                  </p:spPr>
                </p:pic>
              </p:grpSp>
            </p:grpSp>
            <p:grpSp>
              <p:nvGrpSpPr>
                <p:cNvPr id="101" name="グループ化 100">
                  <a:extLst>
                    <a:ext uri="{FF2B5EF4-FFF2-40B4-BE49-F238E27FC236}">
                      <a16:creationId xmlns:a16="http://schemas.microsoft.com/office/drawing/2014/main" id="{B864D592-6822-55A1-29EF-4EDE473B1955}"/>
                    </a:ext>
                  </a:extLst>
                </p:cNvPr>
                <p:cNvGrpSpPr/>
                <p:nvPr/>
              </p:nvGrpSpPr>
              <p:grpSpPr>
                <a:xfrm>
                  <a:off x="3845486" y="4611124"/>
                  <a:ext cx="3174810" cy="638616"/>
                  <a:chOff x="4298771" y="4725137"/>
                  <a:chExt cx="3174810" cy="638616"/>
                </a:xfrm>
              </p:grpSpPr>
              <p:pic>
                <p:nvPicPr>
                  <p:cNvPr id="109" name="図 108">
                    <a:extLst>
                      <a:ext uri="{FF2B5EF4-FFF2-40B4-BE49-F238E27FC236}">
                        <a16:creationId xmlns:a16="http://schemas.microsoft.com/office/drawing/2014/main" id="{50FA88D6-FE71-6A4D-B254-6ED1172FF675}"/>
                      </a:ext>
                    </a:extLst>
                  </p:cNvPr>
                  <p:cNvPicPr>
                    <a:picLocks noChangeAspect="1"/>
                  </p:cNvPicPr>
                  <p:nvPr/>
                </p:nvPicPr>
                <p:blipFill>
                  <a:blip r:embed="rId5"/>
                  <a:stretch>
                    <a:fillRect/>
                  </a:stretch>
                </p:blipFill>
                <p:spPr>
                  <a:xfrm>
                    <a:off x="4298771" y="4725142"/>
                    <a:ext cx="529135" cy="638611"/>
                  </a:xfrm>
                  <a:prstGeom prst="rect">
                    <a:avLst/>
                  </a:prstGeom>
                </p:spPr>
              </p:pic>
              <p:pic>
                <p:nvPicPr>
                  <p:cNvPr id="110" name="図 109">
                    <a:extLst>
                      <a:ext uri="{FF2B5EF4-FFF2-40B4-BE49-F238E27FC236}">
                        <a16:creationId xmlns:a16="http://schemas.microsoft.com/office/drawing/2014/main" id="{A73996AC-DF1D-6730-D736-4156437E7F97}"/>
                      </a:ext>
                    </a:extLst>
                  </p:cNvPr>
                  <p:cNvPicPr>
                    <a:picLocks noChangeAspect="1"/>
                  </p:cNvPicPr>
                  <p:nvPr/>
                </p:nvPicPr>
                <p:blipFill>
                  <a:blip r:embed="rId5"/>
                  <a:stretch>
                    <a:fillRect/>
                  </a:stretch>
                </p:blipFill>
                <p:spPr>
                  <a:xfrm>
                    <a:off x="4827906" y="4725141"/>
                    <a:ext cx="529135" cy="638611"/>
                  </a:xfrm>
                  <a:prstGeom prst="rect">
                    <a:avLst/>
                  </a:prstGeom>
                </p:spPr>
              </p:pic>
              <p:pic>
                <p:nvPicPr>
                  <p:cNvPr id="111" name="図 110">
                    <a:extLst>
                      <a:ext uri="{FF2B5EF4-FFF2-40B4-BE49-F238E27FC236}">
                        <a16:creationId xmlns:a16="http://schemas.microsoft.com/office/drawing/2014/main" id="{E3FB5971-E71C-CBF9-81CB-84FF47E4FD48}"/>
                      </a:ext>
                    </a:extLst>
                  </p:cNvPr>
                  <p:cNvPicPr>
                    <a:picLocks noChangeAspect="1"/>
                  </p:cNvPicPr>
                  <p:nvPr/>
                </p:nvPicPr>
                <p:blipFill>
                  <a:blip r:embed="rId5"/>
                  <a:stretch>
                    <a:fillRect/>
                  </a:stretch>
                </p:blipFill>
                <p:spPr>
                  <a:xfrm>
                    <a:off x="5357041" y="4725140"/>
                    <a:ext cx="529135" cy="638611"/>
                  </a:xfrm>
                  <a:prstGeom prst="rect">
                    <a:avLst/>
                  </a:prstGeom>
                </p:spPr>
              </p:pic>
              <p:pic>
                <p:nvPicPr>
                  <p:cNvPr id="112" name="図 111">
                    <a:extLst>
                      <a:ext uri="{FF2B5EF4-FFF2-40B4-BE49-F238E27FC236}">
                        <a16:creationId xmlns:a16="http://schemas.microsoft.com/office/drawing/2014/main" id="{F04D654D-7F48-532B-B554-F9ACE4A3BD0A}"/>
                      </a:ext>
                    </a:extLst>
                  </p:cNvPr>
                  <p:cNvPicPr>
                    <a:picLocks noChangeAspect="1"/>
                  </p:cNvPicPr>
                  <p:nvPr/>
                </p:nvPicPr>
                <p:blipFill>
                  <a:blip r:embed="rId5"/>
                  <a:stretch>
                    <a:fillRect/>
                  </a:stretch>
                </p:blipFill>
                <p:spPr>
                  <a:xfrm>
                    <a:off x="5886176" y="4725139"/>
                    <a:ext cx="529135" cy="638611"/>
                  </a:xfrm>
                  <a:prstGeom prst="rect">
                    <a:avLst/>
                  </a:prstGeom>
                </p:spPr>
              </p:pic>
              <p:pic>
                <p:nvPicPr>
                  <p:cNvPr id="113" name="図 112">
                    <a:extLst>
                      <a:ext uri="{FF2B5EF4-FFF2-40B4-BE49-F238E27FC236}">
                        <a16:creationId xmlns:a16="http://schemas.microsoft.com/office/drawing/2014/main" id="{E921DC03-600A-0A52-EAA4-03DB20E46C4A}"/>
                      </a:ext>
                    </a:extLst>
                  </p:cNvPr>
                  <p:cNvPicPr>
                    <a:picLocks noChangeAspect="1"/>
                  </p:cNvPicPr>
                  <p:nvPr/>
                </p:nvPicPr>
                <p:blipFill>
                  <a:blip r:embed="rId5"/>
                  <a:stretch>
                    <a:fillRect/>
                  </a:stretch>
                </p:blipFill>
                <p:spPr>
                  <a:xfrm>
                    <a:off x="6415311" y="4725138"/>
                    <a:ext cx="529135" cy="638611"/>
                  </a:xfrm>
                  <a:prstGeom prst="rect">
                    <a:avLst/>
                  </a:prstGeom>
                </p:spPr>
              </p:pic>
              <p:pic>
                <p:nvPicPr>
                  <p:cNvPr id="114" name="図 113">
                    <a:extLst>
                      <a:ext uri="{FF2B5EF4-FFF2-40B4-BE49-F238E27FC236}">
                        <a16:creationId xmlns:a16="http://schemas.microsoft.com/office/drawing/2014/main" id="{CC2331C0-2D50-4C8A-B8D9-64D37443DE89}"/>
                      </a:ext>
                    </a:extLst>
                  </p:cNvPr>
                  <p:cNvPicPr>
                    <a:picLocks noChangeAspect="1"/>
                  </p:cNvPicPr>
                  <p:nvPr/>
                </p:nvPicPr>
                <p:blipFill>
                  <a:blip r:embed="rId5"/>
                  <a:stretch>
                    <a:fillRect/>
                  </a:stretch>
                </p:blipFill>
                <p:spPr>
                  <a:xfrm>
                    <a:off x="6944446" y="4725137"/>
                    <a:ext cx="529135" cy="638611"/>
                  </a:xfrm>
                  <a:prstGeom prst="rect">
                    <a:avLst/>
                  </a:prstGeom>
                </p:spPr>
              </p:pic>
            </p:grpSp>
            <p:grpSp>
              <p:nvGrpSpPr>
                <p:cNvPr id="102" name="グループ化 101">
                  <a:extLst>
                    <a:ext uri="{FF2B5EF4-FFF2-40B4-BE49-F238E27FC236}">
                      <a16:creationId xmlns:a16="http://schemas.microsoft.com/office/drawing/2014/main" id="{19C9FC09-6AC5-E93C-1486-7D0EED882252}"/>
                    </a:ext>
                  </a:extLst>
                </p:cNvPr>
                <p:cNvGrpSpPr/>
                <p:nvPr/>
              </p:nvGrpSpPr>
              <p:grpSpPr>
                <a:xfrm rot="10800000">
                  <a:off x="3812679" y="1280908"/>
                  <a:ext cx="2645675" cy="2015004"/>
                  <a:chOff x="4827906" y="3348748"/>
                  <a:chExt cx="2645675" cy="2015004"/>
                </a:xfrm>
              </p:grpSpPr>
              <p:pic>
                <p:nvPicPr>
                  <p:cNvPr id="103" name="図 102">
                    <a:extLst>
                      <a:ext uri="{FF2B5EF4-FFF2-40B4-BE49-F238E27FC236}">
                        <a16:creationId xmlns:a16="http://schemas.microsoft.com/office/drawing/2014/main" id="{1F6D8216-0CAC-8857-9193-D7E578C3996E}"/>
                      </a:ext>
                    </a:extLst>
                  </p:cNvPr>
                  <p:cNvPicPr>
                    <a:picLocks noChangeAspect="1"/>
                  </p:cNvPicPr>
                  <p:nvPr/>
                </p:nvPicPr>
                <p:blipFill>
                  <a:blip r:embed="rId5"/>
                  <a:stretch>
                    <a:fillRect/>
                  </a:stretch>
                </p:blipFill>
                <p:spPr>
                  <a:xfrm>
                    <a:off x="5588802" y="3348748"/>
                    <a:ext cx="529135" cy="638611"/>
                  </a:xfrm>
                  <a:prstGeom prst="rect">
                    <a:avLst/>
                  </a:prstGeom>
                </p:spPr>
              </p:pic>
              <p:pic>
                <p:nvPicPr>
                  <p:cNvPr id="104" name="図 103">
                    <a:extLst>
                      <a:ext uri="{FF2B5EF4-FFF2-40B4-BE49-F238E27FC236}">
                        <a16:creationId xmlns:a16="http://schemas.microsoft.com/office/drawing/2014/main" id="{224B1376-EDE1-52ED-768B-AEB7B1997157}"/>
                      </a:ext>
                    </a:extLst>
                  </p:cNvPr>
                  <p:cNvPicPr>
                    <a:picLocks noChangeAspect="1"/>
                  </p:cNvPicPr>
                  <p:nvPr/>
                </p:nvPicPr>
                <p:blipFill>
                  <a:blip r:embed="rId5"/>
                  <a:stretch>
                    <a:fillRect/>
                  </a:stretch>
                </p:blipFill>
                <p:spPr>
                  <a:xfrm>
                    <a:off x="4827906" y="4725141"/>
                    <a:ext cx="529135" cy="638611"/>
                  </a:xfrm>
                  <a:prstGeom prst="rect">
                    <a:avLst/>
                  </a:prstGeom>
                </p:spPr>
              </p:pic>
              <p:pic>
                <p:nvPicPr>
                  <p:cNvPr id="105" name="図 104">
                    <a:extLst>
                      <a:ext uri="{FF2B5EF4-FFF2-40B4-BE49-F238E27FC236}">
                        <a16:creationId xmlns:a16="http://schemas.microsoft.com/office/drawing/2014/main" id="{EBFAEBDD-A72D-E6C1-AB71-71DFC6EA8554}"/>
                      </a:ext>
                    </a:extLst>
                  </p:cNvPr>
                  <p:cNvPicPr>
                    <a:picLocks noChangeAspect="1"/>
                  </p:cNvPicPr>
                  <p:nvPr/>
                </p:nvPicPr>
                <p:blipFill>
                  <a:blip r:embed="rId5"/>
                  <a:stretch>
                    <a:fillRect/>
                  </a:stretch>
                </p:blipFill>
                <p:spPr>
                  <a:xfrm>
                    <a:off x="5357041" y="4725140"/>
                    <a:ext cx="529135" cy="638611"/>
                  </a:xfrm>
                  <a:prstGeom prst="rect">
                    <a:avLst/>
                  </a:prstGeom>
                </p:spPr>
              </p:pic>
              <p:pic>
                <p:nvPicPr>
                  <p:cNvPr id="106" name="図 105">
                    <a:extLst>
                      <a:ext uri="{FF2B5EF4-FFF2-40B4-BE49-F238E27FC236}">
                        <a16:creationId xmlns:a16="http://schemas.microsoft.com/office/drawing/2014/main" id="{FCFE0EC6-3B56-0354-EAD8-DA455E71B60C}"/>
                      </a:ext>
                    </a:extLst>
                  </p:cNvPr>
                  <p:cNvPicPr>
                    <a:picLocks noChangeAspect="1"/>
                  </p:cNvPicPr>
                  <p:nvPr/>
                </p:nvPicPr>
                <p:blipFill>
                  <a:blip r:embed="rId5"/>
                  <a:stretch>
                    <a:fillRect/>
                  </a:stretch>
                </p:blipFill>
                <p:spPr>
                  <a:xfrm>
                    <a:off x="5886176" y="4725139"/>
                    <a:ext cx="529135" cy="638611"/>
                  </a:xfrm>
                  <a:prstGeom prst="rect">
                    <a:avLst/>
                  </a:prstGeom>
                </p:spPr>
              </p:pic>
              <p:pic>
                <p:nvPicPr>
                  <p:cNvPr id="107" name="図 106">
                    <a:extLst>
                      <a:ext uri="{FF2B5EF4-FFF2-40B4-BE49-F238E27FC236}">
                        <a16:creationId xmlns:a16="http://schemas.microsoft.com/office/drawing/2014/main" id="{7BCFC882-7959-6B2F-9F86-D40CFE348F50}"/>
                      </a:ext>
                    </a:extLst>
                  </p:cNvPr>
                  <p:cNvPicPr>
                    <a:picLocks noChangeAspect="1"/>
                  </p:cNvPicPr>
                  <p:nvPr/>
                </p:nvPicPr>
                <p:blipFill>
                  <a:blip r:embed="rId5"/>
                  <a:stretch>
                    <a:fillRect/>
                  </a:stretch>
                </p:blipFill>
                <p:spPr>
                  <a:xfrm>
                    <a:off x="6415311" y="4725138"/>
                    <a:ext cx="529135" cy="638611"/>
                  </a:xfrm>
                  <a:prstGeom prst="rect">
                    <a:avLst/>
                  </a:prstGeom>
                </p:spPr>
              </p:pic>
              <p:pic>
                <p:nvPicPr>
                  <p:cNvPr id="108" name="図 107">
                    <a:extLst>
                      <a:ext uri="{FF2B5EF4-FFF2-40B4-BE49-F238E27FC236}">
                        <a16:creationId xmlns:a16="http://schemas.microsoft.com/office/drawing/2014/main" id="{A605A62D-E19A-DE3F-F9E5-6C9507DDB22B}"/>
                      </a:ext>
                    </a:extLst>
                  </p:cNvPr>
                  <p:cNvPicPr>
                    <a:picLocks noChangeAspect="1"/>
                  </p:cNvPicPr>
                  <p:nvPr/>
                </p:nvPicPr>
                <p:blipFill>
                  <a:blip r:embed="rId5"/>
                  <a:stretch>
                    <a:fillRect/>
                  </a:stretch>
                </p:blipFill>
                <p:spPr>
                  <a:xfrm>
                    <a:off x="6944446" y="4725137"/>
                    <a:ext cx="529135" cy="638611"/>
                  </a:xfrm>
                  <a:prstGeom prst="rect">
                    <a:avLst/>
                  </a:prstGeom>
                </p:spPr>
              </p:pic>
            </p:grpSp>
          </p:grpSp>
          <p:sp>
            <p:nvSpPr>
              <p:cNvPr id="98" name="Text 3">
                <a:extLst>
                  <a:ext uri="{FF2B5EF4-FFF2-40B4-BE49-F238E27FC236}">
                    <a16:creationId xmlns:a16="http://schemas.microsoft.com/office/drawing/2014/main" id="{D60C2556-E298-A0EF-B842-6A5D58C92FB6}"/>
                  </a:ext>
                </a:extLst>
              </p:cNvPr>
              <p:cNvSpPr/>
              <p:nvPr/>
            </p:nvSpPr>
            <p:spPr>
              <a:xfrm>
                <a:off x="1204143" y="1729431"/>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sp>
            <p:nvSpPr>
              <p:cNvPr id="99" name="Text 8">
                <a:extLst>
                  <a:ext uri="{FF2B5EF4-FFF2-40B4-BE49-F238E27FC236}">
                    <a16:creationId xmlns:a16="http://schemas.microsoft.com/office/drawing/2014/main" id="{6E8BCA17-1462-B928-C404-93C614FF555C}"/>
                  </a:ext>
                </a:extLst>
              </p:cNvPr>
              <p:cNvSpPr/>
              <p:nvPr/>
            </p:nvSpPr>
            <p:spPr>
              <a:xfrm>
                <a:off x="1147570" y="5141254"/>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Bの手札</a:t>
                </a:r>
                <a:endParaRPr lang="en-US" sz="1300" dirty="0"/>
              </a:p>
            </p:txBody>
          </p:sp>
        </p:grpSp>
        <p:pic>
          <p:nvPicPr>
            <p:cNvPr id="16" name="図 15">
              <a:extLst>
                <a:ext uri="{FF2B5EF4-FFF2-40B4-BE49-F238E27FC236}">
                  <a16:creationId xmlns:a16="http://schemas.microsoft.com/office/drawing/2014/main" id="{9CE67345-5146-4382-8C9D-2987AD79EE72}"/>
                </a:ext>
              </a:extLst>
            </p:cNvPr>
            <p:cNvPicPr>
              <a:picLocks noChangeAspect="1"/>
            </p:cNvPicPr>
            <p:nvPr/>
          </p:nvPicPr>
          <p:blipFill>
            <a:blip r:embed="rId6">
              <a:alphaModFix amt="50000"/>
            </a:blip>
            <a:stretch>
              <a:fillRect/>
            </a:stretch>
          </p:blipFill>
          <p:spPr>
            <a:xfrm rot="10800000">
              <a:off x="9451309" y="2899065"/>
              <a:ext cx="533266" cy="643597"/>
            </a:xfrm>
            <a:prstGeom prst="rect">
              <a:avLst/>
            </a:prstGeom>
          </p:spPr>
        </p:pic>
        <p:sp>
          <p:nvSpPr>
            <p:cNvPr id="18" name="Text 1">
              <a:extLst>
                <a:ext uri="{FF2B5EF4-FFF2-40B4-BE49-F238E27FC236}">
                  <a16:creationId xmlns:a16="http://schemas.microsoft.com/office/drawing/2014/main" id="{425F192D-8183-C713-2E79-D23C25D7FB55}"/>
                </a:ext>
              </a:extLst>
            </p:cNvPr>
            <p:cNvSpPr txBox="1">
              <a:spLocks/>
            </p:cNvSpPr>
            <p:nvPr/>
          </p:nvSpPr>
          <p:spPr>
            <a:xfrm>
              <a:off x="9834318" y="2694987"/>
              <a:ext cx="174070" cy="365076"/>
            </a:xfrm>
            <a:prstGeom prst="rect">
              <a:avLst/>
            </a:prstGeom>
            <a:noFill/>
            <a:ln/>
          </p:spPr>
          <p:txBody>
            <a:bodyPr wrap="square" lIns="0" tIns="0" rIns="0" bIns="0" rtlCol="0" anchor="t">
              <a:normAutofit fontScale="92500"/>
            </a:bodyPr>
            <a:lstStyle>
              <a:lvl1pPr marL="0" indent="0" algn="l" defTabSz="914400" rtl="0" eaLnBrk="1" latinLnBrk="0" hangingPunct="1">
                <a:lnSpc>
                  <a:spcPct val="115000"/>
                </a:lnSpc>
                <a:spcBef>
                  <a:spcPct val="0"/>
                </a:spcBef>
                <a:buNone/>
                <a:defRPr lang="en-US" sz="3200" kern="1200" dirty="0">
                  <a:solidFill>
                    <a:srgbClr val="0A0028"/>
                  </a:solidFill>
                  <a:latin typeface="Noto Sans JP" pitchFamily="34" charset="0"/>
                  <a:ea typeface="Noto Sans JP" pitchFamily="34" charset="-122"/>
                  <a:cs typeface="Noto Sans JP" pitchFamily="34" charset="-120"/>
                </a:defRPr>
              </a:lvl1pPr>
            </a:lstStyle>
            <a:p>
              <a:pPr>
                <a:lnSpc>
                  <a:spcPts val="3520"/>
                </a:lnSpc>
              </a:pPr>
              <a:r>
                <a:rPr lang="ja-JP" altLang="en-US" sz="1100" b="1" dirty="0">
                  <a:solidFill>
                    <a:srgbClr val="FFFFFF"/>
                  </a:solidFill>
                </a:rPr>
                <a:t>表</a:t>
              </a:r>
              <a:endParaRPr lang="ja-JP" altLang="en-US" sz="1100" dirty="0">
                <a:solidFill>
                  <a:srgbClr val="FFFFFF"/>
                </a:solidFill>
              </a:endParaRPr>
            </a:p>
          </p:txBody>
        </p:sp>
        <p:pic>
          <p:nvPicPr>
            <p:cNvPr id="20" name="図 19">
              <a:extLst>
                <a:ext uri="{FF2B5EF4-FFF2-40B4-BE49-F238E27FC236}">
                  <a16:creationId xmlns:a16="http://schemas.microsoft.com/office/drawing/2014/main" id="{829C353C-9EA2-85FF-6DF3-5BD18C6F7802}"/>
                </a:ext>
              </a:extLst>
            </p:cNvPr>
            <p:cNvPicPr>
              <a:picLocks noChangeAspect="1"/>
            </p:cNvPicPr>
            <p:nvPr/>
          </p:nvPicPr>
          <p:blipFill>
            <a:blip r:embed="rId5"/>
            <a:stretch>
              <a:fillRect/>
            </a:stretch>
          </p:blipFill>
          <p:spPr>
            <a:xfrm rot="10800000">
              <a:off x="7411027" y="3113653"/>
              <a:ext cx="529135" cy="638611"/>
            </a:xfrm>
            <a:prstGeom prst="rect">
              <a:avLst/>
            </a:prstGeom>
          </p:spPr>
        </p:pic>
        <p:grpSp>
          <p:nvGrpSpPr>
            <p:cNvPr id="23" name="グループ化 22">
              <a:extLst>
                <a:ext uri="{FF2B5EF4-FFF2-40B4-BE49-F238E27FC236}">
                  <a16:creationId xmlns:a16="http://schemas.microsoft.com/office/drawing/2014/main" id="{9303752A-0933-9F35-5A91-0A4921C4FF12}"/>
                </a:ext>
              </a:extLst>
            </p:cNvPr>
            <p:cNvGrpSpPr/>
            <p:nvPr/>
          </p:nvGrpSpPr>
          <p:grpSpPr>
            <a:xfrm>
              <a:off x="7961160" y="2898147"/>
              <a:ext cx="549959" cy="853200"/>
              <a:chOff x="6875237" y="2899064"/>
              <a:chExt cx="549959" cy="853200"/>
            </a:xfrm>
          </p:grpSpPr>
          <p:pic>
            <p:nvPicPr>
              <p:cNvPr id="14" name="図 13">
                <a:extLst>
                  <a:ext uri="{FF2B5EF4-FFF2-40B4-BE49-F238E27FC236}">
                    <a16:creationId xmlns:a16="http://schemas.microsoft.com/office/drawing/2014/main" id="{5A50BFCA-E29E-EA73-55CA-8755A0A31D1D}"/>
                  </a:ext>
                </a:extLst>
              </p:cNvPr>
              <p:cNvPicPr>
                <a:picLocks noChangeAspect="1"/>
              </p:cNvPicPr>
              <p:nvPr/>
            </p:nvPicPr>
            <p:blipFill>
              <a:blip r:embed="rId11">
                <a:alphaModFix amt="70000"/>
              </a:blip>
              <a:stretch>
                <a:fillRect/>
              </a:stretch>
            </p:blipFill>
            <p:spPr>
              <a:xfrm rot="10800000">
                <a:off x="6875237" y="3118034"/>
                <a:ext cx="525505" cy="634230"/>
              </a:xfrm>
              <a:prstGeom prst="rect">
                <a:avLst/>
              </a:prstGeom>
            </p:spPr>
          </p:pic>
          <p:sp>
            <p:nvSpPr>
              <p:cNvPr id="22" name="Text 1">
                <a:extLst>
                  <a:ext uri="{FF2B5EF4-FFF2-40B4-BE49-F238E27FC236}">
                    <a16:creationId xmlns:a16="http://schemas.microsoft.com/office/drawing/2014/main" id="{52662622-7D3F-8D06-8F05-875DD7AE7E0D}"/>
                  </a:ext>
                </a:extLst>
              </p:cNvPr>
              <p:cNvSpPr txBox="1">
                <a:spLocks/>
              </p:cNvSpPr>
              <p:nvPr/>
            </p:nvSpPr>
            <p:spPr>
              <a:xfrm>
                <a:off x="7251126" y="2899064"/>
                <a:ext cx="174070" cy="365076"/>
              </a:xfrm>
              <a:prstGeom prst="rect">
                <a:avLst/>
              </a:prstGeom>
              <a:noFill/>
              <a:ln/>
            </p:spPr>
            <p:txBody>
              <a:bodyPr wrap="square" lIns="0" tIns="0" rIns="0" bIns="0" rtlCol="0" anchor="t">
                <a:normAutofit fontScale="92500"/>
              </a:bodyPr>
              <a:lstStyle>
                <a:lvl1pPr marL="0" indent="0" algn="l" defTabSz="914400" rtl="0" eaLnBrk="1" latinLnBrk="0" hangingPunct="1">
                  <a:lnSpc>
                    <a:spcPct val="115000"/>
                  </a:lnSpc>
                  <a:spcBef>
                    <a:spcPct val="0"/>
                  </a:spcBef>
                  <a:buNone/>
                  <a:defRPr lang="en-US" sz="3200" kern="1200" dirty="0">
                    <a:solidFill>
                      <a:srgbClr val="0A0028"/>
                    </a:solidFill>
                    <a:latin typeface="Noto Sans JP" pitchFamily="34" charset="0"/>
                    <a:ea typeface="Noto Sans JP" pitchFamily="34" charset="-122"/>
                    <a:cs typeface="Noto Sans JP" pitchFamily="34" charset="-120"/>
                  </a:defRPr>
                </a:lvl1pPr>
              </a:lstStyle>
              <a:p>
                <a:pPr>
                  <a:lnSpc>
                    <a:spcPts val="3520"/>
                  </a:lnSpc>
                </a:pPr>
                <a:r>
                  <a:rPr lang="ja-JP" altLang="en-US" sz="1100" b="1" dirty="0">
                    <a:solidFill>
                      <a:srgbClr val="FFFFFF"/>
                    </a:solidFill>
                  </a:rPr>
                  <a:t>表</a:t>
                </a:r>
                <a:endParaRPr lang="ja-JP" altLang="en-US" sz="1100" dirty="0">
                  <a:solidFill>
                    <a:srgbClr val="FFFFFF"/>
                  </a:solidFill>
                </a:endParaRPr>
              </a:p>
            </p:txBody>
          </p:sp>
        </p:grpSp>
      </p:grpSp>
    </p:spTree>
    <p:extLst>
      <p:ext uri="{BB962C8B-B14F-4D97-AF65-F5344CB8AC3E}">
        <p14:creationId xmlns:p14="http://schemas.microsoft.com/office/powerpoint/2010/main" val="2459609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a:extLst>
            <a:ext uri="{FF2B5EF4-FFF2-40B4-BE49-F238E27FC236}">
              <a16:creationId xmlns:a16="http://schemas.microsoft.com/office/drawing/2014/main" id="{DF42F385-8CB0-90F7-F692-C2D6F2354D8F}"/>
            </a:ext>
          </a:extLst>
        </p:cNvPr>
        <p:cNvGrpSpPr/>
        <p:nvPr/>
      </p:nvGrpSpPr>
      <p:grpSpPr>
        <a:xfrm>
          <a:off x="0" y="0"/>
          <a:ext cx="0" cy="0"/>
          <a:chOff x="0" y="0"/>
          <a:chExt cx="0" cy="0"/>
        </a:xfrm>
      </p:grpSpPr>
      <p:grpSp>
        <p:nvGrpSpPr>
          <p:cNvPr id="21" name="グループ化 20">
            <a:extLst>
              <a:ext uri="{FF2B5EF4-FFF2-40B4-BE49-F238E27FC236}">
                <a16:creationId xmlns:a16="http://schemas.microsoft.com/office/drawing/2014/main" id="{C54A2DFC-4AE7-B840-CAAC-EBDB90ECEDB8}"/>
              </a:ext>
            </a:extLst>
          </p:cNvPr>
          <p:cNvGrpSpPr/>
          <p:nvPr/>
        </p:nvGrpSpPr>
        <p:grpSpPr>
          <a:xfrm>
            <a:off x="222871" y="1476671"/>
            <a:ext cx="4514433" cy="3968832"/>
            <a:chOff x="6817512" y="1527658"/>
            <a:chExt cx="4514433" cy="3968832"/>
          </a:xfrm>
        </p:grpSpPr>
        <p:grpSp>
          <p:nvGrpSpPr>
            <p:cNvPr id="22" name="グループ化 21">
              <a:extLst>
                <a:ext uri="{FF2B5EF4-FFF2-40B4-BE49-F238E27FC236}">
                  <a16:creationId xmlns:a16="http://schemas.microsoft.com/office/drawing/2014/main" id="{8C6073C2-A9EB-329A-567E-5CA248AE2C76}"/>
                </a:ext>
              </a:extLst>
            </p:cNvPr>
            <p:cNvGrpSpPr/>
            <p:nvPr/>
          </p:nvGrpSpPr>
          <p:grpSpPr>
            <a:xfrm>
              <a:off x="6817512" y="1527658"/>
              <a:ext cx="4514433" cy="3968832"/>
              <a:chOff x="1147570" y="1569525"/>
              <a:chExt cx="4514433" cy="3968832"/>
            </a:xfrm>
          </p:grpSpPr>
          <p:grpSp>
            <p:nvGrpSpPr>
              <p:cNvPr id="29" name="グループ化 28">
                <a:extLst>
                  <a:ext uri="{FF2B5EF4-FFF2-40B4-BE49-F238E27FC236}">
                    <a16:creationId xmlns:a16="http://schemas.microsoft.com/office/drawing/2014/main" id="{2EA92D01-73F3-52CA-7EDC-3E4213AA3607}"/>
                  </a:ext>
                </a:extLst>
              </p:cNvPr>
              <p:cNvGrpSpPr/>
              <p:nvPr/>
            </p:nvGrpSpPr>
            <p:grpSpPr>
              <a:xfrm>
                <a:off x="1351028" y="1569525"/>
                <a:ext cx="4310975" cy="3968832"/>
                <a:chOff x="3277404" y="1280908"/>
                <a:chExt cx="4310975" cy="3968832"/>
              </a:xfrm>
            </p:grpSpPr>
            <p:grpSp>
              <p:nvGrpSpPr>
                <p:cNvPr id="32" name="グループ化 31">
                  <a:extLst>
                    <a:ext uri="{FF2B5EF4-FFF2-40B4-BE49-F238E27FC236}">
                      <a16:creationId xmlns:a16="http://schemas.microsoft.com/office/drawing/2014/main" id="{06D99518-EE84-3AB6-B1BF-6C0F93126027}"/>
                    </a:ext>
                  </a:extLst>
                </p:cNvPr>
                <p:cNvGrpSpPr/>
                <p:nvPr/>
              </p:nvGrpSpPr>
              <p:grpSpPr>
                <a:xfrm>
                  <a:off x="3277404" y="1813553"/>
                  <a:ext cx="4310975" cy="2873984"/>
                  <a:chOff x="3277404" y="1813553"/>
                  <a:chExt cx="4310975" cy="2873984"/>
                </a:xfrm>
              </p:grpSpPr>
              <p:pic>
                <p:nvPicPr>
                  <p:cNvPr id="62" name="図 61">
                    <a:extLst>
                      <a:ext uri="{FF2B5EF4-FFF2-40B4-BE49-F238E27FC236}">
                        <a16:creationId xmlns:a16="http://schemas.microsoft.com/office/drawing/2014/main" id="{206C4B02-6D73-D9E7-630A-EB869F3E2AFB}"/>
                      </a:ext>
                    </a:extLst>
                  </p:cNvPr>
                  <p:cNvPicPr>
                    <a:picLocks noChangeAspect="1"/>
                  </p:cNvPicPr>
                  <p:nvPr/>
                </p:nvPicPr>
                <p:blipFill>
                  <a:blip r:embed="rId3"/>
                  <a:stretch>
                    <a:fillRect/>
                  </a:stretch>
                </p:blipFill>
                <p:spPr>
                  <a:xfrm>
                    <a:off x="3277404" y="1813553"/>
                    <a:ext cx="4310975" cy="2873984"/>
                  </a:xfrm>
                  <a:prstGeom prst="rect">
                    <a:avLst/>
                  </a:prstGeom>
                </p:spPr>
              </p:pic>
              <p:grpSp>
                <p:nvGrpSpPr>
                  <p:cNvPr id="63" name="グループ化 62">
                    <a:extLst>
                      <a:ext uri="{FF2B5EF4-FFF2-40B4-BE49-F238E27FC236}">
                        <a16:creationId xmlns:a16="http://schemas.microsoft.com/office/drawing/2014/main" id="{61949787-539B-E02D-80FD-D622A9FB2413}"/>
                      </a:ext>
                    </a:extLst>
                  </p:cNvPr>
                  <p:cNvGrpSpPr/>
                  <p:nvPr/>
                </p:nvGrpSpPr>
                <p:grpSpPr>
                  <a:xfrm>
                    <a:off x="3412917" y="1979898"/>
                    <a:ext cx="4070687" cy="638614"/>
                    <a:chOff x="3412917" y="1979898"/>
                    <a:chExt cx="4070687" cy="638614"/>
                  </a:xfrm>
                </p:grpSpPr>
                <p:pic>
                  <p:nvPicPr>
                    <p:cNvPr id="72" name="図 71">
                      <a:extLst>
                        <a:ext uri="{FF2B5EF4-FFF2-40B4-BE49-F238E27FC236}">
                          <a16:creationId xmlns:a16="http://schemas.microsoft.com/office/drawing/2014/main" id="{15D43CDA-D6A6-ADDC-8592-AFE14829D330}"/>
                        </a:ext>
                      </a:extLst>
                    </p:cNvPr>
                    <p:cNvPicPr>
                      <a:picLocks noChangeAspect="1"/>
                    </p:cNvPicPr>
                    <p:nvPr/>
                  </p:nvPicPr>
                  <p:blipFill>
                    <a:blip r:embed="rId4"/>
                    <a:stretch>
                      <a:fillRect/>
                    </a:stretch>
                  </p:blipFill>
                  <p:spPr>
                    <a:xfrm rot="10800000">
                      <a:off x="3412917" y="1979901"/>
                      <a:ext cx="529135" cy="638611"/>
                    </a:xfrm>
                    <a:prstGeom prst="rect">
                      <a:avLst/>
                    </a:prstGeom>
                  </p:spPr>
                </p:pic>
                <p:pic>
                  <p:nvPicPr>
                    <p:cNvPr id="73" name="図 72">
                      <a:extLst>
                        <a:ext uri="{FF2B5EF4-FFF2-40B4-BE49-F238E27FC236}">
                          <a16:creationId xmlns:a16="http://schemas.microsoft.com/office/drawing/2014/main" id="{18989276-1CF5-7B6E-D186-223B5771D714}"/>
                        </a:ext>
                      </a:extLst>
                    </p:cNvPr>
                    <p:cNvPicPr>
                      <a:picLocks noChangeAspect="1"/>
                    </p:cNvPicPr>
                    <p:nvPr/>
                  </p:nvPicPr>
                  <p:blipFill>
                    <a:blip r:embed="rId4"/>
                    <a:stretch>
                      <a:fillRect/>
                    </a:stretch>
                  </p:blipFill>
                  <p:spPr>
                    <a:xfrm rot="10800000">
                      <a:off x="4119940" y="1979899"/>
                      <a:ext cx="529135" cy="638611"/>
                    </a:xfrm>
                    <a:prstGeom prst="rect">
                      <a:avLst/>
                    </a:prstGeom>
                  </p:spPr>
                </p:pic>
                <p:pic>
                  <p:nvPicPr>
                    <p:cNvPr id="74" name="図 73">
                      <a:extLst>
                        <a:ext uri="{FF2B5EF4-FFF2-40B4-BE49-F238E27FC236}">
                          <a16:creationId xmlns:a16="http://schemas.microsoft.com/office/drawing/2014/main" id="{4C0B8D67-496E-D0B9-BF7D-15DCCD0C281F}"/>
                        </a:ext>
                      </a:extLst>
                    </p:cNvPr>
                    <p:cNvPicPr>
                      <a:picLocks noChangeAspect="1"/>
                    </p:cNvPicPr>
                    <p:nvPr/>
                  </p:nvPicPr>
                  <p:blipFill>
                    <a:blip r:embed="rId4"/>
                    <a:stretch>
                      <a:fillRect/>
                    </a:stretch>
                  </p:blipFill>
                  <p:spPr>
                    <a:xfrm rot="10800000">
                      <a:off x="4826963" y="1979900"/>
                      <a:ext cx="529135" cy="638611"/>
                    </a:xfrm>
                    <a:prstGeom prst="rect">
                      <a:avLst/>
                    </a:prstGeom>
                  </p:spPr>
                </p:pic>
                <p:pic>
                  <p:nvPicPr>
                    <p:cNvPr id="75" name="図 74">
                      <a:extLst>
                        <a:ext uri="{FF2B5EF4-FFF2-40B4-BE49-F238E27FC236}">
                          <a16:creationId xmlns:a16="http://schemas.microsoft.com/office/drawing/2014/main" id="{88681537-C727-A385-AC19-F6E6BA2D7C39}"/>
                        </a:ext>
                      </a:extLst>
                    </p:cNvPr>
                    <p:cNvPicPr>
                      <a:picLocks noChangeAspect="1"/>
                    </p:cNvPicPr>
                    <p:nvPr/>
                  </p:nvPicPr>
                  <p:blipFill>
                    <a:blip r:embed="rId4"/>
                    <a:stretch>
                      <a:fillRect/>
                    </a:stretch>
                  </p:blipFill>
                  <p:spPr>
                    <a:xfrm rot="10800000">
                      <a:off x="5540423" y="1979901"/>
                      <a:ext cx="529135" cy="638611"/>
                    </a:xfrm>
                    <a:prstGeom prst="rect">
                      <a:avLst/>
                    </a:prstGeom>
                  </p:spPr>
                </p:pic>
                <p:pic>
                  <p:nvPicPr>
                    <p:cNvPr id="76" name="図 75">
                      <a:extLst>
                        <a:ext uri="{FF2B5EF4-FFF2-40B4-BE49-F238E27FC236}">
                          <a16:creationId xmlns:a16="http://schemas.microsoft.com/office/drawing/2014/main" id="{95BDCA92-9F89-7E06-5789-290C99B55742}"/>
                        </a:ext>
                      </a:extLst>
                    </p:cNvPr>
                    <p:cNvPicPr>
                      <a:picLocks noChangeAspect="1"/>
                    </p:cNvPicPr>
                    <p:nvPr/>
                  </p:nvPicPr>
                  <p:blipFill>
                    <a:blip r:embed="rId4"/>
                    <a:stretch>
                      <a:fillRect/>
                    </a:stretch>
                  </p:blipFill>
                  <p:spPr>
                    <a:xfrm rot="10800000">
                      <a:off x="6241009" y="1979901"/>
                      <a:ext cx="529135" cy="638611"/>
                    </a:xfrm>
                    <a:prstGeom prst="rect">
                      <a:avLst/>
                    </a:prstGeom>
                  </p:spPr>
                </p:pic>
                <p:pic>
                  <p:nvPicPr>
                    <p:cNvPr id="77" name="図 76">
                      <a:extLst>
                        <a:ext uri="{FF2B5EF4-FFF2-40B4-BE49-F238E27FC236}">
                          <a16:creationId xmlns:a16="http://schemas.microsoft.com/office/drawing/2014/main" id="{187E88C3-9595-58F7-0F72-D453D14A9DD7}"/>
                        </a:ext>
                      </a:extLst>
                    </p:cNvPr>
                    <p:cNvPicPr>
                      <a:picLocks noChangeAspect="1"/>
                    </p:cNvPicPr>
                    <p:nvPr/>
                  </p:nvPicPr>
                  <p:blipFill>
                    <a:blip r:embed="rId4"/>
                    <a:stretch>
                      <a:fillRect/>
                    </a:stretch>
                  </p:blipFill>
                  <p:spPr>
                    <a:xfrm rot="10800000">
                      <a:off x="6954469" y="1979898"/>
                      <a:ext cx="529135" cy="638611"/>
                    </a:xfrm>
                    <a:prstGeom prst="rect">
                      <a:avLst/>
                    </a:prstGeom>
                  </p:spPr>
                </p:pic>
              </p:grpSp>
              <p:grpSp>
                <p:nvGrpSpPr>
                  <p:cNvPr id="64" name="グループ化 63">
                    <a:extLst>
                      <a:ext uri="{FF2B5EF4-FFF2-40B4-BE49-F238E27FC236}">
                        <a16:creationId xmlns:a16="http://schemas.microsoft.com/office/drawing/2014/main" id="{56F87997-8C2B-A81C-4B02-69B70FFDAB91}"/>
                      </a:ext>
                    </a:extLst>
                  </p:cNvPr>
                  <p:cNvGrpSpPr/>
                  <p:nvPr/>
                </p:nvGrpSpPr>
                <p:grpSpPr>
                  <a:xfrm rot="10800000">
                    <a:off x="3402894" y="3920181"/>
                    <a:ext cx="4070687" cy="638614"/>
                    <a:chOff x="3412917" y="1979898"/>
                    <a:chExt cx="4070687" cy="638614"/>
                  </a:xfrm>
                </p:grpSpPr>
                <p:pic>
                  <p:nvPicPr>
                    <p:cNvPr id="65" name="図 64">
                      <a:extLst>
                        <a:ext uri="{FF2B5EF4-FFF2-40B4-BE49-F238E27FC236}">
                          <a16:creationId xmlns:a16="http://schemas.microsoft.com/office/drawing/2014/main" id="{28F6AB34-739D-6695-2499-62D2B0FED082}"/>
                        </a:ext>
                      </a:extLst>
                    </p:cNvPr>
                    <p:cNvPicPr>
                      <a:picLocks noChangeAspect="1"/>
                    </p:cNvPicPr>
                    <p:nvPr/>
                  </p:nvPicPr>
                  <p:blipFill>
                    <a:blip r:embed="rId4"/>
                    <a:stretch>
                      <a:fillRect/>
                    </a:stretch>
                  </p:blipFill>
                  <p:spPr>
                    <a:xfrm rot="10800000">
                      <a:off x="3412917" y="1979901"/>
                      <a:ext cx="529135" cy="638611"/>
                    </a:xfrm>
                    <a:prstGeom prst="rect">
                      <a:avLst/>
                    </a:prstGeom>
                  </p:spPr>
                </p:pic>
                <p:pic>
                  <p:nvPicPr>
                    <p:cNvPr id="66" name="図 65">
                      <a:extLst>
                        <a:ext uri="{FF2B5EF4-FFF2-40B4-BE49-F238E27FC236}">
                          <a16:creationId xmlns:a16="http://schemas.microsoft.com/office/drawing/2014/main" id="{E7865F42-0CA0-0880-B45E-050347544F8F}"/>
                        </a:ext>
                      </a:extLst>
                    </p:cNvPr>
                    <p:cNvPicPr>
                      <a:picLocks noChangeAspect="1"/>
                    </p:cNvPicPr>
                    <p:nvPr/>
                  </p:nvPicPr>
                  <p:blipFill>
                    <a:blip r:embed="rId4"/>
                    <a:stretch>
                      <a:fillRect/>
                    </a:stretch>
                  </p:blipFill>
                  <p:spPr>
                    <a:xfrm rot="10800000">
                      <a:off x="4119940" y="1979899"/>
                      <a:ext cx="529135" cy="638611"/>
                    </a:xfrm>
                    <a:prstGeom prst="rect">
                      <a:avLst/>
                    </a:prstGeom>
                  </p:spPr>
                </p:pic>
                <p:pic>
                  <p:nvPicPr>
                    <p:cNvPr id="67" name="図 66">
                      <a:extLst>
                        <a:ext uri="{FF2B5EF4-FFF2-40B4-BE49-F238E27FC236}">
                          <a16:creationId xmlns:a16="http://schemas.microsoft.com/office/drawing/2014/main" id="{42AEB26C-482E-9EDB-4FAA-B5B8F35A1C6C}"/>
                        </a:ext>
                      </a:extLst>
                    </p:cNvPr>
                    <p:cNvPicPr>
                      <a:picLocks noChangeAspect="1"/>
                    </p:cNvPicPr>
                    <p:nvPr/>
                  </p:nvPicPr>
                  <p:blipFill>
                    <a:blip r:embed="rId4"/>
                    <a:stretch>
                      <a:fillRect/>
                    </a:stretch>
                  </p:blipFill>
                  <p:spPr>
                    <a:xfrm rot="10800000">
                      <a:off x="4826963" y="1979900"/>
                      <a:ext cx="529135" cy="638611"/>
                    </a:xfrm>
                    <a:prstGeom prst="rect">
                      <a:avLst/>
                    </a:prstGeom>
                  </p:spPr>
                </p:pic>
                <p:pic>
                  <p:nvPicPr>
                    <p:cNvPr id="68" name="図 67">
                      <a:extLst>
                        <a:ext uri="{FF2B5EF4-FFF2-40B4-BE49-F238E27FC236}">
                          <a16:creationId xmlns:a16="http://schemas.microsoft.com/office/drawing/2014/main" id="{BF986648-20DC-BC17-A7CF-E8B775D43170}"/>
                        </a:ext>
                      </a:extLst>
                    </p:cNvPr>
                    <p:cNvPicPr>
                      <a:picLocks noChangeAspect="1"/>
                    </p:cNvPicPr>
                    <p:nvPr/>
                  </p:nvPicPr>
                  <p:blipFill>
                    <a:blip r:embed="rId4"/>
                    <a:stretch>
                      <a:fillRect/>
                    </a:stretch>
                  </p:blipFill>
                  <p:spPr>
                    <a:xfrm rot="10800000">
                      <a:off x="5540423" y="1979901"/>
                      <a:ext cx="529135" cy="638611"/>
                    </a:xfrm>
                    <a:prstGeom prst="rect">
                      <a:avLst/>
                    </a:prstGeom>
                  </p:spPr>
                </p:pic>
                <p:pic>
                  <p:nvPicPr>
                    <p:cNvPr id="69" name="図 68">
                      <a:extLst>
                        <a:ext uri="{FF2B5EF4-FFF2-40B4-BE49-F238E27FC236}">
                          <a16:creationId xmlns:a16="http://schemas.microsoft.com/office/drawing/2014/main" id="{E125296D-F858-8CC7-2837-2D6A3C51355A}"/>
                        </a:ext>
                      </a:extLst>
                    </p:cNvPr>
                    <p:cNvPicPr>
                      <a:picLocks noChangeAspect="1"/>
                    </p:cNvPicPr>
                    <p:nvPr/>
                  </p:nvPicPr>
                  <p:blipFill>
                    <a:blip r:embed="rId4"/>
                    <a:stretch>
                      <a:fillRect/>
                    </a:stretch>
                  </p:blipFill>
                  <p:spPr>
                    <a:xfrm rot="10800000">
                      <a:off x="6241009" y="1979901"/>
                      <a:ext cx="529135" cy="638611"/>
                    </a:xfrm>
                    <a:prstGeom prst="rect">
                      <a:avLst/>
                    </a:prstGeom>
                  </p:spPr>
                </p:pic>
                <p:pic>
                  <p:nvPicPr>
                    <p:cNvPr id="71" name="図 70">
                      <a:extLst>
                        <a:ext uri="{FF2B5EF4-FFF2-40B4-BE49-F238E27FC236}">
                          <a16:creationId xmlns:a16="http://schemas.microsoft.com/office/drawing/2014/main" id="{CD93BC31-D82D-619B-94BA-6A1BA0254BF2}"/>
                        </a:ext>
                      </a:extLst>
                    </p:cNvPr>
                    <p:cNvPicPr>
                      <a:picLocks noChangeAspect="1"/>
                    </p:cNvPicPr>
                    <p:nvPr/>
                  </p:nvPicPr>
                  <p:blipFill>
                    <a:blip r:embed="rId4"/>
                    <a:stretch>
                      <a:fillRect/>
                    </a:stretch>
                  </p:blipFill>
                  <p:spPr>
                    <a:xfrm rot="10800000">
                      <a:off x="6954469" y="1979898"/>
                      <a:ext cx="529135" cy="638611"/>
                    </a:xfrm>
                    <a:prstGeom prst="rect">
                      <a:avLst/>
                    </a:prstGeom>
                  </p:spPr>
                </p:pic>
              </p:grpSp>
            </p:grpSp>
            <p:grpSp>
              <p:nvGrpSpPr>
                <p:cNvPr id="33" name="グループ化 32">
                  <a:extLst>
                    <a:ext uri="{FF2B5EF4-FFF2-40B4-BE49-F238E27FC236}">
                      <a16:creationId xmlns:a16="http://schemas.microsoft.com/office/drawing/2014/main" id="{82EE8A1E-42DC-B017-3B62-CC23C40E010E}"/>
                    </a:ext>
                  </a:extLst>
                </p:cNvPr>
                <p:cNvGrpSpPr/>
                <p:nvPr/>
              </p:nvGrpSpPr>
              <p:grpSpPr>
                <a:xfrm>
                  <a:off x="3845486" y="4611124"/>
                  <a:ext cx="3174810" cy="638616"/>
                  <a:chOff x="4298771" y="4725137"/>
                  <a:chExt cx="3174810" cy="638616"/>
                </a:xfrm>
              </p:grpSpPr>
              <p:pic>
                <p:nvPicPr>
                  <p:cNvPr id="41" name="図 40">
                    <a:extLst>
                      <a:ext uri="{FF2B5EF4-FFF2-40B4-BE49-F238E27FC236}">
                        <a16:creationId xmlns:a16="http://schemas.microsoft.com/office/drawing/2014/main" id="{CB32F4EB-4758-6656-3FEF-9AE5D94F9EF0}"/>
                      </a:ext>
                    </a:extLst>
                  </p:cNvPr>
                  <p:cNvPicPr>
                    <a:picLocks noChangeAspect="1"/>
                  </p:cNvPicPr>
                  <p:nvPr/>
                </p:nvPicPr>
                <p:blipFill>
                  <a:blip r:embed="rId4"/>
                  <a:stretch>
                    <a:fillRect/>
                  </a:stretch>
                </p:blipFill>
                <p:spPr>
                  <a:xfrm>
                    <a:off x="4298771" y="4725142"/>
                    <a:ext cx="529135" cy="638611"/>
                  </a:xfrm>
                  <a:prstGeom prst="rect">
                    <a:avLst/>
                  </a:prstGeom>
                </p:spPr>
              </p:pic>
              <p:pic>
                <p:nvPicPr>
                  <p:cNvPr id="42" name="図 41">
                    <a:extLst>
                      <a:ext uri="{FF2B5EF4-FFF2-40B4-BE49-F238E27FC236}">
                        <a16:creationId xmlns:a16="http://schemas.microsoft.com/office/drawing/2014/main" id="{24C02D81-B457-B86D-1CC7-64736F66A335}"/>
                      </a:ext>
                    </a:extLst>
                  </p:cNvPr>
                  <p:cNvPicPr>
                    <a:picLocks noChangeAspect="1"/>
                  </p:cNvPicPr>
                  <p:nvPr/>
                </p:nvPicPr>
                <p:blipFill>
                  <a:blip r:embed="rId4"/>
                  <a:stretch>
                    <a:fillRect/>
                  </a:stretch>
                </p:blipFill>
                <p:spPr>
                  <a:xfrm>
                    <a:off x="4827906" y="4725141"/>
                    <a:ext cx="529135" cy="638611"/>
                  </a:xfrm>
                  <a:prstGeom prst="rect">
                    <a:avLst/>
                  </a:prstGeom>
                </p:spPr>
              </p:pic>
              <p:pic>
                <p:nvPicPr>
                  <p:cNvPr id="43" name="図 42">
                    <a:extLst>
                      <a:ext uri="{FF2B5EF4-FFF2-40B4-BE49-F238E27FC236}">
                        <a16:creationId xmlns:a16="http://schemas.microsoft.com/office/drawing/2014/main" id="{61C1468C-80E9-0E65-0907-403554765857}"/>
                      </a:ext>
                    </a:extLst>
                  </p:cNvPr>
                  <p:cNvPicPr>
                    <a:picLocks noChangeAspect="1"/>
                  </p:cNvPicPr>
                  <p:nvPr/>
                </p:nvPicPr>
                <p:blipFill>
                  <a:blip r:embed="rId4"/>
                  <a:stretch>
                    <a:fillRect/>
                  </a:stretch>
                </p:blipFill>
                <p:spPr>
                  <a:xfrm>
                    <a:off x="5357041" y="4725140"/>
                    <a:ext cx="529135" cy="638611"/>
                  </a:xfrm>
                  <a:prstGeom prst="rect">
                    <a:avLst/>
                  </a:prstGeom>
                </p:spPr>
              </p:pic>
              <p:pic>
                <p:nvPicPr>
                  <p:cNvPr id="44" name="図 43">
                    <a:extLst>
                      <a:ext uri="{FF2B5EF4-FFF2-40B4-BE49-F238E27FC236}">
                        <a16:creationId xmlns:a16="http://schemas.microsoft.com/office/drawing/2014/main" id="{04E96BEC-E99D-D3A9-2F05-8506BF6E7A25}"/>
                      </a:ext>
                    </a:extLst>
                  </p:cNvPr>
                  <p:cNvPicPr>
                    <a:picLocks noChangeAspect="1"/>
                  </p:cNvPicPr>
                  <p:nvPr/>
                </p:nvPicPr>
                <p:blipFill>
                  <a:blip r:embed="rId4"/>
                  <a:stretch>
                    <a:fillRect/>
                  </a:stretch>
                </p:blipFill>
                <p:spPr>
                  <a:xfrm>
                    <a:off x="5886176" y="4725139"/>
                    <a:ext cx="529135" cy="638611"/>
                  </a:xfrm>
                  <a:prstGeom prst="rect">
                    <a:avLst/>
                  </a:prstGeom>
                </p:spPr>
              </p:pic>
              <p:pic>
                <p:nvPicPr>
                  <p:cNvPr id="45" name="図 44">
                    <a:extLst>
                      <a:ext uri="{FF2B5EF4-FFF2-40B4-BE49-F238E27FC236}">
                        <a16:creationId xmlns:a16="http://schemas.microsoft.com/office/drawing/2014/main" id="{90CD019B-7222-02F1-ABED-8E44B6128525}"/>
                      </a:ext>
                    </a:extLst>
                  </p:cNvPr>
                  <p:cNvPicPr>
                    <a:picLocks noChangeAspect="1"/>
                  </p:cNvPicPr>
                  <p:nvPr/>
                </p:nvPicPr>
                <p:blipFill>
                  <a:blip r:embed="rId4"/>
                  <a:stretch>
                    <a:fillRect/>
                  </a:stretch>
                </p:blipFill>
                <p:spPr>
                  <a:xfrm>
                    <a:off x="6415311" y="4725138"/>
                    <a:ext cx="529135" cy="638611"/>
                  </a:xfrm>
                  <a:prstGeom prst="rect">
                    <a:avLst/>
                  </a:prstGeom>
                </p:spPr>
              </p:pic>
              <p:pic>
                <p:nvPicPr>
                  <p:cNvPr id="46" name="図 45">
                    <a:extLst>
                      <a:ext uri="{FF2B5EF4-FFF2-40B4-BE49-F238E27FC236}">
                        <a16:creationId xmlns:a16="http://schemas.microsoft.com/office/drawing/2014/main" id="{5D2A6E1D-451F-725B-7184-0961844ECD46}"/>
                      </a:ext>
                    </a:extLst>
                  </p:cNvPr>
                  <p:cNvPicPr>
                    <a:picLocks noChangeAspect="1"/>
                  </p:cNvPicPr>
                  <p:nvPr/>
                </p:nvPicPr>
                <p:blipFill>
                  <a:blip r:embed="rId4"/>
                  <a:stretch>
                    <a:fillRect/>
                  </a:stretch>
                </p:blipFill>
                <p:spPr>
                  <a:xfrm>
                    <a:off x="6944446" y="4725137"/>
                    <a:ext cx="529135" cy="638611"/>
                  </a:xfrm>
                  <a:prstGeom prst="rect">
                    <a:avLst/>
                  </a:prstGeom>
                </p:spPr>
              </p:pic>
            </p:grpSp>
            <p:grpSp>
              <p:nvGrpSpPr>
                <p:cNvPr id="34" name="グループ化 33">
                  <a:extLst>
                    <a:ext uri="{FF2B5EF4-FFF2-40B4-BE49-F238E27FC236}">
                      <a16:creationId xmlns:a16="http://schemas.microsoft.com/office/drawing/2014/main" id="{83563D34-A749-40C7-FD66-E25BAB9FD748}"/>
                    </a:ext>
                  </a:extLst>
                </p:cNvPr>
                <p:cNvGrpSpPr/>
                <p:nvPr/>
              </p:nvGrpSpPr>
              <p:grpSpPr>
                <a:xfrm rot="10800000">
                  <a:off x="3812679" y="1280908"/>
                  <a:ext cx="2645675" cy="2015004"/>
                  <a:chOff x="4827906" y="3348748"/>
                  <a:chExt cx="2645675" cy="2015004"/>
                </a:xfrm>
              </p:grpSpPr>
              <p:pic>
                <p:nvPicPr>
                  <p:cNvPr id="35" name="図 34">
                    <a:extLst>
                      <a:ext uri="{FF2B5EF4-FFF2-40B4-BE49-F238E27FC236}">
                        <a16:creationId xmlns:a16="http://schemas.microsoft.com/office/drawing/2014/main" id="{335339DB-E418-536B-8089-937150F33B8B}"/>
                      </a:ext>
                    </a:extLst>
                  </p:cNvPr>
                  <p:cNvPicPr>
                    <a:picLocks noChangeAspect="1"/>
                  </p:cNvPicPr>
                  <p:nvPr/>
                </p:nvPicPr>
                <p:blipFill>
                  <a:blip r:embed="rId4"/>
                  <a:stretch>
                    <a:fillRect/>
                  </a:stretch>
                </p:blipFill>
                <p:spPr>
                  <a:xfrm>
                    <a:off x="5588802" y="3348748"/>
                    <a:ext cx="529135" cy="638611"/>
                  </a:xfrm>
                  <a:prstGeom prst="rect">
                    <a:avLst/>
                  </a:prstGeom>
                </p:spPr>
              </p:pic>
              <p:pic>
                <p:nvPicPr>
                  <p:cNvPr id="36" name="図 35">
                    <a:extLst>
                      <a:ext uri="{FF2B5EF4-FFF2-40B4-BE49-F238E27FC236}">
                        <a16:creationId xmlns:a16="http://schemas.microsoft.com/office/drawing/2014/main" id="{ED05BBD2-8C14-E637-738A-6BE3D7F9CE9D}"/>
                      </a:ext>
                    </a:extLst>
                  </p:cNvPr>
                  <p:cNvPicPr>
                    <a:picLocks noChangeAspect="1"/>
                  </p:cNvPicPr>
                  <p:nvPr/>
                </p:nvPicPr>
                <p:blipFill>
                  <a:blip r:embed="rId4"/>
                  <a:stretch>
                    <a:fillRect/>
                  </a:stretch>
                </p:blipFill>
                <p:spPr>
                  <a:xfrm>
                    <a:off x="4827906" y="4725141"/>
                    <a:ext cx="529135" cy="638611"/>
                  </a:xfrm>
                  <a:prstGeom prst="rect">
                    <a:avLst/>
                  </a:prstGeom>
                </p:spPr>
              </p:pic>
              <p:pic>
                <p:nvPicPr>
                  <p:cNvPr id="37" name="図 36">
                    <a:extLst>
                      <a:ext uri="{FF2B5EF4-FFF2-40B4-BE49-F238E27FC236}">
                        <a16:creationId xmlns:a16="http://schemas.microsoft.com/office/drawing/2014/main" id="{6BFAD004-3148-33F8-2951-BEECFBCE1FDF}"/>
                      </a:ext>
                    </a:extLst>
                  </p:cNvPr>
                  <p:cNvPicPr>
                    <a:picLocks noChangeAspect="1"/>
                  </p:cNvPicPr>
                  <p:nvPr/>
                </p:nvPicPr>
                <p:blipFill>
                  <a:blip r:embed="rId4"/>
                  <a:stretch>
                    <a:fillRect/>
                  </a:stretch>
                </p:blipFill>
                <p:spPr>
                  <a:xfrm>
                    <a:off x="5357041" y="4725140"/>
                    <a:ext cx="529135" cy="638611"/>
                  </a:xfrm>
                  <a:prstGeom prst="rect">
                    <a:avLst/>
                  </a:prstGeom>
                </p:spPr>
              </p:pic>
              <p:pic>
                <p:nvPicPr>
                  <p:cNvPr id="38" name="図 37">
                    <a:extLst>
                      <a:ext uri="{FF2B5EF4-FFF2-40B4-BE49-F238E27FC236}">
                        <a16:creationId xmlns:a16="http://schemas.microsoft.com/office/drawing/2014/main" id="{54C68B0E-9CD8-D874-72D6-C06AEF6A0BDE}"/>
                      </a:ext>
                    </a:extLst>
                  </p:cNvPr>
                  <p:cNvPicPr>
                    <a:picLocks noChangeAspect="1"/>
                  </p:cNvPicPr>
                  <p:nvPr/>
                </p:nvPicPr>
                <p:blipFill>
                  <a:blip r:embed="rId4"/>
                  <a:stretch>
                    <a:fillRect/>
                  </a:stretch>
                </p:blipFill>
                <p:spPr>
                  <a:xfrm>
                    <a:off x="5886176" y="4725139"/>
                    <a:ext cx="529135" cy="638611"/>
                  </a:xfrm>
                  <a:prstGeom prst="rect">
                    <a:avLst/>
                  </a:prstGeom>
                </p:spPr>
              </p:pic>
              <p:pic>
                <p:nvPicPr>
                  <p:cNvPr id="39" name="図 38">
                    <a:extLst>
                      <a:ext uri="{FF2B5EF4-FFF2-40B4-BE49-F238E27FC236}">
                        <a16:creationId xmlns:a16="http://schemas.microsoft.com/office/drawing/2014/main" id="{BBB3A2DB-22D0-1E52-AFCB-4AAB650CDDE3}"/>
                      </a:ext>
                    </a:extLst>
                  </p:cNvPr>
                  <p:cNvPicPr>
                    <a:picLocks noChangeAspect="1"/>
                  </p:cNvPicPr>
                  <p:nvPr/>
                </p:nvPicPr>
                <p:blipFill>
                  <a:blip r:embed="rId4"/>
                  <a:stretch>
                    <a:fillRect/>
                  </a:stretch>
                </p:blipFill>
                <p:spPr>
                  <a:xfrm>
                    <a:off x="6415311" y="4725138"/>
                    <a:ext cx="529135" cy="638611"/>
                  </a:xfrm>
                  <a:prstGeom prst="rect">
                    <a:avLst/>
                  </a:prstGeom>
                </p:spPr>
              </p:pic>
              <p:pic>
                <p:nvPicPr>
                  <p:cNvPr id="40" name="図 39">
                    <a:extLst>
                      <a:ext uri="{FF2B5EF4-FFF2-40B4-BE49-F238E27FC236}">
                        <a16:creationId xmlns:a16="http://schemas.microsoft.com/office/drawing/2014/main" id="{D54007F4-E44A-16CD-171C-D09EA2EFFA63}"/>
                      </a:ext>
                    </a:extLst>
                  </p:cNvPr>
                  <p:cNvPicPr>
                    <a:picLocks noChangeAspect="1"/>
                  </p:cNvPicPr>
                  <p:nvPr/>
                </p:nvPicPr>
                <p:blipFill>
                  <a:blip r:embed="rId4"/>
                  <a:stretch>
                    <a:fillRect/>
                  </a:stretch>
                </p:blipFill>
                <p:spPr>
                  <a:xfrm>
                    <a:off x="6944446" y="4725137"/>
                    <a:ext cx="529135" cy="638611"/>
                  </a:xfrm>
                  <a:prstGeom prst="rect">
                    <a:avLst/>
                  </a:prstGeom>
                </p:spPr>
              </p:pic>
            </p:grpSp>
          </p:grpSp>
          <p:sp>
            <p:nvSpPr>
              <p:cNvPr id="30" name="Text 3">
                <a:extLst>
                  <a:ext uri="{FF2B5EF4-FFF2-40B4-BE49-F238E27FC236}">
                    <a16:creationId xmlns:a16="http://schemas.microsoft.com/office/drawing/2014/main" id="{C0825D25-E983-DE77-9D8A-A90E69BF35C1}"/>
                  </a:ext>
                </a:extLst>
              </p:cNvPr>
              <p:cNvSpPr/>
              <p:nvPr/>
            </p:nvSpPr>
            <p:spPr>
              <a:xfrm>
                <a:off x="1204143" y="1729431"/>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sp>
            <p:nvSpPr>
              <p:cNvPr id="31" name="Text 8">
                <a:extLst>
                  <a:ext uri="{FF2B5EF4-FFF2-40B4-BE49-F238E27FC236}">
                    <a16:creationId xmlns:a16="http://schemas.microsoft.com/office/drawing/2014/main" id="{1427AC36-E4B3-27AB-C0CF-1F5EDB05792B}"/>
                  </a:ext>
                </a:extLst>
              </p:cNvPr>
              <p:cNvSpPr/>
              <p:nvPr/>
            </p:nvSpPr>
            <p:spPr>
              <a:xfrm>
                <a:off x="1147570" y="5141254"/>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Bの手札</a:t>
                </a:r>
                <a:endParaRPr lang="en-US" sz="1300" dirty="0"/>
              </a:p>
            </p:txBody>
          </p:sp>
        </p:grpSp>
        <p:pic>
          <p:nvPicPr>
            <p:cNvPr id="23" name="図 22">
              <a:extLst>
                <a:ext uri="{FF2B5EF4-FFF2-40B4-BE49-F238E27FC236}">
                  <a16:creationId xmlns:a16="http://schemas.microsoft.com/office/drawing/2014/main" id="{2D50CE5E-B836-C3FF-FA29-5256FD321EF9}"/>
                </a:ext>
              </a:extLst>
            </p:cNvPr>
            <p:cNvPicPr>
              <a:picLocks noChangeAspect="1"/>
            </p:cNvPicPr>
            <p:nvPr/>
          </p:nvPicPr>
          <p:blipFill>
            <a:blip r:embed="rId5">
              <a:alphaModFix amt="50000"/>
            </a:blip>
            <a:stretch>
              <a:fillRect/>
            </a:stretch>
          </p:blipFill>
          <p:spPr>
            <a:xfrm rot="10800000">
              <a:off x="9451309" y="2899065"/>
              <a:ext cx="533266" cy="643597"/>
            </a:xfrm>
            <a:prstGeom prst="rect">
              <a:avLst/>
            </a:prstGeom>
          </p:spPr>
        </p:pic>
        <p:sp>
          <p:nvSpPr>
            <p:cNvPr id="24" name="Text 1">
              <a:extLst>
                <a:ext uri="{FF2B5EF4-FFF2-40B4-BE49-F238E27FC236}">
                  <a16:creationId xmlns:a16="http://schemas.microsoft.com/office/drawing/2014/main" id="{6D2A8BF0-9568-96D5-A228-2D46BE4E681D}"/>
                </a:ext>
              </a:extLst>
            </p:cNvPr>
            <p:cNvSpPr txBox="1">
              <a:spLocks/>
            </p:cNvSpPr>
            <p:nvPr/>
          </p:nvSpPr>
          <p:spPr>
            <a:xfrm>
              <a:off x="9834318" y="2694987"/>
              <a:ext cx="174070" cy="365076"/>
            </a:xfrm>
            <a:prstGeom prst="rect">
              <a:avLst/>
            </a:prstGeom>
            <a:noFill/>
            <a:ln/>
          </p:spPr>
          <p:txBody>
            <a:bodyPr wrap="square" lIns="0" tIns="0" rIns="0" bIns="0" rtlCol="0" anchor="t">
              <a:normAutofit fontScale="92500"/>
            </a:bodyPr>
            <a:lstStyle>
              <a:lvl1pPr marL="0" indent="0" algn="l" defTabSz="914400" rtl="0" eaLnBrk="1" latinLnBrk="0" hangingPunct="1">
                <a:lnSpc>
                  <a:spcPct val="115000"/>
                </a:lnSpc>
                <a:spcBef>
                  <a:spcPct val="0"/>
                </a:spcBef>
                <a:buNone/>
                <a:defRPr lang="en-US" sz="3200" kern="1200" dirty="0">
                  <a:solidFill>
                    <a:srgbClr val="0A0028"/>
                  </a:solidFill>
                  <a:latin typeface="Noto Sans JP" pitchFamily="34" charset="0"/>
                  <a:ea typeface="Noto Sans JP" pitchFamily="34" charset="-122"/>
                  <a:cs typeface="Noto Sans JP" pitchFamily="34" charset="-120"/>
                </a:defRPr>
              </a:lvl1pPr>
            </a:lstStyle>
            <a:p>
              <a:pPr>
                <a:lnSpc>
                  <a:spcPts val="3520"/>
                </a:lnSpc>
              </a:pPr>
              <a:r>
                <a:rPr lang="ja-JP" altLang="en-US" sz="1100" b="1" dirty="0">
                  <a:solidFill>
                    <a:srgbClr val="FFFFFF"/>
                  </a:solidFill>
                </a:rPr>
                <a:t>表</a:t>
              </a:r>
              <a:endParaRPr lang="ja-JP" altLang="en-US" sz="1100" dirty="0">
                <a:solidFill>
                  <a:srgbClr val="FFFFFF"/>
                </a:solidFill>
              </a:endParaRPr>
            </a:p>
          </p:txBody>
        </p:sp>
        <p:pic>
          <p:nvPicPr>
            <p:cNvPr id="25" name="図 24">
              <a:extLst>
                <a:ext uri="{FF2B5EF4-FFF2-40B4-BE49-F238E27FC236}">
                  <a16:creationId xmlns:a16="http://schemas.microsoft.com/office/drawing/2014/main" id="{3128D3C1-9FCA-34C2-31FD-4C4C1EF2AFE3}"/>
                </a:ext>
              </a:extLst>
            </p:cNvPr>
            <p:cNvPicPr>
              <a:picLocks noChangeAspect="1"/>
            </p:cNvPicPr>
            <p:nvPr/>
          </p:nvPicPr>
          <p:blipFill>
            <a:blip r:embed="rId4"/>
            <a:stretch>
              <a:fillRect/>
            </a:stretch>
          </p:blipFill>
          <p:spPr>
            <a:xfrm rot="10800000">
              <a:off x="7411027" y="3113653"/>
              <a:ext cx="529135" cy="638611"/>
            </a:xfrm>
            <a:prstGeom prst="rect">
              <a:avLst/>
            </a:prstGeom>
          </p:spPr>
        </p:pic>
        <p:grpSp>
          <p:nvGrpSpPr>
            <p:cNvPr id="26" name="グループ化 25">
              <a:extLst>
                <a:ext uri="{FF2B5EF4-FFF2-40B4-BE49-F238E27FC236}">
                  <a16:creationId xmlns:a16="http://schemas.microsoft.com/office/drawing/2014/main" id="{17889CD6-A1DE-AD46-1576-AF6ED1D3E5C5}"/>
                </a:ext>
              </a:extLst>
            </p:cNvPr>
            <p:cNvGrpSpPr/>
            <p:nvPr/>
          </p:nvGrpSpPr>
          <p:grpSpPr>
            <a:xfrm>
              <a:off x="7961160" y="2898147"/>
              <a:ext cx="549959" cy="853200"/>
              <a:chOff x="6875237" y="2899064"/>
              <a:chExt cx="549959" cy="853200"/>
            </a:xfrm>
          </p:grpSpPr>
          <p:pic>
            <p:nvPicPr>
              <p:cNvPr id="27" name="図 26">
                <a:extLst>
                  <a:ext uri="{FF2B5EF4-FFF2-40B4-BE49-F238E27FC236}">
                    <a16:creationId xmlns:a16="http://schemas.microsoft.com/office/drawing/2014/main" id="{386B16D1-0D07-663A-D665-83D4EEE317C8}"/>
                  </a:ext>
                </a:extLst>
              </p:cNvPr>
              <p:cNvPicPr>
                <a:picLocks noChangeAspect="1"/>
              </p:cNvPicPr>
              <p:nvPr/>
            </p:nvPicPr>
            <p:blipFill>
              <a:blip r:embed="rId6">
                <a:alphaModFix amt="70000"/>
              </a:blip>
              <a:stretch>
                <a:fillRect/>
              </a:stretch>
            </p:blipFill>
            <p:spPr>
              <a:xfrm rot="10800000">
                <a:off x="6875237" y="3118034"/>
                <a:ext cx="525505" cy="634230"/>
              </a:xfrm>
              <a:prstGeom prst="rect">
                <a:avLst/>
              </a:prstGeom>
            </p:spPr>
          </p:pic>
          <p:sp>
            <p:nvSpPr>
              <p:cNvPr id="28" name="Text 1">
                <a:extLst>
                  <a:ext uri="{FF2B5EF4-FFF2-40B4-BE49-F238E27FC236}">
                    <a16:creationId xmlns:a16="http://schemas.microsoft.com/office/drawing/2014/main" id="{1516E06B-DBC8-7EA1-75B8-859EFC6F1B15}"/>
                  </a:ext>
                </a:extLst>
              </p:cNvPr>
              <p:cNvSpPr txBox="1">
                <a:spLocks/>
              </p:cNvSpPr>
              <p:nvPr/>
            </p:nvSpPr>
            <p:spPr>
              <a:xfrm>
                <a:off x="7251126" y="2899064"/>
                <a:ext cx="174070" cy="365076"/>
              </a:xfrm>
              <a:prstGeom prst="rect">
                <a:avLst/>
              </a:prstGeom>
              <a:noFill/>
              <a:ln/>
            </p:spPr>
            <p:txBody>
              <a:bodyPr wrap="square" lIns="0" tIns="0" rIns="0" bIns="0" rtlCol="0" anchor="t">
                <a:normAutofit fontScale="92500"/>
              </a:bodyPr>
              <a:lstStyle>
                <a:lvl1pPr marL="0" indent="0" algn="l" defTabSz="914400" rtl="0" eaLnBrk="1" latinLnBrk="0" hangingPunct="1">
                  <a:lnSpc>
                    <a:spcPct val="115000"/>
                  </a:lnSpc>
                  <a:spcBef>
                    <a:spcPct val="0"/>
                  </a:spcBef>
                  <a:buNone/>
                  <a:defRPr lang="en-US" sz="3200" kern="1200" dirty="0">
                    <a:solidFill>
                      <a:srgbClr val="0A0028"/>
                    </a:solidFill>
                    <a:latin typeface="Noto Sans JP" pitchFamily="34" charset="0"/>
                    <a:ea typeface="Noto Sans JP" pitchFamily="34" charset="-122"/>
                    <a:cs typeface="Noto Sans JP" pitchFamily="34" charset="-120"/>
                  </a:defRPr>
                </a:lvl1pPr>
              </a:lstStyle>
              <a:p>
                <a:pPr>
                  <a:lnSpc>
                    <a:spcPts val="3520"/>
                  </a:lnSpc>
                </a:pPr>
                <a:r>
                  <a:rPr lang="ja-JP" altLang="en-US" sz="1100" b="1" dirty="0">
                    <a:solidFill>
                      <a:srgbClr val="FFFFFF"/>
                    </a:solidFill>
                  </a:rPr>
                  <a:t>表</a:t>
                </a:r>
                <a:endParaRPr lang="ja-JP" altLang="en-US" sz="1100" dirty="0">
                  <a:solidFill>
                    <a:srgbClr val="FFFFFF"/>
                  </a:solidFill>
                </a:endParaRPr>
              </a:p>
            </p:txBody>
          </p:sp>
        </p:grpSp>
      </p:grpSp>
      <p:sp>
        <p:nvSpPr>
          <p:cNvPr id="2" name="Text 0">
            <a:extLst>
              <a:ext uri="{FF2B5EF4-FFF2-40B4-BE49-F238E27FC236}">
                <a16:creationId xmlns:a16="http://schemas.microsoft.com/office/drawing/2014/main" id="{243992A5-53F2-FF67-FE1D-3D8C8A4738CD}"/>
              </a:ext>
            </a:extLst>
          </p:cNvPr>
          <p:cNvSpPr/>
          <p:nvPr/>
        </p:nvSpPr>
        <p:spPr>
          <a:xfrm>
            <a:off x="272473" y="251465"/>
            <a:ext cx="404212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34A00"/>
                </a:solidFill>
                <a:latin typeface="Noto Sans JP" pitchFamily="34" charset="0"/>
                <a:ea typeface="Noto Sans JP" pitchFamily="34" charset="-122"/>
                <a:cs typeface="Noto Sans JP" pitchFamily="34" charset="-120"/>
              </a:rPr>
              <a:t>HOW TO DUEL</a:t>
            </a:r>
            <a:endParaRPr lang="en-US" sz="1200" dirty="0"/>
          </a:p>
        </p:txBody>
      </p:sp>
      <p:sp>
        <p:nvSpPr>
          <p:cNvPr id="3" name="Text 1">
            <a:extLst>
              <a:ext uri="{FF2B5EF4-FFF2-40B4-BE49-F238E27FC236}">
                <a16:creationId xmlns:a16="http://schemas.microsoft.com/office/drawing/2014/main" id="{E15B6B70-F906-FFD1-5B6D-779C463D365C}"/>
              </a:ext>
            </a:extLst>
          </p:cNvPr>
          <p:cNvSpPr>
            <a:spLocks noGrp="1"/>
          </p:cNvSpPr>
          <p:nvPr>
            <p:ph type="title"/>
          </p:nvPr>
        </p:nvSpPr>
        <p:spPr>
          <a:xfrm>
            <a:off x="272473" y="604485"/>
            <a:ext cx="11812154" cy="472430"/>
          </a:xfrm>
          <a:prstGeom prst="rect">
            <a:avLst/>
          </a:prstGeom>
          <a:noFill/>
          <a:ln/>
        </p:spPr>
        <p:txBody>
          <a:bodyPr wrap="square" lIns="0" tIns="0" rIns="0" bIns="0" rtlCol="0" anchor="t">
            <a:normAutofit/>
          </a:bodyPr>
          <a:lstStyle/>
          <a:p>
            <a:pPr marL="0" indent="0" algn="l">
              <a:lnSpc>
                <a:spcPts val="3520"/>
              </a:lnSpc>
              <a:buNone/>
            </a:pPr>
            <a:r>
              <a:rPr lang="ja-JP" altLang="en-US" sz="3200" b="1" i="0" dirty="0">
                <a:solidFill>
                  <a:srgbClr val="0A0028"/>
                </a:solidFill>
                <a:latin typeface="Noto Sans JP" pitchFamily="34" charset="0"/>
                <a:ea typeface="Noto Sans JP" pitchFamily="34" charset="-122"/>
                <a:cs typeface="Noto Sans JP" pitchFamily="34" charset="-120"/>
              </a:rPr>
              <a:t>カードの出し方 </a:t>
            </a:r>
            <a:r>
              <a:rPr lang="en-US" altLang="ja-JP" sz="3200" b="1" i="0" dirty="0">
                <a:solidFill>
                  <a:srgbClr val="0A0028"/>
                </a:solidFill>
                <a:latin typeface="Noto Sans JP" pitchFamily="34" charset="0"/>
                <a:ea typeface="Noto Sans JP" pitchFamily="34" charset="-122"/>
                <a:cs typeface="Noto Sans JP" pitchFamily="34" charset="-120"/>
              </a:rPr>
              <a:t>: 2</a:t>
            </a:r>
            <a:r>
              <a:rPr lang="en-US" altLang="ja-JP" b="1" dirty="0"/>
              <a:t>. </a:t>
            </a:r>
            <a:r>
              <a:rPr lang="ja-JP" altLang="en-US" b="1" dirty="0"/>
              <a:t>防御</a:t>
            </a:r>
            <a:r>
              <a:rPr lang="ja-JP" altLang="en-US" sz="3200" b="1" i="0" dirty="0">
                <a:solidFill>
                  <a:srgbClr val="0A0028"/>
                </a:solidFill>
                <a:latin typeface="Noto Sans JP" pitchFamily="34" charset="0"/>
                <a:ea typeface="Noto Sans JP" pitchFamily="34" charset="-122"/>
                <a:cs typeface="Noto Sans JP" pitchFamily="34" charset="-120"/>
              </a:rPr>
              <a:t>側のカード選択</a:t>
            </a:r>
            <a:endParaRPr lang="en-US" sz="3200" dirty="0"/>
          </a:p>
        </p:txBody>
      </p:sp>
      <p:sp>
        <p:nvSpPr>
          <p:cNvPr id="95" name="Text 2">
            <a:extLst>
              <a:ext uri="{FF2B5EF4-FFF2-40B4-BE49-F238E27FC236}">
                <a16:creationId xmlns:a16="http://schemas.microsoft.com/office/drawing/2014/main" id="{049DD4D4-9B6E-71FE-8A07-F6522B84F35C}"/>
              </a:ext>
            </a:extLst>
          </p:cNvPr>
          <p:cNvSpPr/>
          <p:nvPr/>
        </p:nvSpPr>
        <p:spPr>
          <a:xfrm>
            <a:off x="376575" y="1055227"/>
            <a:ext cx="10883392"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0A0028"/>
                </a:solidFill>
                <a:latin typeface="Noto Sans JP" pitchFamily="34" charset="0"/>
                <a:ea typeface="Noto Sans JP" pitchFamily="34" charset="-122"/>
                <a:cs typeface="Noto Sans JP" pitchFamily="34" charset="-120"/>
              </a:rPr>
              <a:t>A</a:t>
            </a:r>
            <a:r>
              <a:rPr lang="ja-JP" altLang="en-US" sz="1400" dirty="0">
                <a:solidFill>
                  <a:srgbClr val="0A0028"/>
                </a:solidFill>
                <a:latin typeface="Noto Sans JP" pitchFamily="34" charset="0"/>
                <a:ea typeface="Noto Sans JP" pitchFamily="34" charset="-122"/>
                <a:cs typeface="Noto Sans JP" pitchFamily="34" charset="-120"/>
              </a:rPr>
              <a:t>が攻撃側、</a:t>
            </a:r>
            <a:r>
              <a:rPr lang="en-US" altLang="ja-JP" sz="1400" dirty="0">
                <a:solidFill>
                  <a:srgbClr val="0A0028"/>
                </a:solidFill>
                <a:latin typeface="Noto Sans JP" pitchFamily="34" charset="0"/>
                <a:ea typeface="Noto Sans JP" pitchFamily="34" charset="-122"/>
                <a:cs typeface="Noto Sans JP" pitchFamily="34" charset="-120"/>
              </a:rPr>
              <a:t>B</a:t>
            </a:r>
            <a:r>
              <a:rPr lang="ja-JP" altLang="en-US" sz="1400" dirty="0">
                <a:solidFill>
                  <a:srgbClr val="0A0028"/>
                </a:solidFill>
                <a:latin typeface="Noto Sans JP" pitchFamily="34" charset="0"/>
                <a:ea typeface="Noto Sans JP" pitchFamily="34" charset="-122"/>
                <a:cs typeface="Noto Sans JP" pitchFamily="34" charset="-120"/>
              </a:rPr>
              <a:t>が防御側だとする。</a:t>
            </a:r>
            <a:endParaRPr lang="en-US" sz="1400" dirty="0"/>
          </a:p>
        </p:txBody>
      </p:sp>
      <p:sp>
        <p:nvSpPr>
          <p:cNvPr id="5" name="矢印: 右 4">
            <a:extLst>
              <a:ext uri="{FF2B5EF4-FFF2-40B4-BE49-F238E27FC236}">
                <a16:creationId xmlns:a16="http://schemas.microsoft.com/office/drawing/2014/main" id="{981F85A9-B36A-5107-D6D6-A72C8DC37794}"/>
              </a:ext>
            </a:extLst>
          </p:cNvPr>
          <p:cNvSpPr/>
          <p:nvPr/>
        </p:nvSpPr>
        <p:spPr>
          <a:xfrm>
            <a:off x="5064097" y="2887002"/>
            <a:ext cx="1508347" cy="1072896"/>
          </a:xfrm>
          <a:prstGeom prst="rightArrow">
            <a:avLst/>
          </a:prstGeom>
          <a:solidFill>
            <a:srgbClr val="FFD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 name="図 3">
            <a:extLst>
              <a:ext uri="{FF2B5EF4-FFF2-40B4-BE49-F238E27FC236}">
                <a16:creationId xmlns:a16="http://schemas.microsoft.com/office/drawing/2014/main" id="{28BFBB19-80F9-39ED-1756-BEDCABCE8C84}"/>
              </a:ext>
            </a:extLst>
          </p:cNvPr>
          <p:cNvPicPr>
            <a:picLocks noChangeAspect="1"/>
          </p:cNvPicPr>
          <p:nvPr/>
        </p:nvPicPr>
        <p:blipFill>
          <a:blip r:embed="rId7"/>
          <a:stretch>
            <a:fillRect/>
          </a:stretch>
        </p:blipFill>
        <p:spPr>
          <a:xfrm>
            <a:off x="2211607" y="6007676"/>
            <a:ext cx="512240" cy="618222"/>
          </a:xfrm>
          <a:prstGeom prst="rect">
            <a:avLst/>
          </a:prstGeom>
        </p:spPr>
      </p:pic>
      <p:grpSp>
        <p:nvGrpSpPr>
          <p:cNvPr id="6" name="グループ化 5">
            <a:extLst>
              <a:ext uri="{FF2B5EF4-FFF2-40B4-BE49-F238E27FC236}">
                <a16:creationId xmlns:a16="http://schemas.microsoft.com/office/drawing/2014/main" id="{ECCA161E-22C2-CF69-DFB2-BF297CD33F88}"/>
              </a:ext>
            </a:extLst>
          </p:cNvPr>
          <p:cNvGrpSpPr/>
          <p:nvPr/>
        </p:nvGrpSpPr>
        <p:grpSpPr>
          <a:xfrm>
            <a:off x="444789" y="5564066"/>
            <a:ext cx="4746033" cy="311333"/>
            <a:chOff x="1853253" y="1800918"/>
            <a:chExt cx="4746033" cy="311333"/>
          </a:xfrm>
        </p:grpSpPr>
        <p:sp>
          <p:nvSpPr>
            <p:cNvPr id="7" name="Text 4">
              <a:extLst>
                <a:ext uri="{FF2B5EF4-FFF2-40B4-BE49-F238E27FC236}">
                  <a16:creationId xmlns:a16="http://schemas.microsoft.com/office/drawing/2014/main" id="{96C45931-5120-1193-5A3E-FB332B418D34}"/>
                </a:ext>
              </a:extLst>
            </p:cNvPr>
            <p:cNvSpPr/>
            <p:nvPr/>
          </p:nvSpPr>
          <p:spPr>
            <a:xfrm>
              <a:off x="1853253" y="1800918"/>
              <a:ext cx="950321"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ja-JP" altLang="en-US" sz="1300" b="1" dirty="0">
                  <a:solidFill>
                    <a:srgbClr val="0A0028"/>
                  </a:solidFill>
                  <a:latin typeface="Noto Sans JP" pitchFamily="34" charset="0"/>
                  <a:ea typeface="Noto Sans JP" pitchFamily="34" charset="-122"/>
                  <a:cs typeface="Noto Sans JP" pitchFamily="34" charset="-120"/>
                </a:rPr>
                <a:t>攻撃</a:t>
              </a:r>
              <a:endParaRPr lang="en-US" sz="1300" dirty="0"/>
            </a:p>
          </p:txBody>
        </p:sp>
        <p:sp>
          <p:nvSpPr>
            <p:cNvPr id="8" name="Text 5">
              <a:extLst>
                <a:ext uri="{FF2B5EF4-FFF2-40B4-BE49-F238E27FC236}">
                  <a16:creationId xmlns:a16="http://schemas.microsoft.com/office/drawing/2014/main" id="{49C1187A-EE13-D02D-65C4-39636D83B2BF}"/>
                </a:ext>
              </a:extLst>
            </p:cNvPr>
            <p:cNvSpPr/>
            <p:nvPr/>
          </p:nvSpPr>
          <p:spPr>
            <a:xfrm>
              <a:off x="3068999" y="1804921"/>
              <a:ext cx="901093" cy="307330"/>
            </a:xfrm>
            <a:prstGeom prst="roundRect">
              <a:avLst>
                <a:gd name="adj" fmla="val 16529"/>
              </a:avLst>
            </a:prstGeom>
            <a:solidFill>
              <a:schemeClr val="accent4"/>
            </a:solidFill>
            <a:ln/>
          </p:spPr>
          <p:txBody>
            <a:bodyPr wrap="none" lIns="0" tIns="0" rIns="0" bIns="0" rtlCol="0" anchor="ctr">
              <a:normAutofit/>
            </a:bodyPr>
            <a:lstStyle/>
            <a:p>
              <a:pPr marL="0" indent="0" algn="ctr">
                <a:lnSpc>
                  <a:spcPts val="1820"/>
                </a:lnSpc>
                <a:buNone/>
              </a:pPr>
              <a:r>
                <a:rPr lang="ja-JP" altLang="en-US" sz="1300" b="1" dirty="0">
                  <a:solidFill>
                    <a:srgbClr val="0A0028"/>
                  </a:solidFill>
                  <a:latin typeface="Noto Sans JP" pitchFamily="34" charset="0"/>
                  <a:ea typeface="Noto Sans JP" pitchFamily="34" charset="-122"/>
                  <a:cs typeface="Noto Sans JP" pitchFamily="34" charset="-120"/>
                </a:rPr>
                <a:t>ガード</a:t>
              </a:r>
              <a:endParaRPr lang="en-US" altLang="ja-JP" sz="1300" b="1" dirty="0">
                <a:solidFill>
                  <a:srgbClr val="0A0028"/>
                </a:solidFill>
                <a:latin typeface="Noto Sans JP" pitchFamily="34" charset="0"/>
                <a:ea typeface="Noto Sans JP" pitchFamily="34" charset="-122"/>
                <a:cs typeface="Noto Sans JP" pitchFamily="34" charset="-120"/>
              </a:endParaRPr>
            </a:p>
          </p:txBody>
        </p:sp>
        <p:sp>
          <p:nvSpPr>
            <p:cNvPr id="9" name="Text 6">
              <a:extLst>
                <a:ext uri="{FF2B5EF4-FFF2-40B4-BE49-F238E27FC236}">
                  <a16:creationId xmlns:a16="http://schemas.microsoft.com/office/drawing/2014/main" id="{D41301D1-CE65-2E1D-12A9-B9DA9E8B189A}"/>
                </a:ext>
              </a:extLst>
            </p:cNvPr>
            <p:cNvSpPr/>
            <p:nvPr/>
          </p:nvSpPr>
          <p:spPr>
            <a:xfrm>
              <a:off x="5655748" y="1803350"/>
              <a:ext cx="943538" cy="307330"/>
            </a:xfrm>
            <a:prstGeom prst="roundRect">
              <a:avLst>
                <a:gd name="adj" fmla="val 16529"/>
              </a:avLst>
            </a:prstGeom>
            <a:solidFill>
              <a:schemeClr val="tx1">
                <a:lumMod val="25000"/>
                <a:lumOff val="75000"/>
              </a:schemeClr>
            </a:solidFill>
            <a:ln/>
          </p:spPr>
          <p:txBody>
            <a:bodyPr wrap="none" lIns="0" tIns="0" rIns="0" bIns="0" rtlCol="0" anchor="ctr">
              <a:normAutofit/>
            </a:bodyPr>
            <a:lstStyle/>
            <a:p>
              <a:pPr marL="0" indent="0" algn="ctr">
                <a:lnSpc>
                  <a:spcPts val="1820"/>
                </a:lnSpc>
                <a:buNone/>
              </a:pPr>
              <a:r>
                <a:rPr lang="ja-JP" altLang="en-US" sz="1300" b="1" dirty="0">
                  <a:solidFill>
                    <a:srgbClr val="0A0028"/>
                  </a:solidFill>
                  <a:latin typeface="Noto Sans JP" pitchFamily="34" charset="0"/>
                  <a:ea typeface="Noto Sans JP" pitchFamily="34" charset="-122"/>
                  <a:cs typeface="Noto Sans JP" pitchFamily="34" charset="-120"/>
                </a:rPr>
                <a:t>押しのけ</a:t>
              </a:r>
              <a:endParaRPr lang="en-US" sz="1300" dirty="0"/>
            </a:p>
          </p:txBody>
        </p:sp>
        <p:sp>
          <p:nvSpPr>
            <p:cNvPr id="10" name="Text 7">
              <a:extLst>
                <a:ext uri="{FF2B5EF4-FFF2-40B4-BE49-F238E27FC236}">
                  <a16:creationId xmlns:a16="http://schemas.microsoft.com/office/drawing/2014/main" id="{C103AF0F-D8AE-A74F-5C4E-B80E3468C559}"/>
                </a:ext>
              </a:extLst>
            </p:cNvPr>
            <p:cNvSpPr/>
            <p:nvPr/>
          </p:nvSpPr>
          <p:spPr>
            <a:xfrm>
              <a:off x="4336166" y="1803350"/>
              <a:ext cx="986433" cy="307330"/>
            </a:xfrm>
            <a:prstGeom prst="roundRect">
              <a:avLst>
                <a:gd name="adj" fmla="val 16529"/>
              </a:avLst>
            </a:prstGeom>
            <a:solidFill>
              <a:srgbClr val="A8E890"/>
            </a:solidFill>
            <a:ln/>
          </p:spPr>
          <p:txBody>
            <a:bodyPr wrap="none" lIns="0" tIns="0" rIns="0" bIns="0" rtlCol="0" anchor="ctr">
              <a:normAutofit/>
            </a:bodyPr>
            <a:lstStyle/>
            <a:p>
              <a:pPr marL="0" indent="0" algn="ctr">
                <a:lnSpc>
                  <a:spcPts val="1820"/>
                </a:lnSpc>
                <a:buNone/>
              </a:pPr>
              <a:r>
                <a:rPr lang="en-US" sz="1300" b="1" dirty="0" err="1">
                  <a:solidFill>
                    <a:srgbClr val="0A0028"/>
                  </a:solidFill>
                  <a:latin typeface="Noto Sans JP" pitchFamily="34" charset="0"/>
                  <a:ea typeface="Noto Sans JP" pitchFamily="34" charset="-122"/>
                  <a:cs typeface="Noto Sans JP" pitchFamily="34" charset="-120"/>
                </a:rPr>
                <a:t>キック</a:t>
              </a:r>
              <a:endParaRPr lang="en-US" sz="1300" dirty="0"/>
            </a:p>
          </p:txBody>
        </p:sp>
      </p:grpSp>
      <p:sp>
        <p:nvSpPr>
          <p:cNvPr id="11" name="Text 2">
            <a:extLst>
              <a:ext uri="{FF2B5EF4-FFF2-40B4-BE49-F238E27FC236}">
                <a16:creationId xmlns:a16="http://schemas.microsoft.com/office/drawing/2014/main" id="{DC187FB7-B99C-A084-2D91-8BBE2A28149B}"/>
              </a:ext>
            </a:extLst>
          </p:cNvPr>
          <p:cNvSpPr/>
          <p:nvPr/>
        </p:nvSpPr>
        <p:spPr>
          <a:xfrm>
            <a:off x="100013" y="5579296"/>
            <a:ext cx="11142777"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0A0028"/>
                </a:solidFill>
                <a:latin typeface="Noto Sans JP" pitchFamily="34" charset="0"/>
                <a:ea typeface="Noto Sans JP" pitchFamily="34" charset="-122"/>
                <a:cs typeface="Noto Sans JP" pitchFamily="34" charset="-120"/>
              </a:rPr>
              <a:t>B</a:t>
            </a:r>
            <a:r>
              <a:rPr lang="ja-JP" altLang="en-US" sz="1400" dirty="0">
                <a:solidFill>
                  <a:srgbClr val="0A0028"/>
                </a:solidFill>
                <a:latin typeface="Noto Sans JP" pitchFamily="34" charset="0"/>
                <a:ea typeface="Noto Sans JP" pitchFamily="34" charset="-122"/>
                <a:cs typeface="Noto Sans JP" pitchFamily="34" charset="-120"/>
              </a:rPr>
              <a:t>は　　　　　　　　　　　　　　　　　　　　　　　　　　　　 の選択肢の中から、手札を使ってどの行動をするかを決める。</a:t>
            </a:r>
            <a:endParaRPr lang="en-US" sz="1400" dirty="0"/>
          </a:p>
        </p:txBody>
      </p:sp>
      <p:pic>
        <p:nvPicPr>
          <p:cNvPr id="12" name="図 11">
            <a:extLst>
              <a:ext uri="{FF2B5EF4-FFF2-40B4-BE49-F238E27FC236}">
                <a16:creationId xmlns:a16="http://schemas.microsoft.com/office/drawing/2014/main" id="{6C8F046C-BB94-29D4-9DF9-7F21888A3207}"/>
              </a:ext>
            </a:extLst>
          </p:cNvPr>
          <p:cNvPicPr>
            <a:picLocks noChangeAspect="1"/>
          </p:cNvPicPr>
          <p:nvPr/>
        </p:nvPicPr>
        <p:blipFill>
          <a:blip r:embed="rId5"/>
          <a:stretch>
            <a:fillRect/>
          </a:stretch>
        </p:blipFill>
        <p:spPr>
          <a:xfrm>
            <a:off x="381669" y="6000577"/>
            <a:ext cx="500384" cy="603912"/>
          </a:xfrm>
          <a:prstGeom prst="rect">
            <a:avLst/>
          </a:prstGeom>
        </p:spPr>
      </p:pic>
      <p:pic>
        <p:nvPicPr>
          <p:cNvPr id="13" name="図 12">
            <a:extLst>
              <a:ext uri="{FF2B5EF4-FFF2-40B4-BE49-F238E27FC236}">
                <a16:creationId xmlns:a16="http://schemas.microsoft.com/office/drawing/2014/main" id="{58173B7D-77FE-2C2A-8AEF-D5BEF5D4FB31}"/>
              </a:ext>
            </a:extLst>
          </p:cNvPr>
          <p:cNvPicPr>
            <a:picLocks noChangeAspect="1"/>
          </p:cNvPicPr>
          <p:nvPr/>
        </p:nvPicPr>
        <p:blipFill>
          <a:blip r:embed="rId8"/>
          <a:stretch>
            <a:fillRect/>
          </a:stretch>
        </p:blipFill>
        <p:spPr>
          <a:xfrm>
            <a:off x="2874253" y="6003445"/>
            <a:ext cx="515747" cy="622453"/>
          </a:xfrm>
          <a:prstGeom prst="rect">
            <a:avLst/>
          </a:prstGeom>
        </p:spPr>
      </p:pic>
      <p:pic>
        <p:nvPicPr>
          <p:cNvPr id="14" name="図 13">
            <a:extLst>
              <a:ext uri="{FF2B5EF4-FFF2-40B4-BE49-F238E27FC236}">
                <a16:creationId xmlns:a16="http://schemas.microsoft.com/office/drawing/2014/main" id="{E499AE4D-EEA5-649E-9032-FCCC8A569056}"/>
              </a:ext>
            </a:extLst>
          </p:cNvPr>
          <p:cNvPicPr>
            <a:picLocks noChangeAspect="1"/>
          </p:cNvPicPr>
          <p:nvPr/>
        </p:nvPicPr>
        <p:blipFill>
          <a:blip r:embed="rId9"/>
          <a:stretch>
            <a:fillRect/>
          </a:stretch>
        </p:blipFill>
        <p:spPr>
          <a:xfrm>
            <a:off x="4183364" y="6002913"/>
            <a:ext cx="511510" cy="618222"/>
          </a:xfrm>
          <a:prstGeom prst="rect">
            <a:avLst/>
          </a:prstGeom>
        </p:spPr>
      </p:pic>
      <p:pic>
        <p:nvPicPr>
          <p:cNvPr id="15" name="図 14">
            <a:extLst>
              <a:ext uri="{FF2B5EF4-FFF2-40B4-BE49-F238E27FC236}">
                <a16:creationId xmlns:a16="http://schemas.microsoft.com/office/drawing/2014/main" id="{3F7FA7A8-0CAF-927F-11F0-4D06B70C7275}"/>
              </a:ext>
            </a:extLst>
          </p:cNvPr>
          <p:cNvPicPr>
            <a:picLocks noChangeAspect="1"/>
          </p:cNvPicPr>
          <p:nvPr/>
        </p:nvPicPr>
        <p:blipFill>
          <a:blip r:embed="rId5">
            <a:alphaModFix amt="50000"/>
          </a:blip>
          <a:stretch>
            <a:fillRect/>
          </a:stretch>
        </p:blipFill>
        <p:spPr>
          <a:xfrm>
            <a:off x="1565169" y="6003445"/>
            <a:ext cx="515747" cy="622453"/>
          </a:xfrm>
          <a:prstGeom prst="rect">
            <a:avLst/>
          </a:prstGeom>
        </p:spPr>
      </p:pic>
      <p:sp>
        <p:nvSpPr>
          <p:cNvPr id="16" name="Text 2">
            <a:extLst>
              <a:ext uri="{FF2B5EF4-FFF2-40B4-BE49-F238E27FC236}">
                <a16:creationId xmlns:a16="http://schemas.microsoft.com/office/drawing/2014/main" id="{2A61E385-8B27-0FEB-0781-4CAFEC5F06EE}"/>
              </a:ext>
            </a:extLst>
          </p:cNvPr>
          <p:cNvSpPr/>
          <p:nvPr/>
        </p:nvSpPr>
        <p:spPr>
          <a:xfrm>
            <a:off x="5439463" y="5939176"/>
            <a:ext cx="6752537" cy="802113"/>
          </a:xfrm>
          <a:prstGeom prst="rect">
            <a:avLst/>
          </a:prstGeom>
          <a:noFill/>
          <a:ln/>
        </p:spPr>
        <p:txBody>
          <a:bodyPr wrap="square" lIns="0" tIns="0" rIns="0" bIns="0" rtlCol="0" anchor="t">
            <a:normAutofit/>
          </a:bodyPr>
          <a:lstStyle/>
          <a:p>
            <a:pPr>
              <a:lnSpc>
                <a:spcPts val="2100"/>
              </a:lnSpc>
            </a:pPr>
            <a:r>
              <a:rPr lang="en-US" altLang="ja-JP" sz="1400" dirty="0">
                <a:solidFill>
                  <a:srgbClr val="0A0028"/>
                </a:solidFill>
                <a:latin typeface="Noto Sans JP" pitchFamily="34" charset="0"/>
                <a:ea typeface="Noto Sans JP" pitchFamily="34" charset="-122"/>
              </a:rPr>
              <a:t>B</a:t>
            </a:r>
            <a:r>
              <a:rPr lang="ja-JP" altLang="en-US" sz="1400" dirty="0">
                <a:solidFill>
                  <a:srgbClr val="0A0028"/>
                </a:solidFill>
                <a:latin typeface="Noto Sans JP" pitchFamily="34" charset="0"/>
                <a:ea typeface="Noto Sans JP" pitchFamily="34" charset="-122"/>
              </a:rPr>
              <a:t>は</a:t>
            </a:r>
            <a:r>
              <a:rPr lang="en-US" altLang="ja-JP" sz="1400" dirty="0">
                <a:solidFill>
                  <a:srgbClr val="0A0028"/>
                </a:solidFill>
                <a:latin typeface="Noto Sans JP" pitchFamily="34" charset="0"/>
                <a:ea typeface="Noto Sans JP" pitchFamily="34" charset="-122"/>
              </a:rPr>
              <a:t>A</a:t>
            </a:r>
            <a:r>
              <a:rPr lang="ja-JP" altLang="en-US" sz="1400" dirty="0">
                <a:solidFill>
                  <a:srgbClr val="0A0028"/>
                </a:solidFill>
                <a:latin typeface="Noto Sans JP" pitchFamily="34" charset="0"/>
                <a:ea typeface="Noto Sans JP" pitchFamily="34" charset="-122"/>
              </a:rPr>
              <a:t>の行動に対してどの選択をしているかを考える。</a:t>
            </a:r>
            <a:br>
              <a:rPr lang="en-US" altLang="ja-JP" sz="1400" dirty="0">
                <a:solidFill>
                  <a:srgbClr val="0A0028"/>
                </a:solidFill>
                <a:latin typeface="Noto Sans JP" pitchFamily="34" charset="0"/>
                <a:ea typeface="Noto Sans JP" pitchFamily="34" charset="-122"/>
              </a:rPr>
            </a:br>
            <a:r>
              <a:rPr lang="ja-JP" altLang="en-US" sz="1400" dirty="0">
                <a:solidFill>
                  <a:srgbClr val="0A0028"/>
                </a:solidFill>
                <a:latin typeface="Noto Sans JP" pitchFamily="34" charset="0"/>
                <a:ea typeface="Noto Sans JP" pitchFamily="34" charset="-122"/>
              </a:rPr>
              <a:t>結果：</a:t>
            </a:r>
            <a:r>
              <a:rPr lang="en-US" altLang="ja-JP" sz="1400" dirty="0">
                <a:solidFill>
                  <a:srgbClr val="0A0028"/>
                </a:solidFill>
                <a:latin typeface="Noto Sans JP" pitchFamily="34" charset="0"/>
                <a:ea typeface="Noto Sans JP" pitchFamily="34" charset="-122"/>
              </a:rPr>
              <a:t>B</a:t>
            </a:r>
            <a:r>
              <a:rPr lang="ja-JP" altLang="en-US" sz="1400" dirty="0">
                <a:solidFill>
                  <a:srgbClr val="0A0028"/>
                </a:solidFill>
                <a:latin typeface="Noto Sans JP" pitchFamily="34" charset="0"/>
                <a:ea typeface="Noto Sans JP" pitchFamily="34" charset="-122"/>
              </a:rPr>
              <a:t>は</a:t>
            </a:r>
            <a:r>
              <a:rPr lang="en-US" altLang="ja-JP" sz="1400" dirty="0">
                <a:solidFill>
                  <a:srgbClr val="0A0028"/>
                </a:solidFill>
                <a:latin typeface="Noto Sans JP" pitchFamily="34" charset="0"/>
                <a:ea typeface="Noto Sans JP" pitchFamily="34" charset="-122"/>
              </a:rPr>
              <a:t>A</a:t>
            </a:r>
            <a:r>
              <a:rPr lang="ja-JP" altLang="en-US" sz="1400" dirty="0">
                <a:solidFill>
                  <a:srgbClr val="0A0028"/>
                </a:solidFill>
                <a:latin typeface="Noto Sans JP" pitchFamily="34" charset="0"/>
                <a:ea typeface="Noto Sans JP" pitchFamily="34" charset="-122"/>
              </a:rPr>
              <a:t>が「攻撃」を選択していると考え、行動カード「ガード」を選択する。</a:t>
            </a:r>
            <a:endParaRPr lang="en-US" altLang="ja-JP" sz="1400" dirty="0">
              <a:solidFill>
                <a:srgbClr val="0A0028"/>
              </a:solidFill>
              <a:latin typeface="Noto Sans JP" pitchFamily="34" charset="0"/>
              <a:ea typeface="Noto Sans JP" pitchFamily="34" charset="-122"/>
            </a:endParaRPr>
          </a:p>
          <a:p>
            <a:pPr>
              <a:lnSpc>
                <a:spcPts val="2100"/>
              </a:lnSpc>
            </a:pPr>
            <a:r>
              <a:rPr lang="ja-JP" altLang="en-US" sz="1400" dirty="0">
                <a:solidFill>
                  <a:srgbClr val="0A0028"/>
                </a:solidFill>
                <a:latin typeface="Noto Sans JP" pitchFamily="34" charset="0"/>
                <a:ea typeface="Noto Sans JP" pitchFamily="34" charset="-122"/>
              </a:rPr>
              <a:t>ガードは攻撃と同じ枚数の任意のカードを使うため、手札から</a:t>
            </a:r>
            <a:r>
              <a:rPr lang="en-US" altLang="ja-JP" sz="1400" dirty="0">
                <a:solidFill>
                  <a:srgbClr val="0A0028"/>
                </a:solidFill>
                <a:latin typeface="Noto Sans JP" pitchFamily="34" charset="0"/>
                <a:ea typeface="Noto Sans JP" pitchFamily="34" charset="-122"/>
              </a:rPr>
              <a:t>1</a:t>
            </a:r>
            <a:r>
              <a:rPr lang="ja-JP" altLang="en-US" sz="1400" dirty="0">
                <a:solidFill>
                  <a:srgbClr val="0A0028"/>
                </a:solidFill>
                <a:latin typeface="Noto Sans JP" pitchFamily="34" charset="0"/>
                <a:ea typeface="Noto Sans JP" pitchFamily="34" charset="-122"/>
              </a:rPr>
              <a:t>枚場に出した。</a:t>
            </a:r>
            <a:endParaRPr lang="en-US" altLang="ja-JP" sz="1400" dirty="0">
              <a:solidFill>
                <a:srgbClr val="0A0028"/>
              </a:solidFill>
              <a:latin typeface="Noto Sans JP" pitchFamily="34" charset="0"/>
              <a:ea typeface="Noto Sans JP" pitchFamily="34" charset="-122"/>
            </a:endParaRPr>
          </a:p>
        </p:txBody>
      </p:sp>
      <p:pic>
        <p:nvPicPr>
          <p:cNvPr id="17" name="図 16">
            <a:extLst>
              <a:ext uri="{FF2B5EF4-FFF2-40B4-BE49-F238E27FC236}">
                <a16:creationId xmlns:a16="http://schemas.microsoft.com/office/drawing/2014/main" id="{9CF4BCD5-1561-7A6B-CCDD-62095B4A9CB6}"/>
              </a:ext>
            </a:extLst>
          </p:cNvPr>
          <p:cNvPicPr>
            <a:picLocks noChangeAspect="1"/>
          </p:cNvPicPr>
          <p:nvPr/>
        </p:nvPicPr>
        <p:blipFill>
          <a:blip r:embed="rId10"/>
          <a:stretch>
            <a:fillRect/>
          </a:stretch>
        </p:blipFill>
        <p:spPr>
          <a:xfrm>
            <a:off x="4752276" y="5995704"/>
            <a:ext cx="518907" cy="626268"/>
          </a:xfrm>
          <a:prstGeom prst="rect">
            <a:avLst/>
          </a:prstGeom>
        </p:spPr>
      </p:pic>
      <p:pic>
        <p:nvPicPr>
          <p:cNvPr id="18" name="図 17">
            <a:extLst>
              <a:ext uri="{FF2B5EF4-FFF2-40B4-BE49-F238E27FC236}">
                <a16:creationId xmlns:a16="http://schemas.microsoft.com/office/drawing/2014/main" id="{B9222DD4-0DC4-2317-5C3E-EBB63D3B1C41}"/>
              </a:ext>
            </a:extLst>
          </p:cNvPr>
          <p:cNvPicPr>
            <a:picLocks noChangeAspect="1"/>
          </p:cNvPicPr>
          <p:nvPr/>
        </p:nvPicPr>
        <p:blipFill>
          <a:blip r:embed="rId11"/>
          <a:stretch>
            <a:fillRect/>
          </a:stretch>
        </p:blipFill>
        <p:spPr>
          <a:xfrm>
            <a:off x="3451487" y="6003444"/>
            <a:ext cx="515747" cy="622453"/>
          </a:xfrm>
          <a:prstGeom prst="rect">
            <a:avLst/>
          </a:prstGeom>
        </p:spPr>
      </p:pic>
      <p:pic>
        <p:nvPicPr>
          <p:cNvPr id="19" name="図 18">
            <a:extLst>
              <a:ext uri="{FF2B5EF4-FFF2-40B4-BE49-F238E27FC236}">
                <a16:creationId xmlns:a16="http://schemas.microsoft.com/office/drawing/2014/main" id="{0C4FCBCA-BE06-907C-9E95-D8E6F335ABEA}"/>
              </a:ext>
            </a:extLst>
          </p:cNvPr>
          <p:cNvPicPr>
            <a:picLocks noChangeAspect="1"/>
          </p:cNvPicPr>
          <p:nvPr/>
        </p:nvPicPr>
        <p:blipFill>
          <a:blip r:embed="rId6"/>
          <a:stretch>
            <a:fillRect/>
          </a:stretch>
        </p:blipFill>
        <p:spPr>
          <a:xfrm>
            <a:off x="916941" y="5995704"/>
            <a:ext cx="506117" cy="610831"/>
          </a:xfrm>
          <a:prstGeom prst="rect">
            <a:avLst/>
          </a:prstGeom>
        </p:spPr>
      </p:pic>
      <p:sp>
        <p:nvSpPr>
          <p:cNvPr id="20" name="Text 1">
            <a:extLst>
              <a:ext uri="{FF2B5EF4-FFF2-40B4-BE49-F238E27FC236}">
                <a16:creationId xmlns:a16="http://schemas.microsoft.com/office/drawing/2014/main" id="{48A69E8C-A03A-4CEC-4DDF-EFE14AE53C09}"/>
              </a:ext>
            </a:extLst>
          </p:cNvPr>
          <p:cNvSpPr txBox="1">
            <a:spLocks/>
          </p:cNvSpPr>
          <p:nvPr/>
        </p:nvSpPr>
        <p:spPr>
          <a:xfrm>
            <a:off x="1395110" y="6030714"/>
            <a:ext cx="921658" cy="396983"/>
          </a:xfrm>
          <a:prstGeom prst="rect">
            <a:avLst/>
          </a:prstGeom>
          <a:noFill/>
          <a:ln/>
        </p:spPr>
        <p:txBody>
          <a:bodyPr wrap="square" lIns="0" tIns="0" rIns="0" bIns="0" rtlCol="0" anchor="t">
            <a:normAutofit/>
          </a:bodyPr>
          <a:lstStyle>
            <a:lvl1pPr marL="0" indent="0" algn="l" defTabSz="914400" rtl="0" eaLnBrk="1" latinLnBrk="0" hangingPunct="1">
              <a:lnSpc>
                <a:spcPct val="115000"/>
              </a:lnSpc>
              <a:spcBef>
                <a:spcPct val="0"/>
              </a:spcBef>
              <a:buNone/>
              <a:defRPr lang="en-US" sz="3200" kern="1200" dirty="0">
                <a:solidFill>
                  <a:srgbClr val="0A0028"/>
                </a:solidFill>
                <a:latin typeface="Noto Sans JP" pitchFamily="34" charset="0"/>
                <a:ea typeface="Noto Sans JP" pitchFamily="34" charset="-122"/>
                <a:cs typeface="Noto Sans JP" pitchFamily="34" charset="-120"/>
              </a:defRPr>
            </a:lvl1pPr>
          </a:lstStyle>
          <a:p>
            <a:pPr>
              <a:lnSpc>
                <a:spcPts val="3520"/>
              </a:lnSpc>
            </a:pPr>
            <a:r>
              <a:rPr lang="ja-JP" altLang="en-US" sz="1100" b="1" dirty="0"/>
              <a:t>任意のカード</a:t>
            </a:r>
            <a:endParaRPr lang="ja-JP" altLang="en-US" sz="1100" dirty="0"/>
          </a:p>
        </p:txBody>
      </p:sp>
      <p:grpSp>
        <p:nvGrpSpPr>
          <p:cNvPr id="203" name="グループ化 202">
            <a:extLst>
              <a:ext uri="{FF2B5EF4-FFF2-40B4-BE49-F238E27FC236}">
                <a16:creationId xmlns:a16="http://schemas.microsoft.com/office/drawing/2014/main" id="{41D929B1-DC69-0800-0D1E-760436F8E1D1}"/>
              </a:ext>
            </a:extLst>
          </p:cNvPr>
          <p:cNvGrpSpPr/>
          <p:nvPr/>
        </p:nvGrpSpPr>
        <p:grpSpPr>
          <a:xfrm>
            <a:off x="6817512" y="1527662"/>
            <a:ext cx="4684262" cy="3968832"/>
            <a:chOff x="6817512" y="1527662"/>
            <a:chExt cx="4684262" cy="3968832"/>
          </a:xfrm>
        </p:grpSpPr>
        <p:grpSp>
          <p:nvGrpSpPr>
            <p:cNvPr id="78" name="グループ化 77">
              <a:extLst>
                <a:ext uri="{FF2B5EF4-FFF2-40B4-BE49-F238E27FC236}">
                  <a16:creationId xmlns:a16="http://schemas.microsoft.com/office/drawing/2014/main" id="{4FFCEFB1-E224-0A2C-3E80-666286BAD315}"/>
                </a:ext>
              </a:extLst>
            </p:cNvPr>
            <p:cNvGrpSpPr/>
            <p:nvPr/>
          </p:nvGrpSpPr>
          <p:grpSpPr>
            <a:xfrm>
              <a:off x="6817512" y="1527662"/>
              <a:ext cx="4514433" cy="3968832"/>
              <a:chOff x="6817512" y="1527658"/>
              <a:chExt cx="4514433" cy="3968832"/>
            </a:xfrm>
          </p:grpSpPr>
          <p:grpSp>
            <p:nvGrpSpPr>
              <p:cNvPr id="81" name="グループ化 80">
                <a:extLst>
                  <a:ext uri="{FF2B5EF4-FFF2-40B4-BE49-F238E27FC236}">
                    <a16:creationId xmlns:a16="http://schemas.microsoft.com/office/drawing/2014/main" id="{9B196FED-2F27-7DD1-03D1-22C3122B9133}"/>
                  </a:ext>
                </a:extLst>
              </p:cNvPr>
              <p:cNvGrpSpPr/>
              <p:nvPr/>
            </p:nvGrpSpPr>
            <p:grpSpPr>
              <a:xfrm>
                <a:off x="6817512" y="1527658"/>
                <a:ext cx="4514433" cy="3968832"/>
                <a:chOff x="1147570" y="1569525"/>
                <a:chExt cx="4514433" cy="3968832"/>
              </a:xfrm>
            </p:grpSpPr>
            <p:grpSp>
              <p:nvGrpSpPr>
                <p:cNvPr id="88" name="グループ化 87">
                  <a:extLst>
                    <a:ext uri="{FF2B5EF4-FFF2-40B4-BE49-F238E27FC236}">
                      <a16:creationId xmlns:a16="http://schemas.microsoft.com/office/drawing/2014/main" id="{3FD1B11B-8E95-B231-526A-3A9CF83B422E}"/>
                    </a:ext>
                  </a:extLst>
                </p:cNvPr>
                <p:cNvGrpSpPr/>
                <p:nvPr/>
              </p:nvGrpSpPr>
              <p:grpSpPr>
                <a:xfrm>
                  <a:off x="1351028" y="1569525"/>
                  <a:ext cx="4310975" cy="3968832"/>
                  <a:chOff x="3277404" y="1280908"/>
                  <a:chExt cx="4310975" cy="3968832"/>
                </a:xfrm>
              </p:grpSpPr>
              <p:grpSp>
                <p:nvGrpSpPr>
                  <p:cNvPr id="93" name="グループ化 92">
                    <a:extLst>
                      <a:ext uri="{FF2B5EF4-FFF2-40B4-BE49-F238E27FC236}">
                        <a16:creationId xmlns:a16="http://schemas.microsoft.com/office/drawing/2014/main" id="{34A7C448-CBE5-B364-3E9F-84E0A2926B90}"/>
                      </a:ext>
                    </a:extLst>
                  </p:cNvPr>
                  <p:cNvGrpSpPr/>
                  <p:nvPr/>
                </p:nvGrpSpPr>
                <p:grpSpPr>
                  <a:xfrm>
                    <a:off x="3277404" y="1813553"/>
                    <a:ext cx="4310975" cy="2873984"/>
                    <a:chOff x="3277404" y="1813553"/>
                    <a:chExt cx="4310975" cy="2873984"/>
                  </a:xfrm>
                </p:grpSpPr>
                <p:pic>
                  <p:nvPicPr>
                    <p:cNvPr id="169" name="図 168">
                      <a:extLst>
                        <a:ext uri="{FF2B5EF4-FFF2-40B4-BE49-F238E27FC236}">
                          <a16:creationId xmlns:a16="http://schemas.microsoft.com/office/drawing/2014/main" id="{D996F9F6-166A-2334-AAEC-D58268A4F1E4}"/>
                        </a:ext>
                      </a:extLst>
                    </p:cNvPr>
                    <p:cNvPicPr>
                      <a:picLocks noChangeAspect="1"/>
                    </p:cNvPicPr>
                    <p:nvPr/>
                  </p:nvPicPr>
                  <p:blipFill>
                    <a:blip r:embed="rId3"/>
                    <a:stretch>
                      <a:fillRect/>
                    </a:stretch>
                  </p:blipFill>
                  <p:spPr>
                    <a:xfrm>
                      <a:off x="3277404" y="1813553"/>
                      <a:ext cx="4310975" cy="2873984"/>
                    </a:xfrm>
                    <a:prstGeom prst="rect">
                      <a:avLst/>
                    </a:prstGeom>
                  </p:spPr>
                </p:pic>
                <p:grpSp>
                  <p:nvGrpSpPr>
                    <p:cNvPr id="170" name="グループ化 169">
                      <a:extLst>
                        <a:ext uri="{FF2B5EF4-FFF2-40B4-BE49-F238E27FC236}">
                          <a16:creationId xmlns:a16="http://schemas.microsoft.com/office/drawing/2014/main" id="{1CC30D67-4672-35C8-1C08-D73C48BD3F92}"/>
                        </a:ext>
                      </a:extLst>
                    </p:cNvPr>
                    <p:cNvGrpSpPr/>
                    <p:nvPr/>
                  </p:nvGrpSpPr>
                  <p:grpSpPr>
                    <a:xfrm>
                      <a:off x="3412917" y="1979898"/>
                      <a:ext cx="4070687" cy="638614"/>
                      <a:chOff x="3412917" y="1979898"/>
                      <a:chExt cx="4070687" cy="638614"/>
                    </a:xfrm>
                  </p:grpSpPr>
                  <p:pic>
                    <p:nvPicPr>
                      <p:cNvPr id="178" name="図 177">
                        <a:extLst>
                          <a:ext uri="{FF2B5EF4-FFF2-40B4-BE49-F238E27FC236}">
                            <a16:creationId xmlns:a16="http://schemas.microsoft.com/office/drawing/2014/main" id="{EC0EAB35-2156-2133-1FD7-C03251D3FF3E}"/>
                          </a:ext>
                        </a:extLst>
                      </p:cNvPr>
                      <p:cNvPicPr>
                        <a:picLocks noChangeAspect="1"/>
                      </p:cNvPicPr>
                      <p:nvPr/>
                    </p:nvPicPr>
                    <p:blipFill>
                      <a:blip r:embed="rId4"/>
                      <a:stretch>
                        <a:fillRect/>
                      </a:stretch>
                    </p:blipFill>
                    <p:spPr>
                      <a:xfrm rot="10800000">
                        <a:off x="3412917" y="1979901"/>
                        <a:ext cx="529135" cy="638611"/>
                      </a:xfrm>
                      <a:prstGeom prst="rect">
                        <a:avLst/>
                      </a:prstGeom>
                    </p:spPr>
                  </p:pic>
                  <p:pic>
                    <p:nvPicPr>
                      <p:cNvPr id="179" name="図 178">
                        <a:extLst>
                          <a:ext uri="{FF2B5EF4-FFF2-40B4-BE49-F238E27FC236}">
                            <a16:creationId xmlns:a16="http://schemas.microsoft.com/office/drawing/2014/main" id="{4781D506-E8F1-F803-90F7-8CB282F92FB1}"/>
                          </a:ext>
                        </a:extLst>
                      </p:cNvPr>
                      <p:cNvPicPr>
                        <a:picLocks noChangeAspect="1"/>
                      </p:cNvPicPr>
                      <p:nvPr/>
                    </p:nvPicPr>
                    <p:blipFill>
                      <a:blip r:embed="rId4"/>
                      <a:stretch>
                        <a:fillRect/>
                      </a:stretch>
                    </p:blipFill>
                    <p:spPr>
                      <a:xfrm rot="10800000">
                        <a:off x="4119940" y="1979899"/>
                        <a:ext cx="529135" cy="638611"/>
                      </a:xfrm>
                      <a:prstGeom prst="rect">
                        <a:avLst/>
                      </a:prstGeom>
                    </p:spPr>
                  </p:pic>
                  <p:pic>
                    <p:nvPicPr>
                      <p:cNvPr id="180" name="図 179">
                        <a:extLst>
                          <a:ext uri="{FF2B5EF4-FFF2-40B4-BE49-F238E27FC236}">
                            <a16:creationId xmlns:a16="http://schemas.microsoft.com/office/drawing/2014/main" id="{63EB4E01-1498-6FD3-E310-65E57E7773AB}"/>
                          </a:ext>
                        </a:extLst>
                      </p:cNvPr>
                      <p:cNvPicPr>
                        <a:picLocks noChangeAspect="1"/>
                      </p:cNvPicPr>
                      <p:nvPr/>
                    </p:nvPicPr>
                    <p:blipFill>
                      <a:blip r:embed="rId4"/>
                      <a:stretch>
                        <a:fillRect/>
                      </a:stretch>
                    </p:blipFill>
                    <p:spPr>
                      <a:xfrm rot="10800000">
                        <a:off x="4826963" y="1979900"/>
                        <a:ext cx="529135" cy="638611"/>
                      </a:xfrm>
                      <a:prstGeom prst="rect">
                        <a:avLst/>
                      </a:prstGeom>
                    </p:spPr>
                  </p:pic>
                  <p:pic>
                    <p:nvPicPr>
                      <p:cNvPr id="181" name="図 180">
                        <a:extLst>
                          <a:ext uri="{FF2B5EF4-FFF2-40B4-BE49-F238E27FC236}">
                            <a16:creationId xmlns:a16="http://schemas.microsoft.com/office/drawing/2014/main" id="{4443D25B-018B-6DB5-9D21-E9232BEA8F7D}"/>
                          </a:ext>
                        </a:extLst>
                      </p:cNvPr>
                      <p:cNvPicPr>
                        <a:picLocks noChangeAspect="1"/>
                      </p:cNvPicPr>
                      <p:nvPr/>
                    </p:nvPicPr>
                    <p:blipFill>
                      <a:blip r:embed="rId4"/>
                      <a:stretch>
                        <a:fillRect/>
                      </a:stretch>
                    </p:blipFill>
                    <p:spPr>
                      <a:xfrm rot="10800000">
                        <a:off x="5540423" y="1979901"/>
                        <a:ext cx="529135" cy="638611"/>
                      </a:xfrm>
                      <a:prstGeom prst="rect">
                        <a:avLst/>
                      </a:prstGeom>
                    </p:spPr>
                  </p:pic>
                  <p:pic>
                    <p:nvPicPr>
                      <p:cNvPr id="182" name="図 181">
                        <a:extLst>
                          <a:ext uri="{FF2B5EF4-FFF2-40B4-BE49-F238E27FC236}">
                            <a16:creationId xmlns:a16="http://schemas.microsoft.com/office/drawing/2014/main" id="{2E025CA1-DA34-95DA-F78C-522E5A1581A1}"/>
                          </a:ext>
                        </a:extLst>
                      </p:cNvPr>
                      <p:cNvPicPr>
                        <a:picLocks noChangeAspect="1"/>
                      </p:cNvPicPr>
                      <p:nvPr/>
                    </p:nvPicPr>
                    <p:blipFill>
                      <a:blip r:embed="rId4"/>
                      <a:stretch>
                        <a:fillRect/>
                      </a:stretch>
                    </p:blipFill>
                    <p:spPr>
                      <a:xfrm rot="10800000">
                        <a:off x="6241009" y="1979901"/>
                        <a:ext cx="529135" cy="638611"/>
                      </a:xfrm>
                      <a:prstGeom prst="rect">
                        <a:avLst/>
                      </a:prstGeom>
                    </p:spPr>
                  </p:pic>
                  <p:pic>
                    <p:nvPicPr>
                      <p:cNvPr id="183" name="図 182">
                        <a:extLst>
                          <a:ext uri="{FF2B5EF4-FFF2-40B4-BE49-F238E27FC236}">
                            <a16:creationId xmlns:a16="http://schemas.microsoft.com/office/drawing/2014/main" id="{55147F7B-00EE-80C7-CE9E-9B6183701416}"/>
                          </a:ext>
                        </a:extLst>
                      </p:cNvPr>
                      <p:cNvPicPr>
                        <a:picLocks noChangeAspect="1"/>
                      </p:cNvPicPr>
                      <p:nvPr/>
                    </p:nvPicPr>
                    <p:blipFill>
                      <a:blip r:embed="rId4"/>
                      <a:stretch>
                        <a:fillRect/>
                      </a:stretch>
                    </p:blipFill>
                    <p:spPr>
                      <a:xfrm rot="10800000">
                        <a:off x="6954469" y="1979898"/>
                        <a:ext cx="529135" cy="638611"/>
                      </a:xfrm>
                      <a:prstGeom prst="rect">
                        <a:avLst/>
                      </a:prstGeom>
                    </p:spPr>
                  </p:pic>
                </p:grpSp>
                <p:grpSp>
                  <p:nvGrpSpPr>
                    <p:cNvPr id="171" name="グループ化 170">
                      <a:extLst>
                        <a:ext uri="{FF2B5EF4-FFF2-40B4-BE49-F238E27FC236}">
                          <a16:creationId xmlns:a16="http://schemas.microsoft.com/office/drawing/2014/main" id="{201FEF2E-AB46-DE2E-823C-D5D036EEC216}"/>
                        </a:ext>
                      </a:extLst>
                    </p:cNvPr>
                    <p:cNvGrpSpPr/>
                    <p:nvPr/>
                  </p:nvGrpSpPr>
                  <p:grpSpPr>
                    <a:xfrm rot="10800000">
                      <a:off x="3402894" y="3920181"/>
                      <a:ext cx="4070687" cy="638614"/>
                      <a:chOff x="3412917" y="1979898"/>
                      <a:chExt cx="4070687" cy="638614"/>
                    </a:xfrm>
                  </p:grpSpPr>
                  <p:pic>
                    <p:nvPicPr>
                      <p:cNvPr id="172" name="図 171">
                        <a:extLst>
                          <a:ext uri="{FF2B5EF4-FFF2-40B4-BE49-F238E27FC236}">
                            <a16:creationId xmlns:a16="http://schemas.microsoft.com/office/drawing/2014/main" id="{5CB64ECF-D781-2214-6975-2740A8D7BE75}"/>
                          </a:ext>
                        </a:extLst>
                      </p:cNvPr>
                      <p:cNvPicPr>
                        <a:picLocks noChangeAspect="1"/>
                      </p:cNvPicPr>
                      <p:nvPr/>
                    </p:nvPicPr>
                    <p:blipFill>
                      <a:blip r:embed="rId4"/>
                      <a:stretch>
                        <a:fillRect/>
                      </a:stretch>
                    </p:blipFill>
                    <p:spPr>
                      <a:xfrm rot="10800000">
                        <a:off x="3412917" y="1979901"/>
                        <a:ext cx="529135" cy="638611"/>
                      </a:xfrm>
                      <a:prstGeom prst="rect">
                        <a:avLst/>
                      </a:prstGeom>
                    </p:spPr>
                  </p:pic>
                  <p:pic>
                    <p:nvPicPr>
                      <p:cNvPr id="173" name="図 172">
                        <a:extLst>
                          <a:ext uri="{FF2B5EF4-FFF2-40B4-BE49-F238E27FC236}">
                            <a16:creationId xmlns:a16="http://schemas.microsoft.com/office/drawing/2014/main" id="{32362A72-0063-DAF8-D3A1-3D0BA24CA9EC}"/>
                          </a:ext>
                        </a:extLst>
                      </p:cNvPr>
                      <p:cNvPicPr>
                        <a:picLocks noChangeAspect="1"/>
                      </p:cNvPicPr>
                      <p:nvPr/>
                    </p:nvPicPr>
                    <p:blipFill>
                      <a:blip r:embed="rId4"/>
                      <a:stretch>
                        <a:fillRect/>
                      </a:stretch>
                    </p:blipFill>
                    <p:spPr>
                      <a:xfrm rot="10800000">
                        <a:off x="4119940" y="1979899"/>
                        <a:ext cx="529135" cy="638611"/>
                      </a:xfrm>
                      <a:prstGeom prst="rect">
                        <a:avLst/>
                      </a:prstGeom>
                    </p:spPr>
                  </p:pic>
                  <p:pic>
                    <p:nvPicPr>
                      <p:cNvPr id="174" name="図 173">
                        <a:extLst>
                          <a:ext uri="{FF2B5EF4-FFF2-40B4-BE49-F238E27FC236}">
                            <a16:creationId xmlns:a16="http://schemas.microsoft.com/office/drawing/2014/main" id="{5F60F77C-31D1-5039-4FB4-1E303521DE2D}"/>
                          </a:ext>
                        </a:extLst>
                      </p:cNvPr>
                      <p:cNvPicPr>
                        <a:picLocks noChangeAspect="1"/>
                      </p:cNvPicPr>
                      <p:nvPr/>
                    </p:nvPicPr>
                    <p:blipFill>
                      <a:blip r:embed="rId4"/>
                      <a:stretch>
                        <a:fillRect/>
                      </a:stretch>
                    </p:blipFill>
                    <p:spPr>
                      <a:xfrm rot="10800000">
                        <a:off x="4826963" y="1979900"/>
                        <a:ext cx="529135" cy="638611"/>
                      </a:xfrm>
                      <a:prstGeom prst="rect">
                        <a:avLst/>
                      </a:prstGeom>
                    </p:spPr>
                  </p:pic>
                  <p:pic>
                    <p:nvPicPr>
                      <p:cNvPr id="175" name="図 174">
                        <a:extLst>
                          <a:ext uri="{FF2B5EF4-FFF2-40B4-BE49-F238E27FC236}">
                            <a16:creationId xmlns:a16="http://schemas.microsoft.com/office/drawing/2014/main" id="{043E0C4C-27DB-B86B-662D-B898BD7B6F39}"/>
                          </a:ext>
                        </a:extLst>
                      </p:cNvPr>
                      <p:cNvPicPr>
                        <a:picLocks noChangeAspect="1"/>
                      </p:cNvPicPr>
                      <p:nvPr/>
                    </p:nvPicPr>
                    <p:blipFill>
                      <a:blip r:embed="rId4"/>
                      <a:stretch>
                        <a:fillRect/>
                      </a:stretch>
                    </p:blipFill>
                    <p:spPr>
                      <a:xfrm rot="10800000">
                        <a:off x="5540423" y="1979901"/>
                        <a:ext cx="529135" cy="638611"/>
                      </a:xfrm>
                      <a:prstGeom prst="rect">
                        <a:avLst/>
                      </a:prstGeom>
                    </p:spPr>
                  </p:pic>
                  <p:pic>
                    <p:nvPicPr>
                      <p:cNvPr id="176" name="図 175">
                        <a:extLst>
                          <a:ext uri="{FF2B5EF4-FFF2-40B4-BE49-F238E27FC236}">
                            <a16:creationId xmlns:a16="http://schemas.microsoft.com/office/drawing/2014/main" id="{854E88FB-6A6B-861C-BAD4-7352B685C2C0}"/>
                          </a:ext>
                        </a:extLst>
                      </p:cNvPr>
                      <p:cNvPicPr>
                        <a:picLocks noChangeAspect="1"/>
                      </p:cNvPicPr>
                      <p:nvPr/>
                    </p:nvPicPr>
                    <p:blipFill>
                      <a:blip r:embed="rId4"/>
                      <a:stretch>
                        <a:fillRect/>
                      </a:stretch>
                    </p:blipFill>
                    <p:spPr>
                      <a:xfrm rot="10800000">
                        <a:off x="6241009" y="1979901"/>
                        <a:ext cx="529135" cy="638611"/>
                      </a:xfrm>
                      <a:prstGeom prst="rect">
                        <a:avLst/>
                      </a:prstGeom>
                    </p:spPr>
                  </p:pic>
                  <p:pic>
                    <p:nvPicPr>
                      <p:cNvPr id="177" name="図 176">
                        <a:extLst>
                          <a:ext uri="{FF2B5EF4-FFF2-40B4-BE49-F238E27FC236}">
                            <a16:creationId xmlns:a16="http://schemas.microsoft.com/office/drawing/2014/main" id="{8BFAD957-01C9-6640-ED20-5E4A3D8A0088}"/>
                          </a:ext>
                        </a:extLst>
                      </p:cNvPr>
                      <p:cNvPicPr>
                        <a:picLocks noChangeAspect="1"/>
                      </p:cNvPicPr>
                      <p:nvPr/>
                    </p:nvPicPr>
                    <p:blipFill>
                      <a:blip r:embed="rId4"/>
                      <a:stretch>
                        <a:fillRect/>
                      </a:stretch>
                    </p:blipFill>
                    <p:spPr>
                      <a:xfrm rot="10800000">
                        <a:off x="6954469" y="1979898"/>
                        <a:ext cx="529135" cy="638611"/>
                      </a:xfrm>
                      <a:prstGeom prst="rect">
                        <a:avLst/>
                      </a:prstGeom>
                    </p:spPr>
                  </p:pic>
                </p:grpSp>
              </p:grpSp>
              <p:grpSp>
                <p:nvGrpSpPr>
                  <p:cNvPr id="155" name="グループ化 154">
                    <a:extLst>
                      <a:ext uri="{FF2B5EF4-FFF2-40B4-BE49-F238E27FC236}">
                        <a16:creationId xmlns:a16="http://schemas.microsoft.com/office/drawing/2014/main" id="{92AC19A4-9EEA-E233-A8C7-5E09296D9052}"/>
                      </a:ext>
                    </a:extLst>
                  </p:cNvPr>
                  <p:cNvGrpSpPr/>
                  <p:nvPr/>
                </p:nvGrpSpPr>
                <p:grpSpPr>
                  <a:xfrm>
                    <a:off x="3845486" y="4611124"/>
                    <a:ext cx="3174810" cy="638616"/>
                    <a:chOff x="4298771" y="4725137"/>
                    <a:chExt cx="3174810" cy="638616"/>
                  </a:xfrm>
                </p:grpSpPr>
                <p:pic>
                  <p:nvPicPr>
                    <p:cNvPr id="163" name="図 162">
                      <a:extLst>
                        <a:ext uri="{FF2B5EF4-FFF2-40B4-BE49-F238E27FC236}">
                          <a16:creationId xmlns:a16="http://schemas.microsoft.com/office/drawing/2014/main" id="{31061E2F-C305-A946-BE6A-801EFAE7B6FF}"/>
                        </a:ext>
                      </a:extLst>
                    </p:cNvPr>
                    <p:cNvPicPr>
                      <a:picLocks noChangeAspect="1"/>
                    </p:cNvPicPr>
                    <p:nvPr/>
                  </p:nvPicPr>
                  <p:blipFill>
                    <a:blip r:embed="rId4"/>
                    <a:stretch>
                      <a:fillRect/>
                    </a:stretch>
                  </p:blipFill>
                  <p:spPr>
                    <a:xfrm>
                      <a:off x="4298771" y="4725142"/>
                      <a:ext cx="529135" cy="638611"/>
                    </a:xfrm>
                    <a:prstGeom prst="rect">
                      <a:avLst/>
                    </a:prstGeom>
                  </p:spPr>
                </p:pic>
                <p:pic>
                  <p:nvPicPr>
                    <p:cNvPr id="164" name="図 163">
                      <a:extLst>
                        <a:ext uri="{FF2B5EF4-FFF2-40B4-BE49-F238E27FC236}">
                          <a16:creationId xmlns:a16="http://schemas.microsoft.com/office/drawing/2014/main" id="{5F8A0DE6-D155-0F21-E2C8-E440B5FF942A}"/>
                        </a:ext>
                      </a:extLst>
                    </p:cNvPr>
                    <p:cNvPicPr>
                      <a:picLocks noChangeAspect="1"/>
                    </p:cNvPicPr>
                    <p:nvPr/>
                  </p:nvPicPr>
                  <p:blipFill>
                    <a:blip r:embed="rId4"/>
                    <a:stretch>
                      <a:fillRect/>
                    </a:stretch>
                  </p:blipFill>
                  <p:spPr>
                    <a:xfrm>
                      <a:off x="4827906" y="4725141"/>
                      <a:ext cx="529135" cy="638611"/>
                    </a:xfrm>
                    <a:prstGeom prst="rect">
                      <a:avLst/>
                    </a:prstGeom>
                  </p:spPr>
                </p:pic>
                <p:pic>
                  <p:nvPicPr>
                    <p:cNvPr id="165" name="図 164">
                      <a:extLst>
                        <a:ext uri="{FF2B5EF4-FFF2-40B4-BE49-F238E27FC236}">
                          <a16:creationId xmlns:a16="http://schemas.microsoft.com/office/drawing/2014/main" id="{F4CBFECE-DCC9-2B1D-6E3C-66009DD59BEB}"/>
                        </a:ext>
                      </a:extLst>
                    </p:cNvPr>
                    <p:cNvPicPr>
                      <a:picLocks noChangeAspect="1"/>
                    </p:cNvPicPr>
                    <p:nvPr/>
                  </p:nvPicPr>
                  <p:blipFill>
                    <a:blip r:embed="rId4"/>
                    <a:stretch>
                      <a:fillRect/>
                    </a:stretch>
                  </p:blipFill>
                  <p:spPr>
                    <a:xfrm>
                      <a:off x="5357041" y="4725140"/>
                      <a:ext cx="529135" cy="638611"/>
                    </a:xfrm>
                    <a:prstGeom prst="rect">
                      <a:avLst/>
                    </a:prstGeom>
                  </p:spPr>
                </p:pic>
                <p:pic>
                  <p:nvPicPr>
                    <p:cNvPr id="166" name="図 165">
                      <a:extLst>
                        <a:ext uri="{FF2B5EF4-FFF2-40B4-BE49-F238E27FC236}">
                          <a16:creationId xmlns:a16="http://schemas.microsoft.com/office/drawing/2014/main" id="{39EEFE99-414C-3085-D10D-DE2AEFD9D2B0}"/>
                        </a:ext>
                      </a:extLst>
                    </p:cNvPr>
                    <p:cNvPicPr>
                      <a:picLocks noChangeAspect="1"/>
                    </p:cNvPicPr>
                    <p:nvPr/>
                  </p:nvPicPr>
                  <p:blipFill>
                    <a:blip r:embed="rId4"/>
                    <a:stretch>
                      <a:fillRect/>
                    </a:stretch>
                  </p:blipFill>
                  <p:spPr>
                    <a:xfrm>
                      <a:off x="5886176" y="4725139"/>
                      <a:ext cx="529135" cy="638611"/>
                    </a:xfrm>
                    <a:prstGeom prst="rect">
                      <a:avLst/>
                    </a:prstGeom>
                  </p:spPr>
                </p:pic>
                <p:pic>
                  <p:nvPicPr>
                    <p:cNvPr id="167" name="図 166">
                      <a:extLst>
                        <a:ext uri="{FF2B5EF4-FFF2-40B4-BE49-F238E27FC236}">
                          <a16:creationId xmlns:a16="http://schemas.microsoft.com/office/drawing/2014/main" id="{4CF52B75-0954-5D9A-2907-685055D94F83}"/>
                        </a:ext>
                      </a:extLst>
                    </p:cNvPr>
                    <p:cNvPicPr>
                      <a:picLocks noChangeAspect="1"/>
                    </p:cNvPicPr>
                    <p:nvPr/>
                  </p:nvPicPr>
                  <p:blipFill>
                    <a:blip r:embed="rId4"/>
                    <a:stretch>
                      <a:fillRect/>
                    </a:stretch>
                  </p:blipFill>
                  <p:spPr>
                    <a:xfrm>
                      <a:off x="6415311" y="4725138"/>
                      <a:ext cx="529135" cy="638611"/>
                    </a:xfrm>
                    <a:prstGeom prst="rect">
                      <a:avLst/>
                    </a:prstGeom>
                  </p:spPr>
                </p:pic>
                <p:pic>
                  <p:nvPicPr>
                    <p:cNvPr id="168" name="図 167">
                      <a:extLst>
                        <a:ext uri="{FF2B5EF4-FFF2-40B4-BE49-F238E27FC236}">
                          <a16:creationId xmlns:a16="http://schemas.microsoft.com/office/drawing/2014/main" id="{2426DF9B-E4B1-D876-7612-76FDF2907607}"/>
                        </a:ext>
                      </a:extLst>
                    </p:cNvPr>
                    <p:cNvPicPr>
                      <a:picLocks noChangeAspect="1"/>
                    </p:cNvPicPr>
                    <p:nvPr/>
                  </p:nvPicPr>
                  <p:blipFill>
                    <a:blip r:embed="rId4"/>
                    <a:stretch>
                      <a:fillRect/>
                    </a:stretch>
                  </p:blipFill>
                  <p:spPr>
                    <a:xfrm>
                      <a:off x="6944446" y="4725137"/>
                      <a:ext cx="529135" cy="638611"/>
                    </a:xfrm>
                    <a:prstGeom prst="rect">
                      <a:avLst/>
                    </a:prstGeom>
                  </p:spPr>
                </p:pic>
              </p:grpSp>
              <p:grpSp>
                <p:nvGrpSpPr>
                  <p:cNvPr id="156" name="グループ化 155">
                    <a:extLst>
                      <a:ext uri="{FF2B5EF4-FFF2-40B4-BE49-F238E27FC236}">
                        <a16:creationId xmlns:a16="http://schemas.microsoft.com/office/drawing/2014/main" id="{7F079AD8-8DD1-D5BC-4914-8CAA87BB341C}"/>
                      </a:ext>
                    </a:extLst>
                  </p:cNvPr>
                  <p:cNvGrpSpPr/>
                  <p:nvPr/>
                </p:nvGrpSpPr>
                <p:grpSpPr>
                  <a:xfrm rot="10800000">
                    <a:off x="3812679" y="1280908"/>
                    <a:ext cx="2645675" cy="2015004"/>
                    <a:chOff x="4827906" y="3348748"/>
                    <a:chExt cx="2645675" cy="2015004"/>
                  </a:xfrm>
                </p:grpSpPr>
                <p:pic>
                  <p:nvPicPr>
                    <p:cNvPr id="157" name="図 156">
                      <a:extLst>
                        <a:ext uri="{FF2B5EF4-FFF2-40B4-BE49-F238E27FC236}">
                          <a16:creationId xmlns:a16="http://schemas.microsoft.com/office/drawing/2014/main" id="{0B64D2D9-5568-4EA3-8D87-36C66C55E5A3}"/>
                        </a:ext>
                      </a:extLst>
                    </p:cNvPr>
                    <p:cNvPicPr>
                      <a:picLocks noChangeAspect="1"/>
                    </p:cNvPicPr>
                    <p:nvPr/>
                  </p:nvPicPr>
                  <p:blipFill>
                    <a:blip r:embed="rId4"/>
                    <a:stretch>
                      <a:fillRect/>
                    </a:stretch>
                  </p:blipFill>
                  <p:spPr>
                    <a:xfrm>
                      <a:off x="5588802" y="3348748"/>
                      <a:ext cx="529135" cy="638611"/>
                    </a:xfrm>
                    <a:prstGeom prst="rect">
                      <a:avLst/>
                    </a:prstGeom>
                  </p:spPr>
                </p:pic>
                <p:pic>
                  <p:nvPicPr>
                    <p:cNvPr id="158" name="図 157">
                      <a:extLst>
                        <a:ext uri="{FF2B5EF4-FFF2-40B4-BE49-F238E27FC236}">
                          <a16:creationId xmlns:a16="http://schemas.microsoft.com/office/drawing/2014/main" id="{984106CA-0318-C120-4DDD-FBBA112AC446}"/>
                        </a:ext>
                      </a:extLst>
                    </p:cNvPr>
                    <p:cNvPicPr>
                      <a:picLocks noChangeAspect="1"/>
                    </p:cNvPicPr>
                    <p:nvPr/>
                  </p:nvPicPr>
                  <p:blipFill>
                    <a:blip r:embed="rId4"/>
                    <a:stretch>
                      <a:fillRect/>
                    </a:stretch>
                  </p:blipFill>
                  <p:spPr>
                    <a:xfrm>
                      <a:off x="4827906" y="4725141"/>
                      <a:ext cx="529135" cy="638611"/>
                    </a:xfrm>
                    <a:prstGeom prst="rect">
                      <a:avLst/>
                    </a:prstGeom>
                  </p:spPr>
                </p:pic>
                <p:pic>
                  <p:nvPicPr>
                    <p:cNvPr id="159" name="図 158">
                      <a:extLst>
                        <a:ext uri="{FF2B5EF4-FFF2-40B4-BE49-F238E27FC236}">
                          <a16:creationId xmlns:a16="http://schemas.microsoft.com/office/drawing/2014/main" id="{612AA5BA-8C70-7742-1CFF-08453C4B5F93}"/>
                        </a:ext>
                      </a:extLst>
                    </p:cNvPr>
                    <p:cNvPicPr>
                      <a:picLocks noChangeAspect="1"/>
                    </p:cNvPicPr>
                    <p:nvPr/>
                  </p:nvPicPr>
                  <p:blipFill>
                    <a:blip r:embed="rId4"/>
                    <a:stretch>
                      <a:fillRect/>
                    </a:stretch>
                  </p:blipFill>
                  <p:spPr>
                    <a:xfrm>
                      <a:off x="5357041" y="4725140"/>
                      <a:ext cx="529135" cy="638611"/>
                    </a:xfrm>
                    <a:prstGeom prst="rect">
                      <a:avLst/>
                    </a:prstGeom>
                  </p:spPr>
                </p:pic>
                <p:pic>
                  <p:nvPicPr>
                    <p:cNvPr id="160" name="図 159">
                      <a:extLst>
                        <a:ext uri="{FF2B5EF4-FFF2-40B4-BE49-F238E27FC236}">
                          <a16:creationId xmlns:a16="http://schemas.microsoft.com/office/drawing/2014/main" id="{3123EF17-A190-EA5A-E476-C0278D1D61AC}"/>
                        </a:ext>
                      </a:extLst>
                    </p:cNvPr>
                    <p:cNvPicPr>
                      <a:picLocks noChangeAspect="1"/>
                    </p:cNvPicPr>
                    <p:nvPr/>
                  </p:nvPicPr>
                  <p:blipFill>
                    <a:blip r:embed="rId4"/>
                    <a:stretch>
                      <a:fillRect/>
                    </a:stretch>
                  </p:blipFill>
                  <p:spPr>
                    <a:xfrm>
                      <a:off x="5886176" y="4725139"/>
                      <a:ext cx="529135" cy="638611"/>
                    </a:xfrm>
                    <a:prstGeom prst="rect">
                      <a:avLst/>
                    </a:prstGeom>
                  </p:spPr>
                </p:pic>
                <p:pic>
                  <p:nvPicPr>
                    <p:cNvPr id="161" name="図 160">
                      <a:extLst>
                        <a:ext uri="{FF2B5EF4-FFF2-40B4-BE49-F238E27FC236}">
                          <a16:creationId xmlns:a16="http://schemas.microsoft.com/office/drawing/2014/main" id="{1A8C25AC-3096-EF58-35B5-D195C1F0D1C8}"/>
                        </a:ext>
                      </a:extLst>
                    </p:cNvPr>
                    <p:cNvPicPr>
                      <a:picLocks noChangeAspect="1"/>
                    </p:cNvPicPr>
                    <p:nvPr/>
                  </p:nvPicPr>
                  <p:blipFill>
                    <a:blip r:embed="rId4"/>
                    <a:stretch>
                      <a:fillRect/>
                    </a:stretch>
                  </p:blipFill>
                  <p:spPr>
                    <a:xfrm>
                      <a:off x="6415311" y="4725138"/>
                      <a:ext cx="529135" cy="638611"/>
                    </a:xfrm>
                    <a:prstGeom prst="rect">
                      <a:avLst/>
                    </a:prstGeom>
                  </p:spPr>
                </p:pic>
                <p:pic>
                  <p:nvPicPr>
                    <p:cNvPr id="162" name="図 161">
                      <a:extLst>
                        <a:ext uri="{FF2B5EF4-FFF2-40B4-BE49-F238E27FC236}">
                          <a16:creationId xmlns:a16="http://schemas.microsoft.com/office/drawing/2014/main" id="{E5391809-2052-A115-DAC9-7E947EFDDFEF}"/>
                        </a:ext>
                      </a:extLst>
                    </p:cNvPr>
                    <p:cNvPicPr>
                      <a:picLocks noChangeAspect="1"/>
                    </p:cNvPicPr>
                    <p:nvPr/>
                  </p:nvPicPr>
                  <p:blipFill>
                    <a:blip r:embed="rId4"/>
                    <a:stretch>
                      <a:fillRect/>
                    </a:stretch>
                  </p:blipFill>
                  <p:spPr>
                    <a:xfrm>
                      <a:off x="6944446" y="4725137"/>
                      <a:ext cx="529135" cy="638611"/>
                    </a:xfrm>
                    <a:prstGeom prst="rect">
                      <a:avLst/>
                    </a:prstGeom>
                  </p:spPr>
                </p:pic>
              </p:grpSp>
            </p:grpSp>
            <p:sp>
              <p:nvSpPr>
                <p:cNvPr id="90" name="Text 3">
                  <a:extLst>
                    <a:ext uri="{FF2B5EF4-FFF2-40B4-BE49-F238E27FC236}">
                      <a16:creationId xmlns:a16="http://schemas.microsoft.com/office/drawing/2014/main" id="{530A11D4-5F57-4846-FEEE-8F1BDE1FDBCE}"/>
                    </a:ext>
                  </a:extLst>
                </p:cNvPr>
                <p:cNvSpPr/>
                <p:nvPr/>
              </p:nvSpPr>
              <p:spPr>
                <a:xfrm>
                  <a:off x="1204143" y="1729431"/>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sp>
              <p:nvSpPr>
                <p:cNvPr id="92" name="Text 8">
                  <a:extLst>
                    <a:ext uri="{FF2B5EF4-FFF2-40B4-BE49-F238E27FC236}">
                      <a16:creationId xmlns:a16="http://schemas.microsoft.com/office/drawing/2014/main" id="{FFF100DB-D0DE-27E6-692A-A585EAEADB6F}"/>
                    </a:ext>
                  </a:extLst>
                </p:cNvPr>
                <p:cNvSpPr/>
                <p:nvPr/>
              </p:nvSpPr>
              <p:spPr>
                <a:xfrm>
                  <a:off x="1147570" y="5141254"/>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Bの手札</a:t>
                  </a:r>
                  <a:endParaRPr lang="en-US" sz="1300" dirty="0"/>
                </a:p>
              </p:txBody>
            </p:sp>
          </p:grpSp>
          <p:pic>
            <p:nvPicPr>
              <p:cNvPr id="82" name="図 81">
                <a:extLst>
                  <a:ext uri="{FF2B5EF4-FFF2-40B4-BE49-F238E27FC236}">
                    <a16:creationId xmlns:a16="http://schemas.microsoft.com/office/drawing/2014/main" id="{FF760768-5A32-1A34-C989-9931D345EA98}"/>
                  </a:ext>
                </a:extLst>
              </p:cNvPr>
              <p:cNvPicPr>
                <a:picLocks noChangeAspect="1"/>
              </p:cNvPicPr>
              <p:nvPr/>
            </p:nvPicPr>
            <p:blipFill>
              <a:blip r:embed="rId5">
                <a:alphaModFix amt="50000"/>
              </a:blip>
              <a:stretch>
                <a:fillRect/>
              </a:stretch>
            </p:blipFill>
            <p:spPr>
              <a:xfrm rot="10800000">
                <a:off x="9451309" y="2899065"/>
                <a:ext cx="533266" cy="643597"/>
              </a:xfrm>
              <a:prstGeom prst="rect">
                <a:avLst/>
              </a:prstGeom>
            </p:spPr>
          </p:pic>
          <p:sp>
            <p:nvSpPr>
              <p:cNvPr id="83" name="Text 1">
                <a:extLst>
                  <a:ext uri="{FF2B5EF4-FFF2-40B4-BE49-F238E27FC236}">
                    <a16:creationId xmlns:a16="http://schemas.microsoft.com/office/drawing/2014/main" id="{AA4E314C-E3FA-725F-541B-3609B120FE37}"/>
                  </a:ext>
                </a:extLst>
              </p:cNvPr>
              <p:cNvSpPr txBox="1">
                <a:spLocks/>
              </p:cNvSpPr>
              <p:nvPr/>
            </p:nvSpPr>
            <p:spPr>
              <a:xfrm>
                <a:off x="9834318" y="2694987"/>
                <a:ext cx="174070" cy="365076"/>
              </a:xfrm>
              <a:prstGeom prst="rect">
                <a:avLst/>
              </a:prstGeom>
              <a:noFill/>
              <a:ln/>
            </p:spPr>
            <p:txBody>
              <a:bodyPr wrap="square" lIns="0" tIns="0" rIns="0" bIns="0" rtlCol="0" anchor="t">
                <a:normAutofit fontScale="92500"/>
              </a:bodyPr>
              <a:lstStyle>
                <a:lvl1pPr marL="0" indent="0" algn="l" defTabSz="914400" rtl="0" eaLnBrk="1" latinLnBrk="0" hangingPunct="1">
                  <a:lnSpc>
                    <a:spcPct val="115000"/>
                  </a:lnSpc>
                  <a:spcBef>
                    <a:spcPct val="0"/>
                  </a:spcBef>
                  <a:buNone/>
                  <a:defRPr lang="en-US" sz="3200" kern="1200" dirty="0">
                    <a:solidFill>
                      <a:srgbClr val="0A0028"/>
                    </a:solidFill>
                    <a:latin typeface="Noto Sans JP" pitchFamily="34" charset="0"/>
                    <a:ea typeface="Noto Sans JP" pitchFamily="34" charset="-122"/>
                    <a:cs typeface="Noto Sans JP" pitchFamily="34" charset="-120"/>
                  </a:defRPr>
                </a:lvl1pPr>
              </a:lstStyle>
              <a:p>
                <a:pPr>
                  <a:lnSpc>
                    <a:spcPts val="3520"/>
                  </a:lnSpc>
                </a:pPr>
                <a:r>
                  <a:rPr lang="ja-JP" altLang="en-US" sz="1100" b="1" dirty="0">
                    <a:solidFill>
                      <a:srgbClr val="FFFFFF"/>
                    </a:solidFill>
                  </a:rPr>
                  <a:t>表</a:t>
                </a:r>
                <a:endParaRPr lang="ja-JP" altLang="en-US" sz="1100" dirty="0">
                  <a:solidFill>
                    <a:srgbClr val="FFFFFF"/>
                  </a:solidFill>
                </a:endParaRPr>
              </a:p>
            </p:txBody>
          </p:sp>
          <p:pic>
            <p:nvPicPr>
              <p:cNvPr id="84" name="図 83">
                <a:extLst>
                  <a:ext uri="{FF2B5EF4-FFF2-40B4-BE49-F238E27FC236}">
                    <a16:creationId xmlns:a16="http://schemas.microsoft.com/office/drawing/2014/main" id="{9C5C5D1F-A9AB-58CE-2BD9-6852630307EE}"/>
                  </a:ext>
                </a:extLst>
              </p:cNvPr>
              <p:cNvPicPr>
                <a:picLocks noChangeAspect="1"/>
              </p:cNvPicPr>
              <p:nvPr/>
            </p:nvPicPr>
            <p:blipFill>
              <a:blip r:embed="rId4"/>
              <a:stretch>
                <a:fillRect/>
              </a:stretch>
            </p:blipFill>
            <p:spPr>
              <a:xfrm rot="10800000">
                <a:off x="7411027" y="3113653"/>
                <a:ext cx="529135" cy="638611"/>
              </a:xfrm>
              <a:prstGeom prst="rect">
                <a:avLst/>
              </a:prstGeom>
            </p:spPr>
          </p:pic>
          <p:grpSp>
            <p:nvGrpSpPr>
              <p:cNvPr id="85" name="グループ化 84">
                <a:extLst>
                  <a:ext uri="{FF2B5EF4-FFF2-40B4-BE49-F238E27FC236}">
                    <a16:creationId xmlns:a16="http://schemas.microsoft.com/office/drawing/2014/main" id="{63BF7083-5711-2692-B7EE-21C4B1B0AED3}"/>
                  </a:ext>
                </a:extLst>
              </p:cNvPr>
              <p:cNvGrpSpPr/>
              <p:nvPr/>
            </p:nvGrpSpPr>
            <p:grpSpPr>
              <a:xfrm>
                <a:off x="7961160" y="2898147"/>
                <a:ext cx="549959" cy="853200"/>
                <a:chOff x="6875237" y="2899064"/>
                <a:chExt cx="549959" cy="853200"/>
              </a:xfrm>
            </p:grpSpPr>
            <p:pic>
              <p:nvPicPr>
                <p:cNvPr id="86" name="図 85">
                  <a:extLst>
                    <a:ext uri="{FF2B5EF4-FFF2-40B4-BE49-F238E27FC236}">
                      <a16:creationId xmlns:a16="http://schemas.microsoft.com/office/drawing/2014/main" id="{FBB75A88-B75F-7250-7866-6F2C9AA57F29}"/>
                    </a:ext>
                  </a:extLst>
                </p:cNvPr>
                <p:cNvPicPr>
                  <a:picLocks noChangeAspect="1"/>
                </p:cNvPicPr>
                <p:nvPr/>
              </p:nvPicPr>
              <p:blipFill>
                <a:blip r:embed="rId6">
                  <a:alphaModFix amt="70000"/>
                </a:blip>
                <a:stretch>
                  <a:fillRect/>
                </a:stretch>
              </p:blipFill>
              <p:spPr>
                <a:xfrm rot="10800000">
                  <a:off x="6875237" y="3118034"/>
                  <a:ext cx="525505" cy="634230"/>
                </a:xfrm>
                <a:prstGeom prst="rect">
                  <a:avLst/>
                </a:prstGeom>
              </p:spPr>
            </p:pic>
            <p:sp>
              <p:nvSpPr>
                <p:cNvPr id="87" name="Text 1">
                  <a:extLst>
                    <a:ext uri="{FF2B5EF4-FFF2-40B4-BE49-F238E27FC236}">
                      <a16:creationId xmlns:a16="http://schemas.microsoft.com/office/drawing/2014/main" id="{2698A918-3333-9096-3D6E-EEDEDC3D51BD}"/>
                    </a:ext>
                  </a:extLst>
                </p:cNvPr>
                <p:cNvSpPr txBox="1">
                  <a:spLocks/>
                </p:cNvSpPr>
                <p:nvPr/>
              </p:nvSpPr>
              <p:spPr>
                <a:xfrm>
                  <a:off x="7251126" y="2899064"/>
                  <a:ext cx="174070" cy="365076"/>
                </a:xfrm>
                <a:prstGeom prst="rect">
                  <a:avLst/>
                </a:prstGeom>
                <a:noFill/>
                <a:ln/>
              </p:spPr>
              <p:txBody>
                <a:bodyPr wrap="square" lIns="0" tIns="0" rIns="0" bIns="0" rtlCol="0" anchor="t">
                  <a:normAutofit fontScale="92500"/>
                </a:bodyPr>
                <a:lstStyle>
                  <a:lvl1pPr marL="0" indent="0" algn="l" defTabSz="914400" rtl="0" eaLnBrk="1" latinLnBrk="0" hangingPunct="1">
                    <a:lnSpc>
                      <a:spcPct val="115000"/>
                    </a:lnSpc>
                    <a:spcBef>
                      <a:spcPct val="0"/>
                    </a:spcBef>
                    <a:buNone/>
                    <a:defRPr lang="en-US" sz="3200" kern="1200" dirty="0">
                      <a:solidFill>
                        <a:srgbClr val="0A0028"/>
                      </a:solidFill>
                      <a:latin typeface="Noto Sans JP" pitchFamily="34" charset="0"/>
                      <a:ea typeface="Noto Sans JP" pitchFamily="34" charset="-122"/>
                      <a:cs typeface="Noto Sans JP" pitchFamily="34" charset="-120"/>
                    </a:defRPr>
                  </a:lvl1pPr>
                </a:lstStyle>
                <a:p>
                  <a:pPr>
                    <a:lnSpc>
                      <a:spcPts val="3520"/>
                    </a:lnSpc>
                  </a:pPr>
                  <a:r>
                    <a:rPr lang="ja-JP" altLang="en-US" sz="1100" b="1" dirty="0">
                      <a:solidFill>
                        <a:srgbClr val="FFFFFF"/>
                      </a:solidFill>
                    </a:rPr>
                    <a:t>表</a:t>
                  </a:r>
                  <a:endParaRPr lang="ja-JP" altLang="en-US" sz="1100" dirty="0">
                    <a:solidFill>
                      <a:srgbClr val="FFFFFF"/>
                    </a:solidFill>
                  </a:endParaRPr>
                </a:p>
              </p:txBody>
            </p:sp>
          </p:grpSp>
        </p:grpSp>
        <p:pic>
          <p:nvPicPr>
            <p:cNvPr id="185" name="図 184">
              <a:extLst>
                <a:ext uri="{FF2B5EF4-FFF2-40B4-BE49-F238E27FC236}">
                  <a16:creationId xmlns:a16="http://schemas.microsoft.com/office/drawing/2014/main" id="{44EC7981-99B2-3D99-DD9B-82D0F612590E}"/>
                </a:ext>
              </a:extLst>
            </p:cNvPr>
            <p:cNvPicPr>
              <a:picLocks noChangeAspect="1"/>
            </p:cNvPicPr>
            <p:nvPr/>
          </p:nvPicPr>
          <p:blipFill>
            <a:blip r:embed="rId4"/>
            <a:stretch>
              <a:fillRect/>
            </a:stretch>
          </p:blipFill>
          <p:spPr>
            <a:xfrm>
              <a:off x="8911889" y="3572955"/>
              <a:ext cx="529135" cy="638611"/>
            </a:xfrm>
            <a:prstGeom prst="rect">
              <a:avLst/>
            </a:prstGeom>
          </p:spPr>
        </p:pic>
        <p:grpSp>
          <p:nvGrpSpPr>
            <p:cNvPr id="195" name="グループ化 194">
              <a:extLst>
                <a:ext uri="{FF2B5EF4-FFF2-40B4-BE49-F238E27FC236}">
                  <a16:creationId xmlns:a16="http://schemas.microsoft.com/office/drawing/2014/main" id="{0F4E682D-23C5-E585-6F3E-DF9817A2A394}"/>
                </a:ext>
              </a:extLst>
            </p:cNvPr>
            <p:cNvGrpSpPr/>
            <p:nvPr/>
          </p:nvGrpSpPr>
          <p:grpSpPr>
            <a:xfrm>
              <a:off x="10401682" y="3024809"/>
              <a:ext cx="1100092" cy="854117"/>
              <a:chOff x="10401682" y="3024809"/>
              <a:chExt cx="1100092" cy="854117"/>
            </a:xfrm>
          </p:grpSpPr>
          <p:pic>
            <p:nvPicPr>
              <p:cNvPr id="187" name="図 186">
                <a:extLst>
                  <a:ext uri="{FF2B5EF4-FFF2-40B4-BE49-F238E27FC236}">
                    <a16:creationId xmlns:a16="http://schemas.microsoft.com/office/drawing/2014/main" id="{97BD8A6F-7F80-E956-824E-E914619F0AEC}"/>
                  </a:ext>
                </a:extLst>
              </p:cNvPr>
              <p:cNvPicPr>
                <a:picLocks noChangeAspect="1"/>
              </p:cNvPicPr>
              <p:nvPr/>
            </p:nvPicPr>
            <p:blipFill>
              <a:blip r:embed="rId7">
                <a:alphaModFix amt="70000"/>
              </a:blip>
              <a:stretch>
                <a:fillRect/>
              </a:stretch>
            </p:blipFill>
            <p:spPr>
              <a:xfrm>
                <a:off x="10959545" y="3240313"/>
                <a:ext cx="529135" cy="638613"/>
              </a:xfrm>
              <a:prstGeom prst="rect">
                <a:avLst/>
              </a:prstGeom>
            </p:spPr>
          </p:pic>
          <p:grpSp>
            <p:nvGrpSpPr>
              <p:cNvPr id="194" name="グループ化 193">
                <a:extLst>
                  <a:ext uri="{FF2B5EF4-FFF2-40B4-BE49-F238E27FC236}">
                    <a16:creationId xmlns:a16="http://schemas.microsoft.com/office/drawing/2014/main" id="{E4F19EBA-2A8B-0108-7765-3696B3704DF9}"/>
                  </a:ext>
                </a:extLst>
              </p:cNvPr>
              <p:cNvGrpSpPr/>
              <p:nvPr/>
            </p:nvGrpSpPr>
            <p:grpSpPr>
              <a:xfrm>
                <a:off x="10401682" y="3024809"/>
                <a:ext cx="1100092" cy="854117"/>
                <a:chOff x="7563427" y="3050551"/>
                <a:chExt cx="1100092" cy="854117"/>
              </a:xfrm>
            </p:grpSpPr>
            <p:pic>
              <p:nvPicPr>
                <p:cNvPr id="189" name="図 188">
                  <a:extLst>
                    <a:ext uri="{FF2B5EF4-FFF2-40B4-BE49-F238E27FC236}">
                      <a16:creationId xmlns:a16="http://schemas.microsoft.com/office/drawing/2014/main" id="{4A22FEE5-CB53-1FE8-5CC1-C16DB2DC375D}"/>
                    </a:ext>
                  </a:extLst>
                </p:cNvPr>
                <p:cNvPicPr>
                  <a:picLocks noChangeAspect="1"/>
                </p:cNvPicPr>
                <p:nvPr/>
              </p:nvPicPr>
              <p:blipFill>
                <a:blip r:embed="rId4"/>
                <a:stretch>
                  <a:fillRect/>
                </a:stretch>
              </p:blipFill>
              <p:spPr>
                <a:xfrm>
                  <a:off x="7563427" y="3266057"/>
                  <a:ext cx="529135" cy="638611"/>
                </a:xfrm>
                <a:prstGeom prst="rect">
                  <a:avLst/>
                </a:prstGeom>
              </p:spPr>
            </p:pic>
            <p:sp>
              <p:nvSpPr>
                <p:cNvPr id="193" name="Text 1">
                  <a:extLst>
                    <a:ext uri="{FF2B5EF4-FFF2-40B4-BE49-F238E27FC236}">
                      <a16:creationId xmlns:a16="http://schemas.microsoft.com/office/drawing/2014/main" id="{07E05EB2-F26B-F4BA-EF31-DCF5BF8F8858}"/>
                    </a:ext>
                  </a:extLst>
                </p:cNvPr>
                <p:cNvSpPr txBox="1">
                  <a:spLocks/>
                </p:cNvSpPr>
                <p:nvPr/>
              </p:nvSpPr>
              <p:spPr>
                <a:xfrm>
                  <a:off x="8489449" y="3050551"/>
                  <a:ext cx="174070" cy="365076"/>
                </a:xfrm>
                <a:prstGeom prst="rect">
                  <a:avLst/>
                </a:prstGeom>
                <a:noFill/>
                <a:ln/>
              </p:spPr>
              <p:txBody>
                <a:bodyPr wrap="square" lIns="0" tIns="0" rIns="0" bIns="0" rtlCol="0" anchor="t">
                  <a:normAutofit fontScale="92500"/>
                </a:bodyPr>
                <a:lstStyle>
                  <a:lvl1pPr marL="0" indent="0" algn="l" defTabSz="914400" rtl="0" eaLnBrk="1" latinLnBrk="0" hangingPunct="1">
                    <a:lnSpc>
                      <a:spcPct val="115000"/>
                    </a:lnSpc>
                    <a:spcBef>
                      <a:spcPct val="0"/>
                    </a:spcBef>
                    <a:buNone/>
                    <a:defRPr lang="en-US" sz="3200" kern="1200" dirty="0">
                      <a:solidFill>
                        <a:srgbClr val="0A0028"/>
                      </a:solidFill>
                      <a:latin typeface="Noto Sans JP" pitchFamily="34" charset="0"/>
                      <a:ea typeface="Noto Sans JP" pitchFamily="34" charset="-122"/>
                      <a:cs typeface="Noto Sans JP" pitchFamily="34" charset="-120"/>
                    </a:defRPr>
                  </a:lvl1pPr>
                </a:lstStyle>
                <a:p>
                  <a:pPr>
                    <a:lnSpc>
                      <a:spcPts val="3520"/>
                    </a:lnSpc>
                  </a:pPr>
                  <a:r>
                    <a:rPr lang="ja-JP" altLang="en-US" sz="1100" b="1" dirty="0">
                      <a:solidFill>
                        <a:srgbClr val="FFFFFF"/>
                      </a:solidFill>
                    </a:rPr>
                    <a:t>表</a:t>
                  </a:r>
                  <a:endParaRPr lang="ja-JP" altLang="en-US" sz="1100" dirty="0">
                    <a:solidFill>
                      <a:srgbClr val="FFFFFF"/>
                    </a:solidFill>
                  </a:endParaRPr>
                </a:p>
              </p:txBody>
            </p:sp>
          </p:grpSp>
        </p:grpSp>
        <p:pic>
          <p:nvPicPr>
            <p:cNvPr id="202" name="図 201">
              <a:extLst>
                <a:ext uri="{FF2B5EF4-FFF2-40B4-BE49-F238E27FC236}">
                  <a16:creationId xmlns:a16="http://schemas.microsoft.com/office/drawing/2014/main" id="{287D2B14-8435-338C-2197-1D2E47475E7D}"/>
                </a:ext>
              </a:extLst>
            </p:cNvPr>
            <p:cNvPicPr>
              <a:picLocks noChangeAspect="1"/>
            </p:cNvPicPr>
            <p:nvPr/>
          </p:nvPicPr>
          <p:blipFill>
            <a:blip r:embed="rId8">
              <a:alphaModFix amt="70000"/>
            </a:blip>
            <a:stretch>
              <a:fillRect/>
            </a:stretch>
          </p:blipFill>
          <p:spPr>
            <a:xfrm>
              <a:off x="9458392" y="3572955"/>
              <a:ext cx="526576" cy="635523"/>
            </a:xfrm>
            <a:prstGeom prst="rect">
              <a:avLst/>
            </a:prstGeom>
          </p:spPr>
        </p:pic>
        <p:sp>
          <p:nvSpPr>
            <p:cNvPr id="199" name="Text 1">
              <a:extLst>
                <a:ext uri="{FF2B5EF4-FFF2-40B4-BE49-F238E27FC236}">
                  <a16:creationId xmlns:a16="http://schemas.microsoft.com/office/drawing/2014/main" id="{C66863F7-A34D-7C37-A0EE-F4F8C055F709}"/>
                </a:ext>
              </a:extLst>
            </p:cNvPr>
            <p:cNvSpPr txBox="1">
              <a:spLocks/>
            </p:cNvSpPr>
            <p:nvPr/>
          </p:nvSpPr>
          <p:spPr>
            <a:xfrm>
              <a:off x="9836776" y="3370741"/>
              <a:ext cx="174070" cy="365076"/>
            </a:xfrm>
            <a:prstGeom prst="rect">
              <a:avLst/>
            </a:prstGeom>
            <a:noFill/>
            <a:ln/>
          </p:spPr>
          <p:txBody>
            <a:bodyPr wrap="square" lIns="0" tIns="0" rIns="0" bIns="0" rtlCol="0" anchor="t">
              <a:normAutofit fontScale="92500"/>
            </a:bodyPr>
            <a:lstStyle>
              <a:lvl1pPr marL="0" indent="0" algn="l" defTabSz="914400" rtl="0" eaLnBrk="1" latinLnBrk="0" hangingPunct="1">
                <a:lnSpc>
                  <a:spcPct val="115000"/>
                </a:lnSpc>
                <a:spcBef>
                  <a:spcPct val="0"/>
                </a:spcBef>
                <a:buNone/>
                <a:defRPr lang="en-US" sz="3200" kern="1200" dirty="0">
                  <a:solidFill>
                    <a:srgbClr val="0A0028"/>
                  </a:solidFill>
                  <a:latin typeface="Noto Sans JP" pitchFamily="34" charset="0"/>
                  <a:ea typeface="Noto Sans JP" pitchFamily="34" charset="-122"/>
                  <a:cs typeface="Noto Sans JP" pitchFamily="34" charset="-120"/>
                </a:defRPr>
              </a:lvl1pPr>
            </a:lstStyle>
            <a:p>
              <a:pPr>
                <a:lnSpc>
                  <a:spcPts val="3520"/>
                </a:lnSpc>
              </a:pPr>
              <a:r>
                <a:rPr lang="ja-JP" altLang="en-US" sz="1100" b="1" dirty="0">
                  <a:solidFill>
                    <a:srgbClr val="FFFFFF"/>
                  </a:solidFill>
                </a:rPr>
                <a:t>表</a:t>
              </a:r>
              <a:endParaRPr lang="ja-JP" altLang="en-US" sz="1100" dirty="0">
                <a:solidFill>
                  <a:srgbClr val="FFFFFF"/>
                </a:solidFill>
              </a:endParaRPr>
            </a:p>
          </p:txBody>
        </p:sp>
      </p:grpSp>
    </p:spTree>
    <p:extLst>
      <p:ext uri="{BB962C8B-B14F-4D97-AF65-F5344CB8AC3E}">
        <p14:creationId xmlns:p14="http://schemas.microsoft.com/office/powerpoint/2010/main" val="2408417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a:extLst>
            <a:ext uri="{FF2B5EF4-FFF2-40B4-BE49-F238E27FC236}">
              <a16:creationId xmlns:a16="http://schemas.microsoft.com/office/drawing/2014/main" id="{B8E591EA-A47B-3009-B901-A1344B8AB356}"/>
            </a:ext>
          </a:extLst>
        </p:cNvPr>
        <p:cNvGrpSpPr/>
        <p:nvPr/>
      </p:nvGrpSpPr>
      <p:grpSpPr>
        <a:xfrm>
          <a:off x="0" y="0"/>
          <a:ext cx="0" cy="0"/>
          <a:chOff x="0" y="0"/>
          <a:chExt cx="0" cy="0"/>
        </a:xfrm>
      </p:grpSpPr>
      <p:grpSp>
        <p:nvGrpSpPr>
          <p:cNvPr id="39" name="グループ化 38">
            <a:extLst>
              <a:ext uri="{FF2B5EF4-FFF2-40B4-BE49-F238E27FC236}">
                <a16:creationId xmlns:a16="http://schemas.microsoft.com/office/drawing/2014/main" id="{361006DE-C445-D25B-5035-4CBC5500E746}"/>
              </a:ext>
            </a:extLst>
          </p:cNvPr>
          <p:cNvGrpSpPr/>
          <p:nvPr/>
        </p:nvGrpSpPr>
        <p:grpSpPr>
          <a:xfrm>
            <a:off x="221971" y="1473151"/>
            <a:ext cx="4684262" cy="3968832"/>
            <a:chOff x="6817512" y="1527662"/>
            <a:chExt cx="4684262" cy="3968832"/>
          </a:xfrm>
        </p:grpSpPr>
        <p:grpSp>
          <p:nvGrpSpPr>
            <p:cNvPr id="41" name="グループ化 40">
              <a:extLst>
                <a:ext uri="{FF2B5EF4-FFF2-40B4-BE49-F238E27FC236}">
                  <a16:creationId xmlns:a16="http://schemas.microsoft.com/office/drawing/2014/main" id="{228F37CA-6B1F-587C-E592-2C459749A88F}"/>
                </a:ext>
              </a:extLst>
            </p:cNvPr>
            <p:cNvGrpSpPr/>
            <p:nvPr/>
          </p:nvGrpSpPr>
          <p:grpSpPr>
            <a:xfrm>
              <a:off x="6817512" y="1527662"/>
              <a:ext cx="4514433" cy="3968832"/>
              <a:chOff x="6817512" y="1527658"/>
              <a:chExt cx="4514433" cy="3968832"/>
            </a:xfrm>
          </p:grpSpPr>
          <p:grpSp>
            <p:nvGrpSpPr>
              <p:cNvPr id="65" name="グループ化 64">
                <a:extLst>
                  <a:ext uri="{FF2B5EF4-FFF2-40B4-BE49-F238E27FC236}">
                    <a16:creationId xmlns:a16="http://schemas.microsoft.com/office/drawing/2014/main" id="{88D9F3AB-73A4-7DD5-F6F0-EEEC14EC39A4}"/>
                  </a:ext>
                </a:extLst>
              </p:cNvPr>
              <p:cNvGrpSpPr/>
              <p:nvPr/>
            </p:nvGrpSpPr>
            <p:grpSpPr>
              <a:xfrm>
                <a:off x="6817512" y="1527658"/>
                <a:ext cx="4514433" cy="3968832"/>
                <a:chOff x="1147570" y="1569525"/>
                <a:chExt cx="4514433" cy="3968832"/>
              </a:xfrm>
            </p:grpSpPr>
            <p:grpSp>
              <p:nvGrpSpPr>
                <p:cNvPr id="73" name="グループ化 72">
                  <a:extLst>
                    <a:ext uri="{FF2B5EF4-FFF2-40B4-BE49-F238E27FC236}">
                      <a16:creationId xmlns:a16="http://schemas.microsoft.com/office/drawing/2014/main" id="{F13DC625-7236-E4AD-8AAB-73E0AFC93569}"/>
                    </a:ext>
                  </a:extLst>
                </p:cNvPr>
                <p:cNvGrpSpPr/>
                <p:nvPr/>
              </p:nvGrpSpPr>
              <p:grpSpPr>
                <a:xfrm>
                  <a:off x="1351028" y="1569525"/>
                  <a:ext cx="4310975" cy="3968832"/>
                  <a:chOff x="3277404" y="1280908"/>
                  <a:chExt cx="4310975" cy="3968832"/>
                </a:xfrm>
              </p:grpSpPr>
              <p:grpSp>
                <p:nvGrpSpPr>
                  <p:cNvPr id="76" name="グループ化 75">
                    <a:extLst>
                      <a:ext uri="{FF2B5EF4-FFF2-40B4-BE49-F238E27FC236}">
                        <a16:creationId xmlns:a16="http://schemas.microsoft.com/office/drawing/2014/main" id="{95F11924-0A22-CADE-D0B7-A8A1F5D98723}"/>
                      </a:ext>
                    </a:extLst>
                  </p:cNvPr>
                  <p:cNvGrpSpPr/>
                  <p:nvPr/>
                </p:nvGrpSpPr>
                <p:grpSpPr>
                  <a:xfrm>
                    <a:off x="3277404" y="1813553"/>
                    <a:ext cx="4310975" cy="2873984"/>
                    <a:chOff x="3277404" y="1813553"/>
                    <a:chExt cx="4310975" cy="2873984"/>
                  </a:xfrm>
                </p:grpSpPr>
                <p:pic>
                  <p:nvPicPr>
                    <p:cNvPr id="96" name="図 95">
                      <a:extLst>
                        <a:ext uri="{FF2B5EF4-FFF2-40B4-BE49-F238E27FC236}">
                          <a16:creationId xmlns:a16="http://schemas.microsoft.com/office/drawing/2014/main" id="{F1742207-1E38-C8DB-2E7D-3EABD46A2BB8}"/>
                        </a:ext>
                      </a:extLst>
                    </p:cNvPr>
                    <p:cNvPicPr>
                      <a:picLocks noChangeAspect="1"/>
                    </p:cNvPicPr>
                    <p:nvPr/>
                  </p:nvPicPr>
                  <p:blipFill>
                    <a:blip r:embed="rId3"/>
                    <a:stretch>
                      <a:fillRect/>
                    </a:stretch>
                  </p:blipFill>
                  <p:spPr>
                    <a:xfrm>
                      <a:off x="3277404" y="1813553"/>
                      <a:ext cx="4310975" cy="2873984"/>
                    </a:xfrm>
                    <a:prstGeom prst="rect">
                      <a:avLst/>
                    </a:prstGeom>
                  </p:spPr>
                </p:pic>
                <p:grpSp>
                  <p:nvGrpSpPr>
                    <p:cNvPr id="97" name="グループ化 96">
                      <a:extLst>
                        <a:ext uri="{FF2B5EF4-FFF2-40B4-BE49-F238E27FC236}">
                          <a16:creationId xmlns:a16="http://schemas.microsoft.com/office/drawing/2014/main" id="{AFB337AD-0F74-D734-ADB4-DFFA9B114268}"/>
                        </a:ext>
                      </a:extLst>
                    </p:cNvPr>
                    <p:cNvGrpSpPr/>
                    <p:nvPr/>
                  </p:nvGrpSpPr>
                  <p:grpSpPr>
                    <a:xfrm>
                      <a:off x="3412917" y="1979898"/>
                      <a:ext cx="4070687" cy="638614"/>
                      <a:chOff x="3412917" y="1979898"/>
                      <a:chExt cx="4070687" cy="638614"/>
                    </a:xfrm>
                  </p:grpSpPr>
                  <p:pic>
                    <p:nvPicPr>
                      <p:cNvPr id="105" name="図 104">
                        <a:extLst>
                          <a:ext uri="{FF2B5EF4-FFF2-40B4-BE49-F238E27FC236}">
                            <a16:creationId xmlns:a16="http://schemas.microsoft.com/office/drawing/2014/main" id="{3302CB5B-8A26-0E4D-92E5-A2F7F92BAAD7}"/>
                          </a:ext>
                        </a:extLst>
                      </p:cNvPr>
                      <p:cNvPicPr>
                        <a:picLocks noChangeAspect="1"/>
                      </p:cNvPicPr>
                      <p:nvPr/>
                    </p:nvPicPr>
                    <p:blipFill>
                      <a:blip r:embed="rId4"/>
                      <a:stretch>
                        <a:fillRect/>
                      </a:stretch>
                    </p:blipFill>
                    <p:spPr>
                      <a:xfrm rot="10800000">
                        <a:off x="3412917" y="1979901"/>
                        <a:ext cx="529135" cy="638611"/>
                      </a:xfrm>
                      <a:prstGeom prst="rect">
                        <a:avLst/>
                      </a:prstGeom>
                    </p:spPr>
                  </p:pic>
                  <p:pic>
                    <p:nvPicPr>
                      <p:cNvPr id="106" name="図 105">
                        <a:extLst>
                          <a:ext uri="{FF2B5EF4-FFF2-40B4-BE49-F238E27FC236}">
                            <a16:creationId xmlns:a16="http://schemas.microsoft.com/office/drawing/2014/main" id="{FB217491-3075-5A22-678D-C7223FF6643F}"/>
                          </a:ext>
                        </a:extLst>
                      </p:cNvPr>
                      <p:cNvPicPr>
                        <a:picLocks noChangeAspect="1"/>
                      </p:cNvPicPr>
                      <p:nvPr/>
                    </p:nvPicPr>
                    <p:blipFill>
                      <a:blip r:embed="rId4"/>
                      <a:stretch>
                        <a:fillRect/>
                      </a:stretch>
                    </p:blipFill>
                    <p:spPr>
                      <a:xfrm rot="10800000">
                        <a:off x="4119940" y="1979899"/>
                        <a:ext cx="529135" cy="638611"/>
                      </a:xfrm>
                      <a:prstGeom prst="rect">
                        <a:avLst/>
                      </a:prstGeom>
                    </p:spPr>
                  </p:pic>
                  <p:pic>
                    <p:nvPicPr>
                      <p:cNvPr id="107" name="図 106">
                        <a:extLst>
                          <a:ext uri="{FF2B5EF4-FFF2-40B4-BE49-F238E27FC236}">
                            <a16:creationId xmlns:a16="http://schemas.microsoft.com/office/drawing/2014/main" id="{96F9CEFF-8184-7C9D-7D81-D9B9B572B56D}"/>
                          </a:ext>
                        </a:extLst>
                      </p:cNvPr>
                      <p:cNvPicPr>
                        <a:picLocks noChangeAspect="1"/>
                      </p:cNvPicPr>
                      <p:nvPr/>
                    </p:nvPicPr>
                    <p:blipFill>
                      <a:blip r:embed="rId4"/>
                      <a:stretch>
                        <a:fillRect/>
                      </a:stretch>
                    </p:blipFill>
                    <p:spPr>
                      <a:xfrm rot="10800000">
                        <a:off x="4826963" y="1979900"/>
                        <a:ext cx="529135" cy="638611"/>
                      </a:xfrm>
                      <a:prstGeom prst="rect">
                        <a:avLst/>
                      </a:prstGeom>
                    </p:spPr>
                  </p:pic>
                  <p:pic>
                    <p:nvPicPr>
                      <p:cNvPr id="108" name="図 107">
                        <a:extLst>
                          <a:ext uri="{FF2B5EF4-FFF2-40B4-BE49-F238E27FC236}">
                            <a16:creationId xmlns:a16="http://schemas.microsoft.com/office/drawing/2014/main" id="{25E938B5-97E4-0D93-1643-0EB17B5D72EC}"/>
                          </a:ext>
                        </a:extLst>
                      </p:cNvPr>
                      <p:cNvPicPr>
                        <a:picLocks noChangeAspect="1"/>
                      </p:cNvPicPr>
                      <p:nvPr/>
                    </p:nvPicPr>
                    <p:blipFill>
                      <a:blip r:embed="rId4"/>
                      <a:stretch>
                        <a:fillRect/>
                      </a:stretch>
                    </p:blipFill>
                    <p:spPr>
                      <a:xfrm rot="10800000">
                        <a:off x="5540423" y="1979901"/>
                        <a:ext cx="529135" cy="638611"/>
                      </a:xfrm>
                      <a:prstGeom prst="rect">
                        <a:avLst/>
                      </a:prstGeom>
                    </p:spPr>
                  </p:pic>
                  <p:pic>
                    <p:nvPicPr>
                      <p:cNvPr id="109" name="図 108">
                        <a:extLst>
                          <a:ext uri="{FF2B5EF4-FFF2-40B4-BE49-F238E27FC236}">
                            <a16:creationId xmlns:a16="http://schemas.microsoft.com/office/drawing/2014/main" id="{ED0A952B-7F6F-E5CF-65F0-E744C8CDC84C}"/>
                          </a:ext>
                        </a:extLst>
                      </p:cNvPr>
                      <p:cNvPicPr>
                        <a:picLocks noChangeAspect="1"/>
                      </p:cNvPicPr>
                      <p:nvPr/>
                    </p:nvPicPr>
                    <p:blipFill>
                      <a:blip r:embed="rId4"/>
                      <a:stretch>
                        <a:fillRect/>
                      </a:stretch>
                    </p:blipFill>
                    <p:spPr>
                      <a:xfrm rot="10800000">
                        <a:off x="6241009" y="1979901"/>
                        <a:ext cx="529135" cy="638611"/>
                      </a:xfrm>
                      <a:prstGeom prst="rect">
                        <a:avLst/>
                      </a:prstGeom>
                    </p:spPr>
                  </p:pic>
                  <p:pic>
                    <p:nvPicPr>
                      <p:cNvPr id="110" name="図 109">
                        <a:extLst>
                          <a:ext uri="{FF2B5EF4-FFF2-40B4-BE49-F238E27FC236}">
                            <a16:creationId xmlns:a16="http://schemas.microsoft.com/office/drawing/2014/main" id="{A4FA7C60-B1DD-CC98-E2DA-B11816186B4E}"/>
                          </a:ext>
                        </a:extLst>
                      </p:cNvPr>
                      <p:cNvPicPr>
                        <a:picLocks noChangeAspect="1"/>
                      </p:cNvPicPr>
                      <p:nvPr/>
                    </p:nvPicPr>
                    <p:blipFill>
                      <a:blip r:embed="rId4"/>
                      <a:stretch>
                        <a:fillRect/>
                      </a:stretch>
                    </p:blipFill>
                    <p:spPr>
                      <a:xfrm rot="10800000">
                        <a:off x="6954469" y="1979898"/>
                        <a:ext cx="529135" cy="638611"/>
                      </a:xfrm>
                      <a:prstGeom prst="rect">
                        <a:avLst/>
                      </a:prstGeom>
                    </p:spPr>
                  </p:pic>
                </p:grpSp>
                <p:grpSp>
                  <p:nvGrpSpPr>
                    <p:cNvPr id="98" name="グループ化 97">
                      <a:extLst>
                        <a:ext uri="{FF2B5EF4-FFF2-40B4-BE49-F238E27FC236}">
                          <a16:creationId xmlns:a16="http://schemas.microsoft.com/office/drawing/2014/main" id="{1A414C13-79A4-1DA0-133A-E7B7BE8A88BF}"/>
                        </a:ext>
                      </a:extLst>
                    </p:cNvPr>
                    <p:cNvGrpSpPr/>
                    <p:nvPr/>
                  </p:nvGrpSpPr>
                  <p:grpSpPr>
                    <a:xfrm rot="10800000">
                      <a:off x="3402894" y="3920181"/>
                      <a:ext cx="4070687" cy="638614"/>
                      <a:chOff x="3412917" y="1979898"/>
                      <a:chExt cx="4070687" cy="638614"/>
                    </a:xfrm>
                  </p:grpSpPr>
                  <p:pic>
                    <p:nvPicPr>
                      <p:cNvPr id="99" name="図 98">
                        <a:extLst>
                          <a:ext uri="{FF2B5EF4-FFF2-40B4-BE49-F238E27FC236}">
                            <a16:creationId xmlns:a16="http://schemas.microsoft.com/office/drawing/2014/main" id="{626B71AC-A1EC-8668-EF8F-3D8C4541CA4F}"/>
                          </a:ext>
                        </a:extLst>
                      </p:cNvPr>
                      <p:cNvPicPr>
                        <a:picLocks noChangeAspect="1"/>
                      </p:cNvPicPr>
                      <p:nvPr/>
                    </p:nvPicPr>
                    <p:blipFill>
                      <a:blip r:embed="rId4"/>
                      <a:stretch>
                        <a:fillRect/>
                      </a:stretch>
                    </p:blipFill>
                    <p:spPr>
                      <a:xfrm rot="10800000">
                        <a:off x="3412917" y="1979901"/>
                        <a:ext cx="529135" cy="638611"/>
                      </a:xfrm>
                      <a:prstGeom prst="rect">
                        <a:avLst/>
                      </a:prstGeom>
                    </p:spPr>
                  </p:pic>
                  <p:pic>
                    <p:nvPicPr>
                      <p:cNvPr id="100" name="図 99">
                        <a:extLst>
                          <a:ext uri="{FF2B5EF4-FFF2-40B4-BE49-F238E27FC236}">
                            <a16:creationId xmlns:a16="http://schemas.microsoft.com/office/drawing/2014/main" id="{7493347B-2697-544C-B6D7-3B4B9F78A13D}"/>
                          </a:ext>
                        </a:extLst>
                      </p:cNvPr>
                      <p:cNvPicPr>
                        <a:picLocks noChangeAspect="1"/>
                      </p:cNvPicPr>
                      <p:nvPr/>
                    </p:nvPicPr>
                    <p:blipFill>
                      <a:blip r:embed="rId4"/>
                      <a:stretch>
                        <a:fillRect/>
                      </a:stretch>
                    </p:blipFill>
                    <p:spPr>
                      <a:xfrm rot="10800000">
                        <a:off x="4119940" y="1979899"/>
                        <a:ext cx="529135" cy="638611"/>
                      </a:xfrm>
                      <a:prstGeom prst="rect">
                        <a:avLst/>
                      </a:prstGeom>
                    </p:spPr>
                  </p:pic>
                  <p:pic>
                    <p:nvPicPr>
                      <p:cNvPr id="101" name="図 100">
                        <a:extLst>
                          <a:ext uri="{FF2B5EF4-FFF2-40B4-BE49-F238E27FC236}">
                            <a16:creationId xmlns:a16="http://schemas.microsoft.com/office/drawing/2014/main" id="{E01BBBAC-D46D-67A6-345A-3D6A261CE9F3}"/>
                          </a:ext>
                        </a:extLst>
                      </p:cNvPr>
                      <p:cNvPicPr>
                        <a:picLocks noChangeAspect="1"/>
                      </p:cNvPicPr>
                      <p:nvPr/>
                    </p:nvPicPr>
                    <p:blipFill>
                      <a:blip r:embed="rId4"/>
                      <a:stretch>
                        <a:fillRect/>
                      </a:stretch>
                    </p:blipFill>
                    <p:spPr>
                      <a:xfrm rot="10800000">
                        <a:off x="4826963" y="1979900"/>
                        <a:ext cx="529135" cy="638611"/>
                      </a:xfrm>
                      <a:prstGeom prst="rect">
                        <a:avLst/>
                      </a:prstGeom>
                    </p:spPr>
                  </p:pic>
                  <p:pic>
                    <p:nvPicPr>
                      <p:cNvPr id="102" name="図 101">
                        <a:extLst>
                          <a:ext uri="{FF2B5EF4-FFF2-40B4-BE49-F238E27FC236}">
                            <a16:creationId xmlns:a16="http://schemas.microsoft.com/office/drawing/2014/main" id="{4B6941FF-279A-73A3-38F0-1BB40F687980}"/>
                          </a:ext>
                        </a:extLst>
                      </p:cNvPr>
                      <p:cNvPicPr>
                        <a:picLocks noChangeAspect="1"/>
                      </p:cNvPicPr>
                      <p:nvPr/>
                    </p:nvPicPr>
                    <p:blipFill>
                      <a:blip r:embed="rId4"/>
                      <a:stretch>
                        <a:fillRect/>
                      </a:stretch>
                    </p:blipFill>
                    <p:spPr>
                      <a:xfrm rot="10800000">
                        <a:off x="5540423" y="1979901"/>
                        <a:ext cx="529135" cy="638611"/>
                      </a:xfrm>
                      <a:prstGeom prst="rect">
                        <a:avLst/>
                      </a:prstGeom>
                    </p:spPr>
                  </p:pic>
                  <p:pic>
                    <p:nvPicPr>
                      <p:cNvPr id="103" name="図 102">
                        <a:extLst>
                          <a:ext uri="{FF2B5EF4-FFF2-40B4-BE49-F238E27FC236}">
                            <a16:creationId xmlns:a16="http://schemas.microsoft.com/office/drawing/2014/main" id="{83D19173-6E0A-EE50-4364-B0C2A7F86495}"/>
                          </a:ext>
                        </a:extLst>
                      </p:cNvPr>
                      <p:cNvPicPr>
                        <a:picLocks noChangeAspect="1"/>
                      </p:cNvPicPr>
                      <p:nvPr/>
                    </p:nvPicPr>
                    <p:blipFill>
                      <a:blip r:embed="rId4"/>
                      <a:stretch>
                        <a:fillRect/>
                      </a:stretch>
                    </p:blipFill>
                    <p:spPr>
                      <a:xfrm rot="10800000">
                        <a:off x="6241009" y="1979901"/>
                        <a:ext cx="529135" cy="638611"/>
                      </a:xfrm>
                      <a:prstGeom prst="rect">
                        <a:avLst/>
                      </a:prstGeom>
                    </p:spPr>
                  </p:pic>
                  <p:pic>
                    <p:nvPicPr>
                      <p:cNvPr id="104" name="図 103">
                        <a:extLst>
                          <a:ext uri="{FF2B5EF4-FFF2-40B4-BE49-F238E27FC236}">
                            <a16:creationId xmlns:a16="http://schemas.microsoft.com/office/drawing/2014/main" id="{C73F23EE-31D8-AC04-C222-35A8BE5CFEBF}"/>
                          </a:ext>
                        </a:extLst>
                      </p:cNvPr>
                      <p:cNvPicPr>
                        <a:picLocks noChangeAspect="1"/>
                      </p:cNvPicPr>
                      <p:nvPr/>
                    </p:nvPicPr>
                    <p:blipFill>
                      <a:blip r:embed="rId4"/>
                      <a:stretch>
                        <a:fillRect/>
                      </a:stretch>
                    </p:blipFill>
                    <p:spPr>
                      <a:xfrm rot="10800000">
                        <a:off x="6954469" y="1979898"/>
                        <a:ext cx="529135" cy="638611"/>
                      </a:xfrm>
                      <a:prstGeom prst="rect">
                        <a:avLst/>
                      </a:prstGeom>
                    </p:spPr>
                  </p:pic>
                </p:grpSp>
              </p:grpSp>
              <p:grpSp>
                <p:nvGrpSpPr>
                  <p:cNvPr id="77" name="グループ化 76">
                    <a:extLst>
                      <a:ext uri="{FF2B5EF4-FFF2-40B4-BE49-F238E27FC236}">
                        <a16:creationId xmlns:a16="http://schemas.microsoft.com/office/drawing/2014/main" id="{7EE114FF-AA24-923A-C4CF-E48A969CD88F}"/>
                      </a:ext>
                    </a:extLst>
                  </p:cNvPr>
                  <p:cNvGrpSpPr/>
                  <p:nvPr/>
                </p:nvGrpSpPr>
                <p:grpSpPr>
                  <a:xfrm>
                    <a:off x="3845486" y="4611124"/>
                    <a:ext cx="3174810" cy="638616"/>
                    <a:chOff x="4298771" y="4725137"/>
                    <a:chExt cx="3174810" cy="638616"/>
                  </a:xfrm>
                </p:grpSpPr>
                <p:pic>
                  <p:nvPicPr>
                    <p:cNvPr id="86" name="図 85">
                      <a:extLst>
                        <a:ext uri="{FF2B5EF4-FFF2-40B4-BE49-F238E27FC236}">
                          <a16:creationId xmlns:a16="http://schemas.microsoft.com/office/drawing/2014/main" id="{9006A09A-95DB-0E5D-9655-F40BA118C945}"/>
                        </a:ext>
                      </a:extLst>
                    </p:cNvPr>
                    <p:cNvPicPr>
                      <a:picLocks noChangeAspect="1"/>
                    </p:cNvPicPr>
                    <p:nvPr/>
                  </p:nvPicPr>
                  <p:blipFill>
                    <a:blip r:embed="rId4"/>
                    <a:stretch>
                      <a:fillRect/>
                    </a:stretch>
                  </p:blipFill>
                  <p:spPr>
                    <a:xfrm>
                      <a:off x="4298771" y="4725142"/>
                      <a:ext cx="529135" cy="638611"/>
                    </a:xfrm>
                    <a:prstGeom prst="rect">
                      <a:avLst/>
                    </a:prstGeom>
                  </p:spPr>
                </p:pic>
                <p:pic>
                  <p:nvPicPr>
                    <p:cNvPr id="87" name="図 86">
                      <a:extLst>
                        <a:ext uri="{FF2B5EF4-FFF2-40B4-BE49-F238E27FC236}">
                          <a16:creationId xmlns:a16="http://schemas.microsoft.com/office/drawing/2014/main" id="{5C724F4B-8F0E-7EE1-5569-73E4AE4DE32B}"/>
                        </a:ext>
                      </a:extLst>
                    </p:cNvPr>
                    <p:cNvPicPr>
                      <a:picLocks noChangeAspect="1"/>
                    </p:cNvPicPr>
                    <p:nvPr/>
                  </p:nvPicPr>
                  <p:blipFill>
                    <a:blip r:embed="rId4"/>
                    <a:stretch>
                      <a:fillRect/>
                    </a:stretch>
                  </p:blipFill>
                  <p:spPr>
                    <a:xfrm>
                      <a:off x="4827906" y="4725141"/>
                      <a:ext cx="529135" cy="638611"/>
                    </a:xfrm>
                    <a:prstGeom prst="rect">
                      <a:avLst/>
                    </a:prstGeom>
                  </p:spPr>
                </p:pic>
                <p:pic>
                  <p:nvPicPr>
                    <p:cNvPr id="88" name="図 87">
                      <a:extLst>
                        <a:ext uri="{FF2B5EF4-FFF2-40B4-BE49-F238E27FC236}">
                          <a16:creationId xmlns:a16="http://schemas.microsoft.com/office/drawing/2014/main" id="{5CAC13B9-1387-8CF2-7091-A46EF550F611}"/>
                        </a:ext>
                      </a:extLst>
                    </p:cNvPr>
                    <p:cNvPicPr>
                      <a:picLocks noChangeAspect="1"/>
                    </p:cNvPicPr>
                    <p:nvPr/>
                  </p:nvPicPr>
                  <p:blipFill>
                    <a:blip r:embed="rId4"/>
                    <a:stretch>
                      <a:fillRect/>
                    </a:stretch>
                  </p:blipFill>
                  <p:spPr>
                    <a:xfrm>
                      <a:off x="5357041" y="4725140"/>
                      <a:ext cx="529135" cy="638611"/>
                    </a:xfrm>
                    <a:prstGeom prst="rect">
                      <a:avLst/>
                    </a:prstGeom>
                  </p:spPr>
                </p:pic>
                <p:pic>
                  <p:nvPicPr>
                    <p:cNvPr id="90" name="図 89">
                      <a:extLst>
                        <a:ext uri="{FF2B5EF4-FFF2-40B4-BE49-F238E27FC236}">
                          <a16:creationId xmlns:a16="http://schemas.microsoft.com/office/drawing/2014/main" id="{90683D81-7ABE-2CF7-48AA-E852E310017C}"/>
                        </a:ext>
                      </a:extLst>
                    </p:cNvPr>
                    <p:cNvPicPr>
                      <a:picLocks noChangeAspect="1"/>
                    </p:cNvPicPr>
                    <p:nvPr/>
                  </p:nvPicPr>
                  <p:blipFill>
                    <a:blip r:embed="rId4"/>
                    <a:stretch>
                      <a:fillRect/>
                    </a:stretch>
                  </p:blipFill>
                  <p:spPr>
                    <a:xfrm>
                      <a:off x="5886176" y="4725139"/>
                      <a:ext cx="529135" cy="638611"/>
                    </a:xfrm>
                    <a:prstGeom prst="rect">
                      <a:avLst/>
                    </a:prstGeom>
                  </p:spPr>
                </p:pic>
                <p:pic>
                  <p:nvPicPr>
                    <p:cNvPr id="92" name="図 91">
                      <a:extLst>
                        <a:ext uri="{FF2B5EF4-FFF2-40B4-BE49-F238E27FC236}">
                          <a16:creationId xmlns:a16="http://schemas.microsoft.com/office/drawing/2014/main" id="{605045BA-02B0-0A20-3877-CCF5D6E54D07}"/>
                        </a:ext>
                      </a:extLst>
                    </p:cNvPr>
                    <p:cNvPicPr>
                      <a:picLocks noChangeAspect="1"/>
                    </p:cNvPicPr>
                    <p:nvPr/>
                  </p:nvPicPr>
                  <p:blipFill>
                    <a:blip r:embed="rId4"/>
                    <a:stretch>
                      <a:fillRect/>
                    </a:stretch>
                  </p:blipFill>
                  <p:spPr>
                    <a:xfrm>
                      <a:off x="6415311" y="4725138"/>
                      <a:ext cx="529135" cy="638611"/>
                    </a:xfrm>
                    <a:prstGeom prst="rect">
                      <a:avLst/>
                    </a:prstGeom>
                  </p:spPr>
                </p:pic>
                <p:pic>
                  <p:nvPicPr>
                    <p:cNvPr id="93" name="図 92">
                      <a:extLst>
                        <a:ext uri="{FF2B5EF4-FFF2-40B4-BE49-F238E27FC236}">
                          <a16:creationId xmlns:a16="http://schemas.microsoft.com/office/drawing/2014/main" id="{B0248291-EBDC-6D56-9869-E5E24C18A75D}"/>
                        </a:ext>
                      </a:extLst>
                    </p:cNvPr>
                    <p:cNvPicPr>
                      <a:picLocks noChangeAspect="1"/>
                    </p:cNvPicPr>
                    <p:nvPr/>
                  </p:nvPicPr>
                  <p:blipFill>
                    <a:blip r:embed="rId4"/>
                    <a:stretch>
                      <a:fillRect/>
                    </a:stretch>
                  </p:blipFill>
                  <p:spPr>
                    <a:xfrm>
                      <a:off x="6944446" y="4725137"/>
                      <a:ext cx="529135" cy="638611"/>
                    </a:xfrm>
                    <a:prstGeom prst="rect">
                      <a:avLst/>
                    </a:prstGeom>
                  </p:spPr>
                </p:pic>
              </p:grpSp>
              <p:grpSp>
                <p:nvGrpSpPr>
                  <p:cNvPr id="78" name="グループ化 77">
                    <a:extLst>
                      <a:ext uri="{FF2B5EF4-FFF2-40B4-BE49-F238E27FC236}">
                        <a16:creationId xmlns:a16="http://schemas.microsoft.com/office/drawing/2014/main" id="{9421227C-24F4-8645-19D3-F87758175BBA}"/>
                      </a:ext>
                    </a:extLst>
                  </p:cNvPr>
                  <p:cNvGrpSpPr/>
                  <p:nvPr/>
                </p:nvGrpSpPr>
                <p:grpSpPr>
                  <a:xfrm rot="10800000">
                    <a:off x="3812679" y="1280908"/>
                    <a:ext cx="2645675" cy="2015004"/>
                    <a:chOff x="4827906" y="3348748"/>
                    <a:chExt cx="2645675" cy="2015004"/>
                  </a:xfrm>
                </p:grpSpPr>
                <p:pic>
                  <p:nvPicPr>
                    <p:cNvPr id="80" name="図 79">
                      <a:extLst>
                        <a:ext uri="{FF2B5EF4-FFF2-40B4-BE49-F238E27FC236}">
                          <a16:creationId xmlns:a16="http://schemas.microsoft.com/office/drawing/2014/main" id="{7A8CD02C-7F72-DD4E-2E15-1845EE2A5978}"/>
                        </a:ext>
                      </a:extLst>
                    </p:cNvPr>
                    <p:cNvPicPr>
                      <a:picLocks noChangeAspect="1"/>
                    </p:cNvPicPr>
                    <p:nvPr/>
                  </p:nvPicPr>
                  <p:blipFill>
                    <a:blip r:embed="rId4"/>
                    <a:stretch>
                      <a:fillRect/>
                    </a:stretch>
                  </p:blipFill>
                  <p:spPr>
                    <a:xfrm>
                      <a:off x="5588802" y="3348748"/>
                      <a:ext cx="529135" cy="638611"/>
                    </a:xfrm>
                    <a:prstGeom prst="rect">
                      <a:avLst/>
                    </a:prstGeom>
                  </p:spPr>
                </p:pic>
                <p:pic>
                  <p:nvPicPr>
                    <p:cNvPr id="81" name="図 80">
                      <a:extLst>
                        <a:ext uri="{FF2B5EF4-FFF2-40B4-BE49-F238E27FC236}">
                          <a16:creationId xmlns:a16="http://schemas.microsoft.com/office/drawing/2014/main" id="{DB17CB15-56A4-1F6E-CD52-58716F54AD2E}"/>
                        </a:ext>
                      </a:extLst>
                    </p:cNvPr>
                    <p:cNvPicPr>
                      <a:picLocks noChangeAspect="1"/>
                    </p:cNvPicPr>
                    <p:nvPr/>
                  </p:nvPicPr>
                  <p:blipFill>
                    <a:blip r:embed="rId4"/>
                    <a:stretch>
                      <a:fillRect/>
                    </a:stretch>
                  </p:blipFill>
                  <p:spPr>
                    <a:xfrm>
                      <a:off x="4827906" y="4725141"/>
                      <a:ext cx="529135" cy="638611"/>
                    </a:xfrm>
                    <a:prstGeom prst="rect">
                      <a:avLst/>
                    </a:prstGeom>
                  </p:spPr>
                </p:pic>
                <p:pic>
                  <p:nvPicPr>
                    <p:cNvPr id="82" name="図 81">
                      <a:extLst>
                        <a:ext uri="{FF2B5EF4-FFF2-40B4-BE49-F238E27FC236}">
                          <a16:creationId xmlns:a16="http://schemas.microsoft.com/office/drawing/2014/main" id="{EB62EE29-EAE4-BBE4-9C5C-62F0115923E6}"/>
                        </a:ext>
                      </a:extLst>
                    </p:cNvPr>
                    <p:cNvPicPr>
                      <a:picLocks noChangeAspect="1"/>
                    </p:cNvPicPr>
                    <p:nvPr/>
                  </p:nvPicPr>
                  <p:blipFill>
                    <a:blip r:embed="rId4"/>
                    <a:stretch>
                      <a:fillRect/>
                    </a:stretch>
                  </p:blipFill>
                  <p:spPr>
                    <a:xfrm>
                      <a:off x="5357041" y="4725140"/>
                      <a:ext cx="529135" cy="638611"/>
                    </a:xfrm>
                    <a:prstGeom prst="rect">
                      <a:avLst/>
                    </a:prstGeom>
                  </p:spPr>
                </p:pic>
                <p:pic>
                  <p:nvPicPr>
                    <p:cNvPr id="83" name="図 82">
                      <a:extLst>
                        <a:ext uri="{FF2B5EF4-FFF2-40B4-BE49-F238E27FC236}">
                          <a16:creationId xmlns:a16="http://schemas.microsoft.com/office/drawing/2014/main" id="{B8E38AED-7ACC-D7B5-042C-B31A9BFC5EBC}"/>
                        </a:ext>
                      </a:extLst>
                    </p:cNvPr>
                    <p:cNvPicPr>
                      <a:picLocks noChangeAspect="1"/>
                    </p:cNvPicPr>
                    <p:nvPr/>
                  </p:nvPicPr>
                  <p:blipFill>
                    <a:blip r:embed="rId4"/>
                    <a:stretch>
                      <a:fillRect/>
                    </a:stretch>
                  </p:blipFill>
                  <p:spPr>
                    <a:xfrm>
                      <a:off x="5886176" y="4725139"/>
                      <a:ext cx="529135" cy="638611"/>
                    </a:xfrm>
                    <a:prstGeom prst="rect">
                      <a:avLst/>
                    </a:prstGeom>
                  </p:spPr>
                </p:pic>
                <p:pic>
                  <p:nvPicPr>
                    <p:cNvPr id="84" name="図 83">
                      <a:extLst>
                        <a:ext uri="{FF2B5EF4-FFF2-40B4-BE49-F238E27FC236}">
                          <a16:creationId xmlns:a16="http://schemas.microsoft.com/office/drawing/2014/main" id="{06828EB8-DC42-6694-6D9C-7B3879529D7E}"/>
                        </a:ext>
                      </a:extLst>
                    </p:cNvPr>
                    <p:cNvPicPr>
                      <a:picLocks noChangeAspect="1"/>
                    </p:cNvPicPr>
                    <p:nvPr/>
                  </p:nvPicPr>
                  <p:blipFill>
                    <a:blip r:embed="rId4"/>
                    <a:stretch>
                      <a:fillRect/>
                    </a:stretch>
                  </p:blipFill>
                  <p:spPr>
                    <a:xfrm>
                      <a:off x="6415311" y="4725138"/>
                      <a:ext cx="529135" cy="638611"/>
                    </a:xfrm>
                    <a:prstGeom prst="rect">
                      <a:avLst/>
                    </a:prstGeom>
                  </p:spPr>
                </p:pic>
                <p:pic>
                  <p:nvPicPr>
                    <p:cNvPr id="85" name="図 84">
                      <a:extLst>
                        <a:ext uri="{FF2B5EF4-FFF2-40B4-BE49-F238E27FC236}">
                          <a16:creationId xmlns:a16="http://schemas.microsoft.com/office/drawing/2014/main" id="{6152ABB8-B62D-749E-A6D3-AB001C7E615E}"/>
                        </a:ext>
                      </a:extLst>
                    </p:cNvPr>
                    <p:cNvPicPr>
                      <a:picLocks noChangeAspect="1"/>
                    </p:cNvPicPr>
                    <p:nvPr/>
                  </p:nvPicPr>
                  <p:blipFill>
                    <a:blip r:embed="rId4"/>
                    <a:stretch>
                      <a:fillRect/>
                    </a:stretch>
                  </p:blipFill>
                  <p:spPr>
                    <a:xfrm>
                      <a:off x="6944446" y="4725137"/>
                      <a:ext cx="529135" cy="638611"/>
                    </a:xfrm>
                    <a:prstGeom prst="rect">
                      <a:avLst/>
                    </a:prstGeom>
                  </p:spPr>
                </p:pic>
              </p:grpSp>
            </p:grpSp>
            <p:sp>
              <p:nvSpPr>
                <p:cNvPr id="74" name="Text 3">
                  <a:extLst>
                    <a:ext uri="{FF2B5EF4-FFF2-40B4-BE49-F238E27FC236}">
                      <a16:creationId xmlns:a16="http://schemas.microsoft.com/office/drawing/2014/main" id="{60B5C837-857D-2E42-1638-0D073A3FCB25}"/>
                    </a:ext>
                  </a:extLst>
                </p:cNvPr>
                <p:cNvSpPr/>
                <p:nvPr/>
              </p:nvSpPr>
              <p:spPr>
                <a:xfrm>
                  <a:off x="1204143" y="1729431"/>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sp>
              <p:nvSpPr>
                <p:cNvPr id="75" name="Text 8">
                  <a:extLst>
                    <a:ext uri="{FF2B5EF4-FFF2-40B4-BE49-F238E27FC236}">
                      <a16:creationId xmlns:a16="http://schemas.microsoft.com/office/drawing/2014/main" id="{06223984-D523-0E7B-F607-89D8D00BF0A7}"/>
                    </a:ext>
                  </a:extLst>
                </p:cNvPr>
                <p:cNvSpPr/>
                <p:nvPr/>
              </p:nvSpPr>
              <p:spPr>
                <a:xfrm>
                  <a:off x="1147570" y="5141254"/>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Bの手札</a:t>
                  </a:r>
                  <a:endParaRPr lang="en-US" sz="1300" dirty="0"/>
                </a:p>
              </p:txBody>
            </p:sp>
          </p:grpSp>
          <p:pic>
            <p:nvPicPr>
              <p:cNvPr id="66" name="図 65">
                <a:extLst>
                  <a:ext uri="{FF2B5EF4-FFF2-40B4-BE49-F238E27FC236}">
                    <a16:creationId xmlns:a16="http://schemas.microsoft.com/office/drawing/2014/main" id="{86F33BA5-2B1A-98EC-8294-8002F2776726}"/>
                  </a:ext>
                </a:extLst>
              </p:cNvPr>
              <p:cNvPicPr>
                <a:picLocks noChangeAspect="1"/>
              </p:cNvPicPr>
              <p:nvPr/>
            </p:nvPicPr>
            <p:blipFill>
              <a:blip r:embed="rId5">
                <a:alphaModFix amt="50000"/>
              </a:blip>
              <a:stretch>
                <a:fillRect/>
              </a:stretch>
            </p:blipFill>
            <p:spPr>
              <a:xfrm rot="10800000">
                <a:off x="9451309" y="2899065"/>
                <a:ext cx="533266" cy="643597"/>
              </a:xfrm>
              <a:prstGeom prst="rect">
                <a:avLst/>
              </a:prstGeom>
            </p:spPr>
          </p:pic>
          <p:sp>
            <p:nvSpPr>
              <p:cNvPr id="67" name="Text 1">
                <a:extLst>
                  <a:ext uri="{FF2B5EF4-FFF2-40B4-BE49-F238E27FC236}">
                    <a16:creationId xmlns:a16="http://schemas.microsoft.com/office/drawing/2014/main" id="{011B2863-3B10-D3E6-AC73-C90431C03514}"/>
                  </a:ext>
                </a:extLst>
              </p:cNvPr>
              <p:cNvSpPr txBox="1">
                <a:spLocks/>
              </p:cNvSpPr>
              <p:nvPr/>
            </p:nvSpPr>
            <p:spPr>
              <a:xfrm>
                <a:off x="9834318" y="2694987"/>
                <a:ext cx="174070" cy="365076"/>
              </a:xfrm>
              <a:prstGeom prst="rect">
                <a:avLst/>
              </a:prstGeom>
              <a:noFill/>
              <a:ln/>
            </p:spPr>
            <p:txBody>
              <a:bodyPr wrap="square" lIns="0" tIns="0" rIns="0" bIns="0" rtlCol="0" anchor="t">
                <a:normAutofit fontScale="92500"/>
              </a:bodyPr>
              <a:lstStyle>
                <a:lvl1pPr marL="0" indent="0" algn="l" defTabSz="914400" rtl="0" eaLnBrk="1" latinLnBrk="0" hangingPunct="1">
                  <a:lnSpc>
                    <a:spcPct val="115000"/>
                  </a:lnSpc>
                  <a:spcBef>
                    <a:spcPct val="0"/>
                  </a:spcBef>
                  <a:buNone/>
                  <a:defRPr lang="en-US" sz="3200" kern="1200" dirty="0">
                    <a:solidFill>
                      <a:srgbClr val="0A0028"/>
                    </a:solidFill>
                    <a:latin typeface="Noto Sans JP" pitchFamily="34" charset="0"/>
                    <a:ea typeface="Noto Sans JP" pitchFamily="34" charset="-122"/>
                    <a:cs typeface="Noto Sans JP" pitchFamily="34" charset="-120"/>
                  </a:defRPr>
                </a:lvl1pPr>
              </a:lstStyle>
              <a:p>
                <a:pPr>
                  <a:lnSpc>
                    <a:spcPts val="3520"/>
                  </a:lnSpc>
                </a:pPr>
                <a:r>
                  <a:rPr lang="ja-JP" altLang="en-US" sz="1100" b="1" dirty="0">
                    <a:solidFill>
                      <a:srgbClr val="FFFFFF"/>
                    </a:solidFill>
                  </a:rPr>
                  <a:t>表</a:t>
                </a:r>
                <a:endParaRPr lang="ja-JP" altLang="en-US" sz="1100" dirty="0">
                  <a:solidFill>
                    <a:srgbClr val="FFFFFF"/>
                  </a:solidFill>
                </a:endParaRPr>
              </a:p>
            </p:txBody>
          </p:sp>
          <p:pic>
            <p:nvPicPr>
              <p:cNvPr id="68" name="図 67">
                <a:extLst>
                  <a:ext uri="{FF2B5EF4-FFF2-40B4-BE49-F238E27FC236}">
                    <a16:creationId xmlns:a16="http://schemas.microsoft.com/office/drawing/2014/main" id="{70891DA8-EFE1-C29E-5999-84C1C5DA2456}"/>
                  </a:ext>
                </a:extLst>
              </p:cNvPr>
              <p:cNvPicPr>
                <a:picLocks noChangeAspect="1"/>
              </p:cNvPicPr>
              <p:nvPr/>
            </p:nvPicPr>
            <p:blipFill>
              <a:blip r:embed="rId4"/>
              <a:stretch>
                <a:fillRect/>
              </a:stretch>
            </p:blipFill>
            <p:spPr>
              <a:xfrm rot="10800000">
                <a:off x="7411027" y="3113653"/>
                <a:ext cx="529135" cy="638611"/>
              </a:xfrm>
              <a:prstGeom prst="rect">
                <a:avLst/>
              </a:prstGeom>
            </p:spPr>
          </p:pic>
          <p:grpSp>
            <p:nvGrpSpPr>
              <p:cNvPr id="69" name="グループ化 68">
                <a:extLst>
                  <a:ext uri="{FF2B5EF4-FFF2-40B4-BE49-F238E27FC236}">
                    <a16:creationId xmlns:a16="http://schemas.microsoft.com/office/drawing/2014/main" id="{C543ED90-3C66-A490-2D7C-D22A4820B480}"/>
                  </a:ext>
                </a:extLst>
              </p:cNvPr>
              <p:cNvGrpSpPr/>
              <p:nvPr/>
            </p:nvGrpSpPr>
            <p:grpSpPr>
              <a:xfrm>
                <a:off x="7961160" y="2898147"/>
                <a:ext cx="549959" cy="853200"/>
                <a:chOff x="6875237" y="2899064"/>
                <a:chExt cx="549959" cy="853200"/>
              </a:xfrm>
            </p:grpSpPr>
            <p:pic>
              <p:nvPicPr>
                <p:cNvPr id="71" name="図 70">
                  <a:extLst>
                    <a:ext uri="{FF2B5EF4-FFF2-40B4-BE49-F238E27FC236}">
                      <a16:creationId xmlns:a16="http://schemas.microsoft.com/office/drawing/2014/main" id="{0A2F2D4E-411B-BCCA-26FB-7FCDDB808D3A}"/>
                    </a:ext>
                  </a:extLst>
                </p:cNvPr>
                <p:cNvPicPr>
                  <a:picLocks noChangeAspect="1"/>
                </p:cNvPicPr>
                <p:nvPr/>
              </p:nvPicPr>
              <p:blipFill>
                <a:blip r:embed="rId6">
                  <a:alphaModFix amt="70000"/>
                </a:blip>
                <a:stretch>
                  <a:fillRect/>
                </a:stretch>
              </p:blipFill>
              <p:spPr>
                <a:xfrm rot="10800000">
                  <a:off x="6875237" y="3118034"/>
                  <a:ext cx="525505" cy="634230"/>
                </a:xfrm>
                <a:prstGeom prst="rect">
                  <a:avLst/>
                </a:prstGeom>
              </p:spPr>
            </p:pic>
            <p:sp>
              <p:nvSpPr>
                <p:cNvPr id="72" name="Text 1">
                  <a:extLst>
                    <a:ext uri="{FF2B5EF4-FFF2-40B4-BE49-F238E27FC236}">
                      <a16:creationId xmlns:a16="http://schemas.microsoft.com/office/drawing/2014/main" id="{C29CCB8F-6EEE-6261-21F6-23ACFD03D520}"/>
                    </a:ext>
                  </a:extLst>
                </p:cNvPr>
                <p:cNvSpPr txBox="1">
                  <a:spLocks/>
                </p:cNvSpPr>
                <p:nvPr/>
              </p:nvSpPr>
              <p:spPr>
                <a:xfrm>
                  <a:off x="7251126" y="2899064"/>
                  <a:ext cx="174070" cy="365076"/>
                </a:xfrm>
                <a:prstGeom prst="rect">
                  <a:avLst/>
                </a:prstGeom>
                <a:noFill/>
                <a:ln/>
              </p:spPr>
              <p:txBody>
                <a:bodyPr wrap="square" lIns="0" tIns="0" rIns="0" bIns="0" rtlCol="0" anchor="t">
                  <a:normAutofit fontScale="92500"/>
                </a:bodyPr>
                <a:lstStyle>
                  <a:lvl1pPr marL="0" indent="0" algn="l" defTabSz="914400" rtl="0" eaLnBrk="1" latinLnBrk="0" hangingPunct="1">
                    <a:lnSpc>
                      <a:spcPct val="115000"/>
                    </a:lnSpc>
                    <a:spcBef>
                      <a:spcPct val="0"/>
                    </a:spcBef>
                    <a:buNone/>
                    <a:defRPr lang="en-US" sz="3200" kern="1200" dirty="0">
                      <a:solidFill>
                        <a:srgbClr val="0A0028"/>
                      </a:solidFill>
                      <a:latin typeface="Noto Sans JP" pitchFamily="34" charset="0"/>
                      <a:ea typeface="Noto Sans JP" pitchFamily="34" charset="-122"/>
                      <a:cs typeface="Noto Sans JP" pitchFamily="34" charset="-120"/>
                    </a:defRPr>
                  </a:lvl1pPr>
                </a:lstStyle>
                <a:p>
                  <a:pPr>
                    <a:lnSpc>
                      <a:spcPts val="3520"/>
                    </a:lnSpc>
                  </a:pPr>
                  <a:r>
                    <a:rPr lang="ja-JP" altLang="en-US" sz="1100" b="1" dirty="0">
                      <a:solidFill>
                        <a:srgbClr val="FFFFFF"/>
                      </a:solidFill>
                    </a:rPr>
                    <a:t>表</a:t>
                  </a:r>
                  <a:endParaRPr lang="ja-JP" altLang="en-US" sz="1100" dirty="0">
                    <a:solidFill>
                      <a:srgbClr val="FFFFFF"/>
                    </a:solidFill>
                  </a:endParaRPr>
                </a:p>
              </p:txBody>
            </p:sp>
          </p:grpSp>
        </p:grpSp>
        <p:pic>
          <p:nvPicPr>
            <p:cNvPr id="42" name="図 41">
              <a:extLst>
                <a:ext uri="{FF2B5EF4-FFF2-40B4-BE49-F238E27FC236}">
                  <a16:creationId xmlns:a16="http://schemas.microsoft.com/office/drawing/2014/main" id="{FAC2448B-6485-4BC2-36C4-00A88965984E}"/>
                </a:ext>
              </a:extLst>
            </p:cNvPr>
            <p:cNvPicPr>
              <a:picLocks noChangeAspect="1"/>
            </p:cNvPicPr>
            <p:nvPr/>
          </p:nvPicPr>
          <p:blipFill>
            <a:blip r:embed="rId4"/>
            <a:stretch>
              <a:fillRect/>
            </a:stretch>
          </p:blipFill>
          <p:spPr>
            <a:xfrm>
              <a:off x="8911889" y="3572955"/>
              <a:ext cx="529135" cy="638611"/>
            </a:xfrm>
            <a:prstGeom prst="rect">
              <a:avLst/>
            </a:prstGeom>
          </p:spPr>
        </p:pic>
        <p:grpSp>
          <p:nvGrpSpPr>
            <p:cNvPr id="43" name="グループ化 42">
              <a:extLst>
                <a:ext uri="{FF2B5EF4-FFF2-40B4-BE49-F238E27FC236}">
                  <a16:creationId xmlns:a16="http://schemas.microsoft.com/office/drawing/2014/main" id="{32BBBD4C-8D35-3697-3C7C-055FD97FD3A4}"/>
                </a:ext>
              </a:extLst>
            </p:cNvPr>
            <p:cNvGrpSpPr/>
            <p:nvPr/>
          </p:nvGrpSpPr>
          <p:grpSpPr>
            <a:xfrm>
              <a:off x="10401682" y="3024809"/>
              <a:ext cx="1100092" cy="854117"/>
              <a:chOff x="10401682" y="3024809"/>
              <a:chExt cx="1100092" cy="854117"/>
            </a:xfrm>
          </p:grpSpPr>
          <p:pic>
            <p:nvPicPr>
              <p:cNvPr id="54" name="図 53">
                <a:extLst>
                  <a:ext uri="{FF2B5EF4-FFF2-40B4-BE49-F238E27FC236}">
                    <a16:creationId xmlns:a16="http://schemas.microsoft.com/office/drawing/2014/main" id="{2BF78FCA-6EA7-AD4A-E8C2-A28C5B71F681}"/>
                  </a:ext>
                </a:extLst>
              </p:cNvPr>
              <p:cNvPicPr>
                <a:picLocks noChangeAspect="1"/>
              </p:cNvPicPr>
              <p:nvPr/>
            </p:nvPicPr>
            <p:blipFill>
              <a:blip r:embed="rId7">
                <a:alphaModFix amt="70000"/>
              </a:blip>
              <a:stretch>
                <a:fillRect/>
              </a:stretch>
            </p:blipFill>
            <p:spPr>
              <a:xfrm>
                <a:off x="10959545" y="3240313"/>
                <a:ext cx="529135" cy="638613"/>
              </a:xfrm>
              <a:prstGeom prst="rect">
                <a:avLst/>
              </a:prstGeom>
            </p:spPr>
          </p:pic>
          <p:grpSp>
            <p:nvGrpSpPr>
              <p:cNvPr id="62" name="グループ化 61">
                <a:extLst>
                  <a:ext uri="{FF2B5EF4-FFF2-40B4-BE49-F238E27FC236}">
                    <a16:creationId xmlns:a16="http://schemas.microsoft.com/office/drawing/2014/main" id="{C5BEA33B-4E63-092D-1914-37A1B7A1AD8E}"/>
                  </a:ext>
                </a:extLst>
              </p:cNvPr>
              <p:cNvGrpSpPr/>
              <p:nvPr/>
            </p:nvGrpSpPr>
            <p:grpSpPr>
              <a:xfrm>
                <a:off x="10401682" y="3024809"/>
                <a:ext cx="1100092" cy="854117"/>
                <a:chOff x="7563427" y="3050551"/>
                <a:chExt cx="1100092" cy="854117"/>
              </a:xfrm>
            </p:grpSpPr>
            <p:pic>
              <p:nvPicPr>
                <p:cNvPr id="63" name="図 62">
                  <a:extLst>
                    <a:ext uri="{FF2B5EF4-FFF2-40B4-BE49-F238E27FC236}">
                      <a16:creationId xmlns:a16="http://schemas.microsoft.com/office/drawing/2014/main" id="{919864CC-C2BF-466B-1CCA-6D89CBFE4501}"/>
                    </a:ext>
                  </a:extLst>
                </p:cNvPr>
                <p:cNvPicPr>
                  <a:picLocks noChangeAspect="1"/>
                </p:cNvPicPr>
                <p:nvPr/>
              </p:nvPicPr>
              <p:blipFill>
                <a:blip r:embed="rId4"/>
                <a:stretch>
                  <a:fillRect/>
                </a:stretch>
              </p:blipFill>
              <p:spPr>
                <a:xfrm>
                  <a:off x="7563427" y="3266057"/>
                  <a:ext cx="529135" cy="638611"/>
                </a:xfrm>
                <a:prstGeom prst="rect">
                  <a:avLst/>
                </a:prstGeom>
              </p:spPr>
            </p:pic>
            <p:sp>
              <p:nvSpPr>
                <p:cNvPr id="64" name="Text 1">
                  <a:extLst>
                    <a:ext uri="{FF2B5EF4-FFF2-40B4-BE49-F238E27FC236}">
                      <a16:creationId xmlns:a16="http://schemas.microsoft.com/office/drawing/2014/main" id="{94742A01-121D-B0F1-B1B1-C511EC4E4A44}"/>
                    </a:ext>
                  </a:extLst>
                </p:cNvPr>
                <p:cNvSpPr txBox="1">
                  <a:spLocks/>
                </p:cNvSpPr>
                <p:nvPr/>
              </p:nvSpPr>
              <p:spPr>
                <a:xfrm>
                  <a:off x="8489449" y="3050551"/>
                  <a:ext cx="174070" cy="365076"/>
                </a:xfrm>
                <a:prstGeom prst="rect">
                  <a:avLst/>
                </a:prstGeom>
                <a:noFill/>
                <a:ln/>
              </p:spPr>
              <p:txBody>
                <a:bodyPr wrap="square" lIns="0" tIns="0" rIns="0" bIns="0" rtlCol="0" anchor="t">
                  <a:normAutofit fontScale="92500"/>
                </a:bodyPr>
                <a:lstStyle>
                  <a:lvl1pPr marL="0" indent="0" algn="l" defTabSz="914400" rtl="0" eaLnBrk="1" latinLnBrk="0" hangingPunct="1">
                    <a:lnSpc>
                      <a:spcPct val="115000"/>
                    </a:lnSpc>
                    <a:spcBef>
                      <a:spcPct val="0"/>
                    </a:spcBef>
                    <a:buNone/>
                    <a:defRPr lang="en-US" sz="3200" kern="1200" dirty="0">
                      <a:solidFill>
                        <a:srgbClr val="0A0028"/>
                      </a:solidFill>
                      <a:latin typeface="Noto Sans JP" pitchFamily="34" charset="0"/>
                      <a:ea typeface="Noto Sans JP" pitchFamily="34" charset="-122"/>
                      <a:cs typeface="Noto Sans JP" pitchFamily="34" charset="-120"/>
                    </a:defRPr>
                  </a:lvl1pPr>
                </a:lstStyle>
                <a:p>
                  <a:pPr>
                    <a:lnSpc>
                      <a:spcPts val="3520"/>
                    </a:lnSpc>
                  </a:pPr>
                  <a:r>
                    <a:rPr lang="ja-JP" altLang="en-US" sz="1100" b="1" dirty="0">
                      <a:solidFill>
                        <a:srgbClr val="FFFFFF"/>
                      </a:solidFill>
                    </a:rPr>
                    <a:t>表</a:t>
                  </a:r>
                  <a:endParaRPr lang="ja-JP" altLang="en-US" sz="1100" dirty="0">
                    <a:solidFill>
                      <a:srgbClr val="FFFFFF"/>
                    </a:solidFill>
                  </a:endParaRPr>
                </a:p>
              </p:txBody>
            </p:sp>
          </p:grpSp>
        </p:grpSp>
        <p:pic>
          <p:nvPicPr>
            <p:cNvPr id="45" name="図 44">
              <a:extLst>
                <a:ext uri="{FF2B5EF4-FFF2-40B4-BE49-F238E27FC236}">
                  <a16:creationId xmlns:a16="http://schemas.microsoft.com/office/drawing/2014/main" id="{6AB61CE7-2DDB-2369-68E9-948EBC3E9912}"/>
                </a:ext>
              </a:extLst>
            </p:cNvPr>
            <p:cNvPicPr>
              <a:picLocks noChangeAspect="1"/>
            </p:cNvPicPr>
            <p:nvPr/>
          </p:nvPicPr>
          <p:blipFill>
            <a:blip r:embed="rId8">
              <a:alphaModFix amt="70000"/>
            </a:blip>
            <a:stretch>
              <a:fillRect/>
            </a:stretch>
          </p:blipFill>
          <p:spPr>
            <a:xfrm>
              <a:off x="9458392" y="3572955"/>
              <a:ext cx="526576" cy="635523"/>
            </a:xfrm>
            <a:prstGeom prst="rect">
              <a:avLst/>
            </a:prstGeom>
          </p:spPr>
        </p:pic>
        <p:sp>
          <p:nvSpPr>
            <p:cNvPr id="46" name="Text 1">
              <a:extLst>
                <a:ext uri="{FF2B5EF4-FFF2-40B4-BE49-F238E27FC236}">
                  <a16:creationId xmlns:a16="http://schemas.microsoft.com/office/drawing/2014/main" id="{FC01DE91-BB44-9245-C993-F2FB4EB915A7}"/>
                </a:ext>
              </a:extLst>
            </p:cNvPr>
            <p:cNvSpPr txBox="1">
              <a:spLocks/>
            </p:cNvSpPr>
            <p:nvPr/>
          </p:nvSpPr>
          <p:spPr>
            <a:xfrm>
              <a:off x="9836776" y="3370741"/>
              <a:ext cx="174070" cy="365076"/>
            </a:xfrm>
            <a:prstGeom prst="rect">
              <a:avLst/>
            </a:prstGeom>
            <a:noFill/>
            <a:ln/>
          </p:spPr>
          <p:txBody>
            <a:bodyPr wrap="square" lIns="0" tIns="0" rIns="0" bIns="0" rtlCol="0" anchor="t">
              <a:normAutofit fontScale="92500"/>
            </a:bodyPr>
            <a:lstStyle>
              <a:lvl1pPr marL="0" indent="0" algn="l" defTabSz="914400" rtl="0" eaLnBrk="1" latinLnBrk="0" hangingPunct="1">
                <a:lnSpc>
                  <a:spcPct val="115000"/>
                </a:lnSpc>
                <a:spcBef>
                  <a:spcPct val="0"/>
                </a:spcBef>
                <a:buNone/>
                <a:defRPr lang="en-US" sz="3200" kern="1200" dirty="0">
                  <a:solidFill>
                    <a:srgbClr val="0A0028"/>
                  </a:solidFill>
                  <a:latin typeface="Noto Sans JP" pitchFamily="34" charset="0"/>
                  <a:ea typeface="Noto Sans JP" pitchFamily="34" charset="-122"/>
                  <a:cs typeface="Noto Sans JP" pitchFamily="34" charset="-120"/>
                </a:defRPr>
              </a:lvl1pPr>
            </a:lstStyle>
            <a:p>
              <a:pPr>
                <a:lnSpc>
                  <a:spcPts val="3520"/>
                </a:lnSpc>
              </a:pPr>
              <a:r>
                <a:rPr lang="ja-JP" altLang="en-US" sz="1100" b="1" dirty="0">
                  <a:solidFill>
                    <a:srgbClr val="FFFFFF"/>
                  </a:solidFill>
                </a:rPr>
                <a:t>表</a:t>
              </a:r>
              <a:endParaRPr lang="ja-JP" altLang="en-US" sz="1100" dirty="0">
                <a:solidFill>
                  <a:srgbClr val="FFFFFF"/>
                </a:solidFill>
              </a:endParaRPr>
            </a:p>
          </p:txBody>
        </p:sp>
      </p:grpSp>
      <p:sp>
        <p:nvSpPr>
          <p:cNvPr id="137" name="Text 2">
            <a:extLst>
              <a:ext uri="{FF2B5EF4-FFF2-40B4-BE49-F238E27FC236}">
                <a16:creationId xmlns:a16="http://schemas.microsoft.com/office/drawing/2014/main" id="{2F5D7F9E-928C-5980-0A91-8EFB5DE2717C}"/>
              </a:ext>
            </a:extLst>
          </p:cNvPr>
          <p:cNvSpPr/>
          <p:nvPr/>
        </p:nvSpPr>
        <p:spPr>
          <a:xfrm>
            <a:off x="359398" y="5579296"/>
            <a:ext cx="10883392" cy="292100"/>
          </a:xfrm>
          <a:prstGeom prst="rect">
            <a:avLst/>
          </a:prstGeom>
          <a:noFill/>
          <a:ln/>
        </p:spPr>
        <p:txBody>
          <a:bodyPr wrap="square" lIns="0" tIns="0" rIns="0" bIns="0" rtlCol="0" anchor="t">
            <a:normAutofit/>
          </a:bodyPr>
          <a:lstStyle/>
          <a:p>
            <a:pPr marL="0" indent="0" algn="l">
              <a:lnSpc>
                <a:spcPts val="2100"/>
              </a:lnSpc>
              <a:buNone/>
            </a:pPr>
            <a:r>
              <a:rPr lang="ja-JP" altLang="en-US" sz="1400" dirty="0">
                <a:solidFill>
                  <a:srgbClr val="0A0028"/>
                </a:solidFill>
                <a:latin typeface="Noto Sans JP" pitchFamily="34" charset="0"/>
                <a:ea typeface="Noto Sans JP" pitchFamily="34" charset="-122"/>
                <a:cs typeface="Noto Sans JP" pitchFamily="34" charset="-120"/>
              </a:rPr>
              <a:t>お互いのカードを同時に表返す。ただし、</a:t>
            </a:r>
            <a:r>
              <a:rPr lang="en-US" altLang="ja-JP" sz="1400" dirty="0">
                <a:solidFill>
                  <a:srgbClr val="0A0028"/>
                </a:solidFill>
                <a:latin typeface="Noto Sans JP" pitchFamily="34" charset="0"/>
                <a:ea typeface="Noto Sans JP" pitchFamily="34" charset="-122"/>
                <a:cs typeface="Noto Sans JP" pitchFamily="34" charset="-120"/>
              </a:rPr>
              <a:t>B</a:t>
            </a:r>
            <a:r>
              <a:rPr lang="ja-JP" altLang="en-US" sz="1400" dirty="0">
                <a:solidFill>
                  <a:srgbClr val="0A0028"/>
                </a:solidFill>
                <a:latin typeface="Noto Sans JP" pitchFamily="34" charset="0"/>
                <a:ea typeface="Noto Sans JP" pitchFamily="34" charset="-122"/>
                <a:cs typeface="Noto Sans JP" pitchFamily="34" charset="-120"/>
              </a:rPr>
              <a:t>はガードをするので、表返すときにカードを横向きにする。</a:t>
            </a:r>
            <a:endParaRPr lang="en-US" sz="1400" dirty="0"/>
          </a:p>
        </p:txBody>
      </p:sp>
      <p:sp>
        <p:nvSpPr>
          <p:cNvPr id="2" name="Text 0">
            <a:extLst>
              <a:ext uri="{FF2B5EF4-FFF2-40B4-BE49-F238E27FC236}">
                <a16:creationId xmlns:a16="http://schemas.microsoft.com/office/drawing/2014/main" id="{3A2243AC-7587-10A8-0B54-562C7FF597F9}"/>
              </a:ext>
            </a:extLst>
          </p:cNvPr>
          <p:cNvSpPr/>
          <p:nvPr/>
        </p:nvSpPr>
        <p:spPr>
          <a:xfrm>
            <a:off x="272473" y="251465"/>
            <a:ext cx="404212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34A00"/>
                </a:solidFill>
                <a:latin typeface="Noto Sans JP" pitchFamily="34" charset="0"/>
                <a:ea typeface="Noto Sans JP" pitchFamily="34" charset="-122"/>
                <a:cs typeface="Noto Sans JP" pitchFamily="34" charset="-120"/>
              </a:rPr>
              <a:t>HOW TO DUEL</a:t>
            </a:r>
            <a:endParaRPr lang="en-US" sz="1200" dirty="0"/>
          </a:p>
        </p:txBody>
      </p:sp>
      <p:sp>
        <p:nvSpPr>
          <p:cNvPr id="3" name="Text 1">
            <a:extLst>
              <a:ext uri="{FF2B5EF4-FFF2-40B4-BE49-F238E27FC236}">
                <a16:creationId xmlns:a16="http://schemas.microsoft.com/office/drawing/2014/main" id="{C48DF8BF-22CE-E4CC-9B42-C1E8D136F289}"/>
              </a:ext>
            </a:extLst>
          </p:cNvPr>
          <p:cNvSpPr>
            <a:spLocks noGrp="1"/>
          </p:cNvSpPr>
          <p:nvPr>
            <p:ph type="title"/>
          </p:nvPr>
        </p:nvSpPr>
        <p:spPr>
          <a:xfrm>
            <a:off x="272473" y="604485"/>
            <a:ext cx="11812154" cy="472430"/>
          </a:xfrm>
          <a:prstGeom prst="rect">
            <a:avLst/>
          </a:prstGeom>
          <a:noFill/>
          <a:ln/>
        </p:spPr>
        <p:txBody>
          <a:bodyPr wrap="square" lIns="0" tIns="0" rIns="0" bIns="0" rtlCol="0" anchor="t">
            <a:normAutofit/>
          </a:bodyPr>
          <a:lstStyle/>
          <a:p>
            <a:pPr marL="0" indent="0" algn="l">
              <a:lnSpc>
                <a:spcPts val="3520"/>
              </a:lnSpc>
              <a:buNone/>
            </a:pPr>
            <a:r>
              <a:rPr lang="ja-JP" altLang="en-US" sz="3200" b="1" i="0" dirty="0">
                <a:solidFill>
                  <a:srgbClr val="0A0028"/>
                </a:solidFill>
                <a:latin typeface="Noto Sans JP" pitchFamily="34" charset="0"/>
                <a:ea typeface="Noto Sans JP" pitchFamily="34" charset="-122"/>
                <a:cs typeface="Noto Sans JP" pitchFamily="34" charset="-120"/>
              </a:rPr>
              <a:t>カードの出し方 </a:t>
            </a:r>
            <a:r>
              <a:rPr lang="en-US" altLang="ja-JP" sz="3200" b="1" i="0" dirty="0">
                <a:solidFill>
                  <a:srgbClr val="0A0028"/>
                </a:solidFill>
                <a:latin typeface="Noto Sans JP" pitchFamily="34" charset="0"/>
                <a:ea typeface="Noto Sans JP" pitchFamily="34" charset="-122"/>
                <a:cs typeface="Noto Sans JP" pitchFamily="34" charset="-120"/>
              </a:rPr>
              <a:t>: 3</a:t>
            </a:r>
            <a:r>
              <a:rPr lang="en-US" altLang="ja-JP" b="1" dirty="0"/>
              <a:t>. </a:t>
            </a:r>
            <a:r>
              <a:rPr lang="ja-JP" altLang="en-US" b="1" dirty="0"/>
              <a:t>オープン</a:t>
            </a:r>
            <a:endParaRPr lang="en-US" sz="3200" dirty="0"/>
          </a:p>
        </p:txBody>
      </p:sp>
      <p:sp>
        <p:nvSpPr>
          <p:cNvPr id="95" name="Text 2">
            <a:extLst>
              <a:ext uri="{FF2B5EF4-FFF2-40B4-BE49-F238E27FC236}">
                <a16:creationId xmlns:a16="http://schemas.microsoft.com/office/drawing/2014/main" id="{8CB68BE2-67AD-F705-E505-0BF07A2FDCB0}"/>
              </a:ext>
            </a:extLst>
          </p:cNvPr>
          <p:cNvSpPr/>
          <p:nvPr/>
        </p:nvSpPr>
        <p:spPr>
          <a:xfrm>
            <a:off x="376575" y="1055227"/>
            <a:ext cx="10883392"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0A0028"/>
                </a:solidFill>
                <a:latin typeface="Noto Sans JP" pitchFamily="34" charset="0"/>
                <a:ea typeface="Noto Sans JP" pitchFamily="34" charset="-122"/>
                <a:cs typeface="Noto Sans JP" pitchFamily="34" charset="-120"/>
              </a:rPr>
              <a:t>A</a:t>
            </a:r>
            <a:r>
              <a:rPr lang="ja-JP" altLang="en-US" sz="1400" dirty="0">
                <a:solidFill>
                  <a:srgbClr val="0A0028"/>
                </a:solidFill>
                <a:latin typeface="Noto Sans JP" pitchFamily="34" charset="0"/>
                <a:ea typeface="Noto Sans JP" pitchFamily="34" charset="-122"/>
                <a:cs typeface="Noto Sans JP" pitchFamily="34" charset="-120"/>
              </a:rPr>
              <a:t>が攻撃側、</a:t>
            </a:r>
            <a:r>
              <a:rPr lang="en-US" altLang="ja-JP" sz="1400" dirty="0">
                <a:solidFill>
                  <a:srgbClr val="0A0028"/>
                </a:solidFill>
                <a:latin typeface="Noto Sans JP" pitchFamily="34" charset="0"/>
                <a:ea typeface="Noto Sans JP" pitchFamily="34" charset="-122"/>
                <a:cs typeface="Noto Sans JP" pitchFamily="34" charset="-120"/>
              </a:rPr>
              <a:t>B</a:t>
            </a:r>
            <a:r>
              <a:rPr lang="ja-JP" altLang="en-US" sz="1400" dirty="0">
                <a:solidFill>
                  <a:srgbClr val="0A0028"/>
                </a:solidFill>
                <a:latin typeface="Noto Sans JP" pitchFamily="34" charset="0"/>
                <a:ea typeface="Noto Sans JP" pitchFamily="34" charset="-122"/>
                <a:cs typeface="Noto Sans JP" pitchFamily="34" charset="-120"/>
              </a:rPr>
              <a:t>が防御側だとする。</a:t>
            </a:r>
            <a:endParaRPr lang="en-US" sz="1400" dirty="0"/>
          </a:p>
        </p:txBody>
      </p:sp>
      <p:sp>
        <p:nvSpPr>
          <p:cNvPr id="150" name="Text 2">
            <a:extLst>
              <a:ext uri="{FF2B5EF4-FFF2-40B4-BE49-F238E27FC236}">
                <a16:creationId xmlns:a16="http://schemas.microsoft.com/office/drawing/2014/main" id="{22CA821D-C652-BA99-6032-F1AEF3168D9C}"/>
              </a:ext>
            </a:extLst>
          </p:cNvPr>
          <p:cNvSpPr/>
          <p:nvPr/>
        </p:nvSpPr>
        <p:spPr>
          <a:xfrm>
            <a:off x="372431" y="5906357"/>
            <a:ext cx="12041819" cy="802113"/>
          </a:xfrm>
          <a:prstGeom prst="rect">
            <a:avLst/>
          </a:prstGeom>
          <a:noFill/>
          <a:ln/>
        </p:spPr>
        <p:txBody>
          <a:bodyPr wrap="square" lIns="0" tIns="0" rIns="0" bIns="0" rtlCol="0" anchor="t">
            <a:normAutofit/>
          </a:bodyPr>
          <a:lstStyle/>
          <a:p>
            <a:pPr marL="0" indent="0" algn="l">
              <a:lnSpc>
                <a:spcPts val="2100"/>
              </a:lnSpc>
              <a:buNone/>
            </a:pPr>
            <a:endParaRPr lang="en-US" altLang="ja-JP" sz="1400" dirty="0">
              <a:solidFill>
                <a:srgbClr val="0A0028"/>
              </a:solidFill>
              <a:latin typeface="Noto Sans JP" pitchFamily="34" charset="0"/>
              <a:ea typeface="Noto Sans JP" pitchFamily="34" charset="-122"/>
            </a:endParaRPr>
          </a:p>
          <a:p>
            <a:pPr marL="0" indent="0" algn="l">
              <a:lnSpc>
                <a:spcPts val="2100"/>
              </a:lnSpc>
              <a:buNone/>
            </a:pPr>
            <a:r>
              <a:rPr lang="ja-JP" altLang="en-US" sz="1400" dirty="0">
                <a:solidFill>
                  <a:srgbClr val="0A0028"/>
                </a:solidFill>
                <a:latin typeface="Noto Sans JP" pitchFamily="34" charset="0"/>
                <a:ea typeface="Noto Sans JP" pitchFamily="34" charset="-122"/>
              </a:rPr>
              <a:t>結果：</a:t>
            </a:r>
            <a:r>
              <a:rPr lang="en-US" altLang="ja-JP" sz="1400" dirty="0">
                <a:solidFill>
                  <a:srgbClr val="0A0028"/>
                </a:solidFill>
                <a:latin typeface="Noto Sans JP" pitchFamily="34" charset="0"/>
                <a:ea typeface="Noto Sans JP" pitchFamily="34" charset="-122"/>
              </a:rPr>
              <a:t>B</a:t>
            </a:r>
            <a:r>
              <a:rPr lang="ja-JP" altLang="en-US" sz="1400" dirty="0">
                <a:solidFill>
                  <a:srgbClr val="0A0028"/>
                </a:solidFill>
                <a:latin typeface="Noto Sans JP" pitchFamily="34" charset="0"/>
                <a:ea typeface="Noto Sans JP" pitchFamily="34" charset="-122"/>
              </a:rPr>
              <a:t>のガード成功。行動</a:t>
            </a:r>
            <a:r>
              <a:rPr lang="en-US" altLang="ja-JP" sz="1400" dirty="0">
                <a:solidFill>
                  <a:srgbClr val="0A0028"/>
                </a:solidFill>
                <a:latin typeface="Noto Sans JP" pitchFamily="34" charset="0"/>
                <a:ea typeface="Noto Sans JP" pitchFamily="34" charset="-122"/>
              </a:rPr>
              <a:t>1</a:t>
            </a:r>
            <a:r>
              <a:rPr lang="ja-JP" altLang="en-US" sz="1400" dirty="0">
                <a:solidFill>
                  <a:srgbClr val="0A0028"/>
                </a:solidFill>
                <a:latin typeface="Noto Sans JP" pitchFamily="34" charset="0"/>
                <a:ea typeface="Noto Sans JP" pitchFamily="34" charset="-122"/>
              </a:rPr>
              <a:t>回が終了し、スピードの上限に達していなければ再び</a:t>
            </a:r>
            <a:r>
              <a:rPr lang="en-US" altLang="ja-JP" sz="1400" dirty="0">
                <a:solidFill>
                  <a:srgbClr val="0A0028"/>
                </a:solidFill>
                <a:latin typeface="Noto Sans JP" pitchFamily="34" charset="0"/>
                <a:ea typeface="Noto Sans JP" pitchFamily="34" charset="-122"/>
              </a:rPr>
              <a:t>1.</a:t>
            </a:r>
            <a:r>
              <a:rPr lang="ja-JP" altLang="en-US" sz="1400" dirty="0">
                <a:solidFill>
                  <a:srgbClr val="0A0028"/>
                </a:solidFill>
                <a:latin typeface="Noto Sans JP" pitchFamily="34" charset="0"/>
                <a:ea typeface="Noto Sans JP" pitchFamily="34" charset="-122"/>
              </a:rPr>
              <a:t>からスタートする。</a:t>
            </a:r>
            <a:endParaRPr lang="en-US" altLang="ja-JP" sz="1400" dirty="0">
              <a:solidFill>
                <a:srgbClr val="0A0028"/>
              </a:solidFill>
              <a:latin typeface="Noto Sans JP" pitchFamily="34" charset="0"/>
              <a:ea typeface="Noto Sans JP" pitchFamily="34" charset="-122"/>
            </a:endParaRPr>
          </a:p>
        </p:txBody>
      </p:sp>
      <p:sp>
        <p:nvSpPr>
          <p:cNvPr id="5" name="矢印: 右 4">
            <a:extLst>
              <a:ext uri="{FF2B5EF4-FFF2-40B4-BE49-F238E27FC236}">
                <a16:creationId xmlns:a16="http://schemas.microsoft.com/office/drawing/2014/main" id="{AED02ED1-2A8A-D56F-C78E-0ED47F3DC78C}"/>
              </a:ext>
            </a:extLst>
          </p:cNvPr>
          <p:cNvSpPr/>
          <p:nvPr/>
        </p:nvSpPr>
        <p:spPr>
          <a:xfrm>
            <a:off x="5064097" y="2887002"/>
            <a:ext cx="1508347" cy="1072896"/>
          </a:xfrm>
          <a:prstGeom prst="rightArrow">
            <a:avLst/>
          </a:prstGeom>
          <a:solidFill>
            <a:srgbClr val="FFD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7" name="グループ化 46">
            <a:extLst>
              <a:ext uri="{FF2B5EF4-FFF2-40B4-BE49-F238E27FC236}">
                <a16:creationId xmlns:a16="http://schemas.microsoft.com/office/drawing/2014/main" id="{58540E0A-573B-AA9F-61C3-BB696858801C}"/>
              </a:ext>
            </a:extLst>
          </p:cNvPr>
          <p:cNvGrpSpPr/>
          <p:nvPr/>
        </p:nvGrpSpPr>
        <p:grpSpPr>
          <a:xfrm>
            <a:off x="6817512" y="1527658"/>
            <a:ext cx="4514433" cy="3968832"/>
            <a:chOff x="1147570" y="1569525"/>
            <a:chExt cx="4514433" cy="3968832"/>
          </a:xfrm>
        </p:grpSpPr>
        <p:grpSp>
          <p:nvGrpSpPr>
            <p:cNvPr id="48" name="グループ化 47">
              <a:extLst>
                <a:ext uri="{FF2B5EF4-FFF2-40B4-BE49-F238E27FC236}">
                  <a16:creationId xmlns:a16="http://schemas.microsoft.com/office/drawing/2014/main" id="{A3946B95-4390-091B-497A-F20D451E2AA5}"/>
                </a:ext>
              </a:extLst>
            </p:cNvPr>
            <p:cNvGrpSpPr/>
            <p:nvPr/>
          </p:nvGrpSpPr>
          <p:grpSpPr>
            <a:xfrm>
              <a:off x="1351028" y="1569525"/>
              <a:ext cx="4310975" cy="3968832"/>
              <a:chOff x="3277404" y="1280908"/>
              <a:chExt cx="4310975" cy="3968832"/>
            </a:xfrm>
          </p:grpSpPr>
          <p:grpSp>
            <p:nvGrpSpPr>
              <p:cNvPr id="51" name="グループ化 50">
                <a:extLst>
                  <a:ext uri="{FF2B5EF4-FFF2-40B4-BE49-F238E27FC236}">
                    <a16:creationId xmlns:a16="http://schemas.microsoft.com/office/drawing/2014/main" id="{689DF99F-8E77-445D-5FCE-0FD152268E13}"/>
                  </a:ext>
                </a:extLst>
              </p:cNvPr>
              <p:cNvGrpSpPr/>
              <p:nvPr/>
            </p:nvGrpSpPr>
            <p:grpSpPr>
              <a:xfrm>
                <a:off x="3277404" y="1813553"/>
                <a:ext cx="4310975" cy="2873984"/>
                <a:chOff x="3277404" y="1813553"/>
                <a:chExt cx="4310975" cy="2873984"/>
              </a:xfrm>
            </p:grpSpPr>
            <p:pic>
              <p:nvPicPr>
                <p:cNvPr id="91" name="図 90">
                  <a:extLst>
                    <a:ext uri="{FF2B5EF4-FFF2-40B4-BE49-F238E27FC236}">
                      <a16:creationId xmlns:a16="http://schemas.microsoft.com/office/drawing/2014/main" id="{D3DAA381-270F-E26C-78B2-613ED161640C}"/>
                    </a:ext>
                  </a:extLst>
                </p:cNvPr>
                <p:cNvPicPr>
                  <a:picLocks noChangeAspect="1"/>
                </p:cNvPicPr>
                <p:nvPr/>
              </p:nvPicPr>
              <p:blipFill>
                <a:blip r:embed="rId3"/>
                <a:stretch>
                  <a:fillRect/>
                </a:stretch>
              </p:blipFill>
              <p:spPr>
                <a:xfrm>
                  <a:off x="3277404" y="1813553"/>
                  <a:ext cx="4310975" cy="2873984"/>
                </a:xfrm>
                <a:prstGeom prst="rect">
                  <a:avLst/>
                </a:prstGeom>
              </p:spPr>
            </p:pic>
            <p:grpSp>
              <p:nvGrpSpPr>
                <p:cNvPr id="94" name="グループ化 93">
                  <a:extLst>
                    <a:ext uri="{FF2B5EF4-FFF2-40B4-BE49-F238E27FC236}">
                      <a16:creationId xmlns:a16="http://schemas.microsoft.com/office/drawing/2014/main" id="{822140E8-FF7B-318B-2049-A774CFDFEBBF}"/>
                    </a:ext>
                  </a:extLst>
                </p:cNvPr>
                <p:cNvGrpSpPr/>
                <p:nvPr/>
              </p:nvGrpSpPr>
              <p:grpSpPr>
                <a:xfrm>
                  <a:off x="3412917" y="1979898"/>
                  <a:ext cx="4070687" cy="638614"/>
                  <a:chOff x="3412917" y="1979898"/>
                  <a:chExt cx="4070687" cy="638614"/>
                </a:xfrm>
              </p:grpSpPr>
              <p:pic>
                <p:nvPicPr>
                  <p:cNvPr id="147" name="図 146">
                    <a:extLst>
                      <a:ext uri="{FF2B5EF4-FFF2-40B4-BE49-F238E27FC236}">
                        <a16:creationId xmlns:a16="http://schemas.microsoft.com/office/drawing/2014/main" id="{D0778FFB-E6AA-BB66-CF87-63B908BADD6F}"/>
                      </a:ext>
                    </a:extLst>
                  </p:cNvPr>
                  <p:cNvPicPr>
                    <a:picLocks noChangeAspect="1"/>
                  </p:cNvPicPr>
                  <p:nvPr/>
                </p:nvPicPr>
                <p:blipFill>
                  <a:blip r:embed="rId4"/>
                  <a:stretch>
                    <a:fillRect/>
                  </a:stretch>
                </p:blipFill>
                <p:spPr>
                  <a:xfrm rot="10800000">
                    <a:off x="3412917" y="1979901"/>
                    <a:ext cx="529135" cy="638611"/>
                  </a:xfrm>
                  <a:prstGeom prst="rect">
                    <a:avLst/>
                  </a:prstGeom>
                </p:spPr>
              </p:pic>
              <p:pic>
                <p:nvPicPr>
                  <p:cNvPr id="149" name="図 148">
                    <a:extLst>
                      <a:ext uri="{FF2B5EF4-FFF2-40B4-BE49-F238E27FC236}">
                        <a16:creationId xmlns:a16="http://schemas.microsoft.com/office/drawing/2014/main" id="{7B7B5BA4-8B47-2B35-ED89-FBC97C065CE3}"/>
                      </a:ext>
                    </a:extLst>
                  </p:cNvPr>
                  <p:cNvPicPr>
                    <a:picLocks noChangeAspect="1"/>
                  </p:cNvPicPr>
                  <p:nvPr/>
                </p:nvPicPr>
                <p:blipFill>
                  <a:blip r:embed="rId4"/>
                  <a:stretch>
                    <a:fillRect/>
                  </a:stretch>
                </p:blipFill>
                <p:spPr>
                  <a:xfrm rot="10800000">
                    <a:off x="4119940" y="1979899"/>
                    <a:ext cx="529135" cy="638611"/>
                  </a:xfrm>
                  <a:prstGeom prst="rect">
                    <a:avLst/>
                  </a:prstGeom>
                </p:spPr>
              </p:pic>
              <p:pic>
                <p:nvPicPr>
                  <p:cNvPr id="151" name="図 150">
                    <a:extLst>
                      <a:ext uri="{FF2B5EF4-FFF2-40B4-BE49-F238E27FC236}">
                        <a16:creationId xmlns:a16="http://schemas.microsoft.com/office/drawing/2014/main" id="{061E0F95-AF4C-4722-E717-42FD18DFB77B}"/>
                      </a:ext>
                    </a:extLst>
                  </p:cNvPr>
                  <p:cNvPicPr>
                    <a:picLocks noChangeAspect="1"/>
                  </p:cNvPicPr>
                  <p:nvPr/>
                </p:nvPicPr>
                <p:blipFill>
                  <a:blip r:embed="rId4"/>
                  <a:stretch>
                    <a:fillRect/>
                  </a:stretch>
                </p:blipFill>
                <p:spPr>
                  <a:xfrm rot="10800000">
                    <a:off x="4826963" y="1979900"/>
                    <a:ext cx="529135" cy="638611"/>
                  </a:xfrm>
                  <a:prstGeom prst="rect">
                    <a:avLst/>
                  </a:prstGeom>
                </p:spPr>
              </p:pic>
              <p:pic>
                <p:nvPicPr>
                  <p:cNvPr id="152" name="図 151">
                    <a:extLst>
                      <a:ext uri="{FF2B5EF4-FFF2-40B4-BE49-F238E27FC236}">
                        <a16:creationId xmlns:a16="http://schemas.microsoft.com/office/drawing/2014/main" id="{3E7249C5-A7A1-2B3D-5AC9-8CA04AC34EAD}"/>
                      </a:ext>
                    </a:extLst>
                  </p:cNvPr>
                  <p:cNvPicPr>
                    <a:picLocks noChangeAspect="1"/>
                  </p:cNvPicPr>
                  <p:nvPr/>
                </p:nvPicPr>
                <p:blipFill>
                  <a:blip r:embed="rId4"/>
                  <a:stretch>
                    <a:fillRect/>
                  </a:stretch>
                </p:blipFill>
                <p:spPr>
                  <a:xfrm rot="10800000">
                    <a:off x="5540423" y="1979901"/>
                    <a:ext cx="529135" cy="638611"/>
                  </a:xfrm>
                  <a:prstGeom prst="rect">
                    <a:avLst/>
                  </a:prstGeom>
                </p:spPr>
              </p:pic>
              <p:pic>
                <p:nvPicPr>
                  <p:cNvPr id="153" name="図 152">
                    <a:extLst>
                      <a:ext uri="{FF2B5EF4-FFF2-40B4-BE49-F238E27FC236}">
                        <a16:creationId xmlns:a16="http://schemas.microsoft.com/office/drawing/2014/main" id="{A1DB066A-A4E3-B1ED-4DC2-08586B6E78A3}"/>
                      </a:ext>
                    </a:extLst>
                  </p:cNvPr>
                  <p:cNvPicPr>
                    <a:picLocks noChangeAspect="1"/>
                  </p:cNvPicPr>
                  <p:nvPr/>
                </p:nvPicPr>
                <p:blipFill>
                  <a:blip r:embed="rId4"/>
                  <a:stretch>
                    <a:fillRect/>
                  </a:stretch>
                </p:blipFill>
                <p:spPr>
                  <a:xfrm rot="10800000">
                    <a:off x="6241009" y="1979901"/>
                    <a:ext cx="529135" cy="638611"/>
                  </a:xfrm>
                  <a:prstGeom prst="rect">
                    <a:avLst/>
                  </a:prstGeom>
                </p:spPr>
              </p:pic>
              <p:pic>
                <p:nvPicPr>
                  <p:cNvPr id="154" name="図 153">
                    <a:extLst>
                      <a:ext uri="{FF2B5EF4-FFF2-40B4-BE49-F238E27FC236}">
                        <a16:creationId xmlns:a16="http://schemas.microsoft.com/office/drawing/2014/main" id="{84A7815E-CAAE-F106-4E89-BB3B1185B594}"/>
                      </a:ext>
                    </a:extLst>
                  </p:cNvPr>
                  <p:cNvPicPr>
                    <a:picLocks noChangeAspect="1"/>
                  </p:cNvPicPr>
                  <p:nvPr/>
                </p:nvPicPr>
                <p:blipFill>
                  <a:blip r:embed="rId4"/>
                  <a:stretch>
                    <a:fillRect/>
                  </a:stretch>
                </p:blipFill>
                <p:spPr>
                  <a:xfrm rot="10800000">
                    <a:off x="6954469" y="1979898"/>
                    <a:ext cx="529135" cy="638611"/>
                  </a:xfrm>
                  <a:prstGeom prst="rect">
                    <a:avLst/>
                  </a:prstGeom>
                </p:spPr>
              </p:pic>
            </p:grpSp>
            <p:grpSp>
              <p:nvGrpSpPr>
                <p:cNvPr id="131" name="グループ化 130">
                  <a:extLst>
                    <a:ext uri="{FF2B5EF4-FFF2-40B4-BE49-F238E27FC236}">
                      <a16:creationId xmlns:a16="http://schemas.microsoft.com/office/drawing/2014/main" id="{4AF24386-BF96-E4F7-2A98-1B9C9BE6380B}"/>
                    </a:ext>
                  </a:extLst>
                </p:cNvPr>
                <p:cNvGrpSpPr/>
                <p:nvPr/>
              </p:nvGrpSpPr>
              <p:grpSpPr>
                <a:xfrm rot="10800000">
                  <a:off x="3402894" y="3920181"/>
                  <a:ext cx="4070687" cy="638614"/>
                  <a:chOff x="3412917" y="1979898"/>
                  <a:chExt cx="4070687" cy="638614"/>
                </a:xfrm>
              </p:grpSpPr>
              <p:pic>
                <p:nvPicPr>
                  <p:cNvPr id="136" name="図 135">
                    <a:extLst>
                      <a:ext uri="{FF2B5EF4-FFF2-40B4-BE49-F238E27FC236}">
                        <a16:creationId xmlns:a16="http://schemas.microsoft.com/office/drawing/2014/main" id="{D46699F8-EC5C-3432-EE34-83F39A213F41}"/>
                      </a:ext>
                    </a:extLst>
                  </p:cNvPr>
                  <p:cNvPicPr>
                    <a:picLocks noChangeAspect="1"/>
                  </p:cNvPicPr>
                  <p:nvPr/>
                </p:nvPicPr>
                <p:blipFill>
                  <a:blip r:embed="rId4"/>
                  <a:stretch>
                    <a:fillRect/>
                  </a:stretch>
                </p:blipFill>
                <p:spPr>
                  <a:xfrm rot="10800000">
                    <a:off x="3412917" y="1979901"/>
                    <a:ext cx="529135" cy="638611"/>
                  </a:xfrm>
                  <a:prstGeom prst="rect">
                    <a:avLst/>
                  </a:prstGeom>
                </p:spPr>
              </p:pic>
              <p:pic>
                <p:nvPicPr>
                  <p:cNvPr id="138" name="図 137">
                    <a:extLst>
                      <a:ext uri="{FF2B5EF4-FFF2-40B4-BE49-F238E27FC236}">
                        <a16:creationId xmlns:a16="http://schemas.microsoft.com/office/drawing/2014/main" id="{84222199-42A7-67E2-5387-99B497425A3F}"/>
                      </a:ext>
                    </a:extLst>
                  </p:cNvPr>
                  <p:cNvPicPr>
                    <a:picLocks noChangeAspect="1"/>
                  </p:cNvPicPr>
                  <p:nvPr/>
                </p:nvPicPr>
                <p:blipFill>
                  <a:blip r:embed="rId4"/>
                  <a:stretch>
                    <a:fillRect/>
                  </a:stretch>
                </p:blipFill>
                <p:spPr>
                  <a:xfrm rot="10800000">
                    <a:off x="4119940" y="1979899"/>
                    <a:ext cx="529135" cy="638611"/>
                  </a:xfrm>
                  <a:prstGeom prst="rect">
                    <a:avLst/>
                  </a:prstGeom>
                </p:spPr>
              </p:pic>
              <p:pic>
                <p:nvPicPr>
                  <p:cNvPr id="139" name="図 138">
                    <a:extLst>
                      <a:ext uri="{FF2B5EF4-FFF2-40B4-BE49-F238E27FC236}">
                        <a16:creationId xmlns:a16="http://schemas.microsoft.com/office/drawing/2014/main" id="{42BACB98-5CBC-C7AD-FAAD-919CFC053820}"/>
                      </a:ext>
                    </a:extLst>
                  </p:cNvPr>
                  <p:cNvPicPr>
                    <a:picLocks noChangeAspect="1"/>
                  </p:cNvPicPr>
                  <p:nvPr/>
                </p:nvPicPr>
                <p:blipFill>
                  <a:blip r:embed="rId4"/>
                  <a:stretch>
                    <a:fillRect/>
                  </a:stretch>
                </p:blipFill>
                <p:spPr>
                  <a:xfrm rot="10800000">
                    <a:off x="4826963" y="1979900"/>
                    <a:ext cx="529135" cy="638611"/>
                  </a:xfrm>
                  <a:prstGeom prst="rect">
                    <a:avLst/>
                  </a:prstGeom>
                </p:spPr>
              </p:pic>
              <p:pic>
                <p:nvPicPr>
                  <p:cNvPr id="141" name="図 140">
                    <a:extLst>
                      <a:ext uri="{FF2B5EF4-FFF2-40B4-BE49-F238E27FC236}">
                        <a16:creationId xmlns:a16="http://schemas.microsoft.com/office/drawing/2014/main" id="{926C9363-870D-8647-7AFA-553665CC1A83}"/>
                      </a:ext>
                    </a:extLst>
                  </p:cNvPr>
                  <p:cNvPicPr>
                    <a:picLocks noChangeAspect="1"/>
                  </p:cNvPicPr>
                  <p:nvPr/>
                </p:nvPicPr>
                <p:blipFill>
                  <a:blip r:embed="rId4"/>
                  <a:stretch>
                    <a:fillRect/>
                  </a:stretch>
                </p:blipFill>
                <p:spPr>
                  <a:xfrm rot="10800000">
                    <a:off x="5540423" y="1979901"/>
                    <a:ext cx="529135" cy="638611"/>
                  </a:xfrm>
                  <a:prstGeom prst="rect">
                    <a:avLst/>
                  </a:prstGeom>
                </p:spPr>
              </p:pic>
              <p:pic>
                <p:nvPicPr>
                  <p:cNvPr id="143" name="図 142">
                    <a:extLst>
                      <a:ext uri="{FF2B5EF4-FFF2-40B4-BE49-F238E27FC236}">
                        <a16:creationId xmlns:a16="http://schemas.microsoft.com/office/drawing/2014/main" id="{218E0C95-4EA6-80C0-1B42-1038ED3DB380}"/>
                      </a:ext>
                    </a:extLst>
                  </p:cNvPr>
                  <p:cNvPicPr>
                    <a:picLocks noChangeAspect="1"/>
                  </p:cNvPicPr>
                  <p:nvPr/>
                </p:nvPicPr>
                <p:blipFill>
                  <a:blip r:embed="rId4"/>
                  <a:stretch>
                    <a:fillRect/>
                  </a:stretch>
                </p:blipFill>
                <p:spPr>
                  <a:xfrm rot="10800000">
                    <a:off x="6241009" y="1979901"/>
                    <a:ext cx="529135" cy="638611"/>
                  </a:xfrm>
                  <a:prstGeom prst="rect">
                    <a:avLst/>
                  </a:prstGeom>
                </p:spPr>
              </p:pic>
              <p:pic>
                <p:nvPicPr>
                  <p:cNvPr id="145" name="図 144">
                    <a:extLst>
                      <a:ext uri="{FF2B5EF4-FFF2-40B4-BE49-F238E27FC236}">
                        <a16:creationId xmlns:a16="http://schemas.microsoft.com/office/drawing/2014/main" id="{D9A89C58-78B8-5AB7-65FD-D9EC40C3552C}"/>
                      </a:ext>
                    </a:extLst>
                  </p:cNvPr>
                  <p:cNvPicPr>
                    <a:picLocks noChangeAspect="1"/>
                  </p:cNvPicPr>
                  <p:nvPr/>
                </p:nvPicPr>
                <p:blipFill>
                  <a:blip r:embed="rId4"/>
                  <a:stretch>
                    <a:fillRect/>
                  </a:stretch>
                </p:blipFill>
                <p:spPr>
                  <a:xfrm rot="10800000">
                    <a:off x="6954469" y="1979898"/>
                    <a:ext cx="529135" cy="638611"/>
                  </a:xfrm>
                  <a:prstGeom prst="rect">
                    <a:avLst/>
                  </a:prstGeom>
                </p:spPr>
              </p:pic>
            </p:grpSp>
          </p:grpSp>
          <p:grpSp>
            <p:nvGrpSpPr>
              <p:cNvPr id="52" name="グループ化 51">
                <a:extLst>
                  <a:ext uri="{FF2B5EF4-FFF2-40B4-BE49-F238E27FC236}">
                    <a16:creationId xmlns:a16="http://schemas.microsoft.com/office/drawing/2014/main" id="{77601D56-34B2-0777-6523-ADE017DD2BDC}"/>
                  </a:ext>
                </a:extLst>
              </p:cNvPr>
              <p:cNvGrpSpPr/>
              <p:nvPr/>
            </p:nvGrpSpPr>
            <p:grpSpPr>
              <a:xfrm>
                <a:off x="3845486" y="4611124"/>
                <a:ext cx="3174810" cy="638616"/>
                <a:chOff x="4298771" y="4725137"/>
                <a:chExt cx="3174810" cy="638616"/>
              </a:xfrm>
            </p:grpSpPr>
            <p:pic>
              <p:nvPicPr>
                <p:cNvPr id="60" name="図 59">
                  <a:extLst>
                    <a:ext uri="{FF2B5EF4-FFF2-40B4-BE49-F238E27FC236}">
                      <a16:creationId xmlns:a16="http://schemas.microsoft.com/office/drawing/2014/main" id="{593C63B2-F9A0-856F-609E-5603ECCCBD79}"/>
                    </a:ext>
                  </a:extLst>
                </p:cNvPr>
                <p:cNvPicPr>
                  <a:picLocks noChangeAspect="1"/>
                </p:cNvPicPr>
                <p:nvPr/>
              </p:nvPicPr>
              <p:blipFill>
                <a:blip r:embed="rId4"/>
                <a:stretch>
                  <a:fillRect/>
                </a:stretch>
              </p:blipFill>
              <p:spPr>
                <a:xfrm>
                  <a:off x="4298771" y="4725142"/>
                  <a:ext cx="529135" cy="638611"/>
                </a:xfrm>
                <a:prstGeom prst="rect">
                  <a:avLst/>
                </a:prstGeom>
              </p:spPr>
            </p:pic>
            <p:pic>
              <p:nvPicPr>
                <p:cNvPr id="61" name="図 60">
                  <a:extLst>
                    <a:ext uri="{FF2B5EF4-FFF2-40B4-BE49-F238E27FC236}">
                      <a16:creationId xmlns:a16="http://schemas.microsoft.com/office/drawing/2014/main" id="{B8AA31A5-BFE5-9CCA-029A-B232140D18D8}"/>
                    </a:ext>
                  </a:extLst>
                </p:cNvPr>
                <p:cNvPicPr>
                  <a:picLocks noChangeAspect="1"/>
                </p:cNvPicPr>
                <p:nvPr/>
              </p:nvPicPr>
              <p:blipFill>
                <a:blip r:embed="rId4"/>
                <a:stretch>
                  <a:fillRect/>
                </a:stretch>
              </p:blipFill>
              <p:spPr>
                <a:xfrm>
                  <a:off x="4827906" y="4725141"/>
                  <a:ext cx="529135" cy="638611"/>
                </a:xfrm>
                <a:prstGeom prst="rect">
                  <a:avLst/>
                </a:prstGeom>
              </p:spPr>
            </p:pic>
            <p:pic>
              <p:nvPicPr>
                <p:cNvPr id="70" name="図 69">
                  <a:extLst>
                    <a:ext uri="{FF2B5EF4-FFF2-40B4-BE49-F238E27FC236}">
                      <a16:creationId xmlns:a16="http://schemas.microsoft.com/office/drawing/2014/main" id="{57B67180-98FD-A552-E973-F43608357CE0}"/>
                    </a:ext>
                  </a:extLst>
                </p:cNvPr>
                <p:cNvPicPr>
                  <a:picLocks noChangeAspect="1"/>
                </p:cNvPicPr>
                <p:nvPr/>
              </p:nvPicPr>
              <p:blipFill>
                <a:blip r:embed="rId4"/>
                <a:stretch>
                  <a:fillRect/>
                </a:stretch>
              </p:blipFill>
              <p:spPr>
                <a:xfrm>
                  <a:off x="5357041" y="4725140"/>
                  <a:ext cx="529135" cy="638611"/>
                </a:xfrm>
                <a:prstGeom prst="rect">
                  <a:avLst/>
                </a:prstGeom>
              </p:spPr>
            </p:pic>
            <p:pic>
              <p:nvPicPr>
                <p:cNvPr id="79" name="図 78">
                  <a:extLst>
                    <a:ext uri="{FF2B5EF4-FFF2-40B4-BE49-F238E27FC236}">
                      <a16:creationId xmlns:a16="http://schemas.microsoft.com/office/drawing/2014/main" id="{E7F500ED-5837-25F3-4684-C4E6177809E8}"/>
                    </a:ext>
                  </a:extLst>
                </p:cNvPr>
                <p:cNvPicPr>
                  <a:picLocks noChangeAspect="1"/>
                </p:cNvPicPr>
                <p:nvPr/>
              </p:nvPicPr>
              <p:blipFill>
                <a:blip r:embed="rId4"/>
                <a:stretch>
                  <a:fillRect/>
                </a:stretch>
              </p:blipFill>
              <p:spPr>
                <a:xfrm>
                  <a:off x="5886176" y="4725139"/>
                  <a:ext cx="529135" cy="638611"/>
                </a:xfrm>
                <a:prstGeom prst="rect">
                  <a:avLst/>
                </a:prstGeom>
              </p:spPr>
            </p:pic>
            <p:pic>
              <p:nvPicPr>
                <p:cNvPr id="89" name="図 88">
                  <a:extLst>
                    <a:ext uri="{FF2B5EF4-FFF2-40B4-BE49-F238E27FC236}">
                      <a16:creationId xmlns:a16="http://schemas.microsoft.com/office/drawing/2014/main" id="{50BB59E6-BE36-C26F-5FDD-B3BFC5093814}"/>
                    </a:ext>
                  </a:extLst>
                </p:cNvPr>
                <p:cNvPicPr>
                  <a:picLocks noChangeAspect="1"/>
                </p:cNvPicPr>
                <p:nvPr/>
              </p:nvPicPr>
              <p:blipFill>
                <a:blip r:embed="rId4"/>
                <a:stretch>
                  <a:fillRect/>
                </a:stretch>
              </p:blipFill>
              <p:spPr>
                <a:xfrm>
                  <a:off x="6944446" y="4725137"/>
                  <a:ext cx="529135" cy="638611"/>
                </a:xfrm>
                <a:prstGeom prst="rect">
                  <a:avLst/>
                </a:prstGeom>
              </p:spPr>
            </p:pic>
          </p:grpSp>
          <p:grpSp>
            <p:nvGrpSpPr>
              <p:cNvPr id="53" name="グループ化 52">
                <a:extLst>
                  <a:ext uri="{FF2B5EF4-FFF2-40B4-BE49-F238E27FC236}">
                    <a16:creationId xmlns:a16="http://schemas.microsoft.com/office/drawing/2014/main" id="{9846A784-E4AD-E1F3-6399-E98966E0991C}"/>
                  </a:ext>
                </a:extLst>
              </p:cNvPr>
              <p:cNvGrpSpPr/>
              <p:nvPr/>
            </p:nvGrpSpPr>
            <p:grpSpPr>
              <a:xfrm rot="10800000">
                <a:off x="3812679" y="1280908"/>
                <a:ext cx="2645675" cy="638615"/>
                <a:chOff x="4827906" y="4725137"/>
                <a:chExt cx="2645675" cy="638615"/>
              </a:xfrm>
            </p:grpSpPr>
            <p:pic>
              <p:nvPicPr>
                <p:cNvPr id="55" name="図 54">
                  <a:extLst>
                    <a:ext uri="{FF2B5EF4-FFF2-40B4-BE49-F238E27FC236}">
                      <a16:creationId xmlns:a16="http://schemas.microsoft.com/office/drawing/2014/main" id="{55337962-8577-6059-CB91-B3AAAF7A0090}"/>
                    </a:ext>
                  </a:extLst>
                </p:cNvPr>
                <p:cNvPicPr>
                  <a:picLocks noChangeAspect="1"/>
                </p:cNvPicPr>
                <p:nvPr/>
              </p:nvPicPr>
              <p:blipFill>
                <a:blip r:embed="rId4"/>
                <a:stretch>
                  <a:fillRect/>
                </a:stretch>
              </p:blipFill>
              <p:spPr>
                <a:xfrm>
                  <a:off x="4827906" y="4725141"/>
                  <a:ext cx="529135" cy="638611"/>
                </a:xfrm>
                <a:prstGeom prst="rect">
                  <a:avLst/>
                </a:prstGeom>
              </p:spPr>
            </p:pic>
            <p:pic>
              <p:nvPicPr>
                <p:cNvPr id="56" name="図 55">
                  <a:extLst>
                    <a:ext uri="{FF2B5EF4-FFF2-40B4-BE49-F238E27FC236}">
                      <a16:creationId xmlns:a16="http://schemas.microsoft.com/office/drawing/2014/main" id="{214722AE-16EE-23ED-8FC4-78206C7304E5}"/>
                    </a:ext>
                  </a:extLst>
                </p:cNvPr>
                <p:cNvPicPr>
                  <a:picLocks noChangeAspect="1"/>
                </p:cNvPicPr>
                <p:nvPr/>
              </p:nvPicPr>
              <p:blipFill>
                <a:blip r:embed="rId4"/>
                <a:stretch>
                  <a:fillRect/>
                </a:stretch>
              </p:blipFill>
              <p:spPr>
                <a:xfrm>
                  <a:off x="5357041" y="4725140"/>
                  <a:ext cx="529135" cy="638611"/>
                </a:xfrm>
                <a:prstGeom prst="rect">
                  <a:avLst/>
                </a:prstGeom>
              </p:spPr>
            </p:pic>
            <p:pic>
              <p:nvPicPr>
                <p:cNvPr id="57" name="図 56">
                  <a:extLst>
                    <a:ext uri="{FF2B5EF4-FFF2-40B4-BE49-F238E27FC236}">
                      <a16:creationId xmlns:a16="http://schemas.microsoft.com/office/drawing/2014/main" id="{15A7F19D-1DA0-462E-AAC5-EF523ACF3B9A}"/>
                    </a:ext>
                  </a:extLst>
                </p:cNvPr>
                <p:cNvPicPr>
                  <a:picLocks noChangeAspect="1"/>
                </p:cNvPicPr>
                <p:nvPr/>
              </p:nvPicPr>
              <p:blipFill>
                <a:blip r:embed="rId4"/>
                <a:stretch>
                  <a:fillRect/>
                </a:stretch>
              </p:blipFill>
              <p:spPr>
                <a:xfrm>
                  <a:off x="5886176" y="4725139"/>
                  <a:ext cx="529135" cy="638611"/>
                </a:xfrm>
                <a:prstGeom prst="rect">
                  <a:avLst/>
                </a:prstGeom>
              </p:spPr>
            </p:pic>
            <p:pic>
              <p:nvPicPr>
                <p:cNvPr id="58" name="図 57">
                  <a:extLst>
                    <a:ext uri="{FF2B5EF4-FFF2-40B4-BE49-F238E27FC236}">
                      <a16:creationId xmlns:a16="http://schemas.microsoft.com/office/drawing/2014/main" id="{76A23284-7D75-E28B-5255-E6920D6C495B}"/>
                    </a:ext>
                  </a:extLst>
                </p:cNvPr>
                <p:cNvPicPr>
                  <a:picLocks noChangeAspect="1"/>
                </p:cNvPicPr>
                <p:nvPr/>
              </p:nvPicPr>
              <p:blipFill>
                <a:blip r:embed="rId4"/>
                <a:stretch>
                  <a:fillRect/>
                </a:stretch>
              </p:blipFill>
              <p:spPr>
                <a:xfrm>
                  <a:off x="6415311" y="4725138"/>
                  <a:ext cx="529135" cy="638611"/>
                </a:xfrm>
                <a:prstGeom prst="rect">
                  <a:avLst/>
                </a:prstGeom>
              </p:spPr>
            </p:pic>
            <p:pic>
              <p:nvPicPr>
                <p:cNvPr id="59" name="図 58">
                  <a:extLst>
                    <a:ext uri="{FF2B5EF4-FFF2-40B4-BE49-F238E27FC236}">
                      <a16:creationId xmlns:a16="http://schemas.microsoft.com/office/drawing/2014/main" id="{01DD10E4-86B3-9950-075A-413485EA9AFE}"/>
                    </a:ext>
                  </a:extLst>
                </p:cNvPr>
                <p:cNvPicPr>
                  <a:picLocks noChangeAspect="1"/>
                </p:cNvPicPr>
                <p:nvPr/>
              </p:nvPicPr>
              <p:blipFill>
                <a:blip r:embed="rId4"/>
                <a:stretch>
                  <a:fillRect/>
                </a:stretch>
              </p:blipFill>
              <p:spPr>
                <a:xfrm>
                  <a:off x="6944446" y="4725137"/>
                  <a:ext cx="529135" cy="638611"/>
                </a:xfrm>
                <a:prstGeom prst="rect">
                  <a:avLst/>
                </a:prstGeom>
              </p:spPr>
            </p:pic>
          </p:grpSp>
        </p:grpSp>
        <p:sp>
          <p:nvSpPr>
            <p:cNvPr id="49" name="Text 3">
              <a:extLst>
                <a:ext uri="{FF2B5EF4-FFF2-40B4-BE49-F238E27FC236}">
                  <a16:creationId xmlns:a16="http://schemas.microsoft.com/office/drawing/2014/main" id="{61E1D2C6-C5FA-ADEB-D5D0-124161D60636}"/>
                </a:ext>
              </a:extLst>
            </p:cNvPr>
            <p:cNvSpPr/>
            <p:nvPr/>
          </p:nvSpPr>
          <p:spPr>
            <a:xfrm>
              <a:off x="1204143" y="1729431"/>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sp>
          <p:nvSpPr>
            <p:cNvPr id="50" name="Text 8">
              <a:extLst>
                <a:ext uri="{FF2B5EF4-FFF2-40B4-BE49-F238E27FC236}">
                  <a16:creationId xmlns:a16="http://schemas.microsoft.com/office/drawing/2014/main" id="{7DA01360-882A-90F3-407F-7AEE7BEFA274}"/>
                </a:ext>
              </a:extLst>
            </p:cNvPr>
            <p:cNvSpPr/>
            <p:nvPr/>
          </p:nvSpPr>
          <p:spPr>
            <a:xfrm>
              <a:off x="1147570" y="5141254"/>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Bの手札</a:t>
              </a:r>
              <a:endParaRPr lang="en-US" sz="1300" dirty="0"/>
            </a:p>
          </p:txBody>
        </p:sp>
      </p:grpSp>
      <p:pic>
        <p:nvPicPr>
          <p:cNvPr id="40" name="図 39">
            <a:extLst>
              <a:ext uri="{FF2B5EF4-FFF2-40B4-BE49-F238E27FC236}">
                <a16:creationId xmlns:a16="http://schemas.microsoft.com/office/drawing/2014/main" id="{D355DF90-6628-8DCF-7B6A-396AD62A7494}"/>
              </a:ext>
            </a:extLst>
          </p:cNvPr>
          <p:cNvPicPr>
            <a:picLocks noChangeAspect="1"/>
          </p:cNvPicPr>
          <p:nvPr/>
        </p:nvPicPr>
        <p:blipFill>
          <a:blip r:embed="rId5"/>
          <a:stretch>
            <a:fillRect/>
          </a:stretch>
        </p:blipFill>
        <p:spPr>
          <a:xfrm rot="10800000">
            <a:off x="8911888" y="2895970"/>
            <a:ext cx="533266" cy="643597"/>
          </a:xfrm>
          <a:prstGeom prst="rect">
            <a:avLst/>
          </a:prstGeom>
        </p:spPr>
      </p:pic>
      <p:pic>
        <p:nvPicPr>
          <p:cNvPr id="44" name="図 43">
            <a:extLst>
              <a:ext uri="{FF2B5EF4-FFF2-40B4-BE49-F238E27FC236}">
                <a16:creationId xmlns:a16="http://schemas.microsoft.com/office/drawing/2014/main" id="{62572A09-0288-C170-ECC4-811165344BDF}"/>
              </a:ext>
            </a:extLst>
          </p:cNvPr>
          <p:cNvPicPr>
            <a:picLocks noChangeAspect="1"/>
          </p:cNvPicPr>
          <p:nvPr/>
        </p:nvPicPr>
        <p:blipFill>
          <a:blip r:embed="rId8"/>
          <a:stretch>
            <a:fillRect/>
          </a:stretch>
        </p:blipFill>
        <p:spPr>
          <a:xfrm rot="5400000">
            <a:off x="8913156" y="3515668"/>
            <a:ext cx="527868" cy="637082"/>
          </a:xfrm>
          <a:prstGeom prst="rect">
            <a:avLst/>
          </a:prstGeom>
        </p:spPr>
      </p:pic>
      <p:pic>
        <p:nvPicPr>
          <p:cNvPr id="112" name="図 111">
            <a:extLst>
              <a:ext uri="{FF2B5EF4-FFF2-40B4-BE49-F238E27FC236}">
                <a16:creationId xmlns:a16="http://schemas.microsoft.com/office/drawing/2014/main" id="{F52ADB1D-E20B-4027-DFBC-ABDB550F50AE}"/>
              </a:ext>
            </a:extLst>
          </p:cNvPr>
          <p:cNvPicPr>
            <a:picLocks noChangeAspect="1"/>
          </p:cNvPicPr>
          <p:nvPr/>
        </p:nvPicPr>
        <p:blipFill>
          <a:blip r:embed="rId6">
            <a:alphaModFix/>
          </a:blip>
          <a:stretch>
            <a:fillRect/>
          </a:stretch>
        </p:blipFill>
        <p:spPr>
          <a:xfrm rot="10800000">
            <a:off x="7421050" y="3071324"/>
            <a:ext cx="525505" cy="634230"/>
          </a:xfrm>
          <a:prstGeom prst="rect">
            <a:avLst/>
          </a:prstGeom>
        </p:spPr>
      </p:pic>
      <p:pic>
        <p:nvPicPr>
          <p:cNvPr id="114" name="図 113">
            <a:extLst>
              <a:ext uri="{FF2B5EF4-FFF2-40B4-BE49-F238E27FC236}">
                <a16:creationId xmlns:a16="http://schemas.microsoft.com/office/drawing/2014/main" id="{FEF6614A-E245-7F0E-E1B3-D2D2FF00E4A6}"/>
              </a:ext>
            </a:extLst>
          </p:cNvPr>
          <p:cNvPicPr>
            <a:picLocks noChangeAspect="1"/>
          </p:cNvPicPr>
          <p:nvPr/>
        </p:nvPicPr>
        <p:blipFill>
          <a:blip r:embed="rId7">
            <a:alphaModFix/>
          </a:blip>
          <a:stretch>
            <a:fillRect/>
          </a:stretch>
        </p:blipFill>
        <p:spPr>
          <a:xfrm>
            <a:off x="10407625" y="3230841"/>
            <a:ext cx="529135" cy="638613"/>
          </a:xfrm>
          <a:prstGeom prst="rect">
            <a:avLst/>
          </a:prstGeom>
        </p:spPr>
      </p:pic>
    </p:spTree>
    <p:extLst>
      <p:ext uri="{BB962C8B-B14F-4D97-AF65-F5344CB8AC3E}">
        <p14:creationId xmlns:p14="http://schemas.microsoft.com/office/powerpoint/2010/main" val="585545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0F0F0"/>
        </a:solidFill>
        <a:effectLst/>
      </p:bgPr>
    </p:bg>
    <p:spTree>
      <p:nvGrpSpPr>
        <p:cNvPr id="1" name=""/>
        <p:cNvGrpSpPr/>
        <p:nvPr/>
      </p:nvGrpSpPr>
      <p:grpSpPr>
        <a:xfrm>
          <a:off x="0" y="0"/>
          <a:ext cx="0" cy="0"/>
          <a:chOff x="0" y="0"/>
          <a:chExt cx="0" cy="0"/>
        </a:xfrm>
      </p:grpSpPr>
      <p:sp>
        <p:nvSpPr>
          <p:cNvPr id="2" name="Text 0"/>
          <p:cNvSpPr/>
          <p:nvPr/>
        </p:nvSpPr>
        <p:spPr>
          <a:xfrm>
            <a:off x="812800" y="457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34A00"/>
                </a:solidFill>
                <a:latin typeface="Noto Sans JP" pitchFamily="34" charset="0"/>
                <a:ea typeface="Noto Sans JP" pitchFamily="34" charset="-122"/>
                <a:cs typeface="Noto Sans JP" pitchFamily="34" charset="-120"/>
              </a:rPr>
              <a:t>SAMPLE PLAY 1</a:t>
            </a:r>
            <a:endParaRPr lang="en-US" sz="1200" dirty="0"/>
          </a:p>
        </p:txBody>
      </p:sp>
      <p:sp>
        <p:nvSpPr>
          <p:cNvPr id="3" name="Text 1"/>
          <p:cNvSpPr>
            <a:spLocks noGrp="1"/>
          </p:cNvSpPr>
          <p:nvPr>
            <p:ph type="title"/>
          </p:nvPr>
        </p:nvSpPr>
        <p:spPr>
          <a:xfrm>
            <a:off x="812800" y="810220"/>
            <a:ext cx="10883392" cy="472430"/>
          </a:xfrm>
          <a:prstGeom prst="rect">
            <a:avLst/>
          </a:prstGeom>
          <a:noFill/>
          <a:ln/>
        </p:spPr>
        <p:txBody>
          <a:bodyPr wrap="square" lIns="0" tIns="0" rIns="0" bIns="0" rtlCol="0" anchor="t">
            <a:normAutofit/>
          </a:bodyPr>
          <a:lstStyle/>
          <a:p>
            <a:pPr marL="0" indent="0" algn="l">
              <a:lnSpc>
                <a:spcPts val="3520"/>
              </a:lnSpc>
              <a:buNone/>
            </a:pPr>
            <a:r>
              <a:rPr lang="ja-JP" altLang="en-US" sz="3200" b="1" i="0" dirty="0">
                <a:solidFill>
                  <a:srgbClr val="0A0028"/>
                </a:solidFill>
                <a:latin typeface="Noto Sans JP" pitchFamily="34" charset="0"/>
                <a:ea typeface="Noto Sans JP" pitchFamily="34" charset="-122"/>
                <a:cs typeface="Noto Sans JP" pitchFamily="34" charset="-120"/>
              </a:rPr>
              <a:t>例</a:t>
            </a:r>
            <a:r>
              <a:rPr lang="en-US" altLang="ja-JP" sz="3200" b="1" i="0" dirty="0">
                <a:solidFill>
                  <a:srgbClr val="0A0028"/>
                </a:solidFill>
                <a:latin typeface="Noto Sans JP" pitchFamily="34" charset="0"/>
                <a:ea typeface="Noto Sans JP" pitchFamily="34" charset="-122"/>
                <a:cs typeface="Noto Sans JP" pitchFamily="34" charset="-120"/>
              </a:rPr>
              <a:t>1</a:t>
            </a:r>
            <a:r>
              <a:rPr lang="ja-JP" altLang="en-US" sz="3200" b="1" i="0" dirty="0">
                <a:solidFill>
                  <a:srgbClr val="0A0028"/>
                </a:solidFill>
                <a:latin typeface="Noto Sans JP" pitchFamily="34" charset="0"/>
                <a:ea typeface="Noto Sans JP" pitchFamily="34" charset="-122"/>
                <a:cs typeface="Noto Sans JP" pitchFamily="34" charset="-120"/>
              </a:rPr>
              <a:t>：１ターンの流れ</a:t>
            </a:r>
            <a:endParaRPr lang="en-US" sz="3200" dirty="0"/>
          </a:p>
        </p:txBody>
      </p:sp>
      <p:sp>
        <p:nvSpPr>
          <p:cNvPr id="4" name="Text 2"/>
          <p:cNvSpPr/>
          <p:nvPr/>
        </p:nvSpPr>
        <p:spPr>
          <a:xfrm>
            <a:off x="812800" y="1396950"/>
            <a:ext cx="10883392"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0A0028"/>
                </a:solidFill>
                <a:latin typeface="Noto Sans JP" pitchFamily="34" charset="0"/>
                <a:ea typeface="Noto Sans JP" pitchFamily="34" charset="-122"/>
                <a:cs typeface="Noto Sans JP" pitchFamily="34" charset="-120"/>
              </a:rPr>
              <a:t>AもBもロングソード(ダメージ2・スピード3)。スピード+1D6で A(3+5=8) が B(3+2=5) に勝ち、Aが攻撃側になる。</a:t>
            </a:r>
            <a:endParaRPr lang="en-US" sz="1400" dirty="0"/>
          </a:p>
        </p:txBody>
      </p:sp>
      <p:grpSp>
        <p:nvGrpSpPr>
          <p:cNvPr id="23" name="グループ化 22">
            <a:extLst>
              <a:ext uri="{FF2B5EF4-FFF2-40B4-BE49-F238E27FC236}">
                <a16:creationId xmlns:a16="http://schemas.microsoft.com/office/drawing/2014/main" id="{EBBDAFC4-18B0-BA75-1481-D378DF29FCE5}"/>
              </a:ext>
            </a:extLst>
          </p:cNvPr>
          <p:cNvGrpSpPr/>
          <p:nvPr/>
        </p:nvGrpSpPr>
        <p:grpSpPr>
          <a:xfrm>
            <a:off x="812800" y="1803350"/>
            <a:ext cx="5634831" cy="307330"/>
            <a:chOff x="812800" y="1803350"/>
            <a:chExt cx="5634831" cy="307330"/>
          </a:xfrm>
        </p:grpSpPr>
        <p:sp>
          <p:nvSpPr>
            <p:cNvPr id="5" name="Text 3"/>
            <p:cNvSpPr/>
            <p:nvPr/>
          </p:nvSpPr>
          <p:spPr>
            <a:xfrm>
              <a:off x="812800" y="184145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sp>
          <p:nvSpPr>
            <p:cNvPr id="6" name="Text 4"/>
            <p:cNvSpPr/>
            <p:nvPr/>
          </p:nvSpPr>
          <p:spPr>
            <a:xfrm>
              <a:off x="1866900" y="1803350"/>
              <a:ext cx="13166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振り下ろし×2</a:t>
              </a:r>
              <a:endParaRPr lang="en-US" sz="1300" dirty="0"/>
            </a:p>
          </p:txBody>
        </p:sp>
        <p:sp>
          <p:nvSpPr>
            <p:cNvPr id="7" name="Text 5"/>
            <p:cNvSpPr/>
            <p:nvPr/>
          </p:nvSpPr>
          <p:spPr>
            <a:xfrm>
              <a:off x="3285133" y="1803350"/>
              <a:ext cx="8213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刺突×2</a:t>
              </a:r>
              <a:endParaRPr lang="en-US" sz="1300" dirty="0"/>
            </a:p>
          </p:txBody>
        </p:sp>
        <p:sp>
          <p:nvSpPr>
            <p:cNvPr id="8" name="Text 6"/>
            <p:cNvSpPr/>
            <p:nvPr/>
          </p:nvSpPr>
          <p:spPr>
            <a:xfrm>
              <a:off x="4208066" y="1803350"/>
              <a:ext cx="11515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スイング×1</a:t>
              </a:r>
              <a:endParaRPr lang="en-US" sz="1300" dirty="0"/>
            </a:p>
          </p:txBody>
        </p:sp>
        <p:sp>
          <p:nvSpPr>
            <p:cNvPr id="9" name="Text 7"/>
            <p:cNvSpPr/>
            <p:nvPr/>
          </p:nvSpPr>
          <p:spPr>
            <a:xfrm>
              <a:off x="5461198" y="1803350"/>
              <a:ext cx="986433" cy="307330"/>
            </a:xfrm>
            <a:prstGeom prst="roundRect">
              <a:avLst>
                <a:gd name="adj" fmla="val 16529"/>
              </a:avLst>
            </a:prstGeom>
            <a:solidFill>
              <a:srgbClr val="A8E89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キック×1</a:t>
              </a:r>
              <a:endParaRPr lang="en-US" sz="1300" dirty="0"/>
            </a:p>
          </p:txBody>
        </p:sp>
      </p:grpSp>
      <p:grpSp>
        <p:nvGrpSpPr>
          <p:cNvPr id="24" name="グループ化 23">
            <a:extLst>
              <a:ext uri="{FF2B5EF4-FFF2-40B4-BE49-F238E27FC236}">
                <a16:creationId xmlns:a16="http://schemas.microsoft.com/office/drawing/2014/main" id="{278BFEF5-6CB5-62A0-D1FA-A761C6E59063}"/>
              </a:ext>
            </a:extLst>
          </p:cNvPr>
          <p:cNvGrpSpPr/>
          <p:nvPr/>
        </p:nvGrpSpPr>
        <p:grpSpPr>
          <a:xfrm>
            <a:off x="812800" y="3121670"/>
            <a:ext cx="5634831" cy="307330"/>
            <a:chOff x="812800" y="2250380"/>
            <a:chExt cx="5634831" cy="307330"/>
          </a:xfrm>
        </p:grpSpPr>
        <p:sp>
          <p:nvSpPr>
            <p:cNvPr id="10" name="Text 8"/>
            <p:cNvSpPr/>
            <p:nvPr/>
          </p:nvSpPr>
          <p:spPr>
            <a:xfrm>
              <a:off x="812800" y="228848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Bの手札</a:t>
              </a:r>
              <a:endParaRPr lang="en-US" sz="1300" dirty="0"/>
            </a:p>
          </p:txBody>
        </p:sp>
        <p:sp>
          <p:nvSpPr>
            <p:cNvPr id="11" name="Text 9"/>
            <p:cNvSpPr/>
            <p:nvPr/>
          </p:nvSpPr>
          <p:spPr>
            <a:xfrm>
              <a:off x="1866900" y="2250380"/>
              <a:ext cx="11515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スイング×2</a:t>
              </a:r>
              <a:endParaRPr lang="en-US" sz="1300" dirty="0"/>
            </a:p>
          </p:txBody>
        </p:sp>
        <p:sp>
          <p:nvSpPr>
            <p:cNvPr id="12" name="Text 10"/>
            <p:cNvSpPr/>
            <p:nvPr/>
          </p:nvSpPr>
          <p:spPr>
            <a:xfrm>
              <a:off x="3120033" y="2250380"/>
              <a:ext cx="8213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刺突×2</a:t>
              </a:r>
              <a:endParaRPr lang="en-US" sz="1300" dirty="0"/>
            </a:p>
          </p:txBody>
        </p:sp>
        <p:sp>
          <p:nvSpPr>
            <p:cNvPr id="13" name="Text 11"/>
            <p:cNvSpPr/>
            <p:nvPr/>
          </p:nvSpPr>
          <p:spPr>
            <a:xfrm>
              <a:off x="4042966" y="2250380"/>
              <a:ext cx="13166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振り下ろし×1</a:t>
              </a:r>
              <a:endParaRPr lang="en-US" sz="1300" dirty="0"/>
            </a:p>
          </p:txBody>
        </p:sp>
        <p:sp>
          <p:nvSpPr>
            <p:cNvPr id="14" name="Text 12"/>
            <p:cNvSpPr/>
            <p:nvPr/>
          </p:nvSpPr>
          <p:spPr>
            <a:xfrm>
              <a:off x="5461198" y="2250380"/>
              <a:ext cx="986433" cy="307330"/>
            </a:xfrm>
            <a:prstGeom prst="roundRect">
              <a:avLst>
                <a:gd name="adj" fmla="val 16529"/>
              </a:avLst>
            </a:prstGeom>
            <a:solidFill>
              <a:srgbClr val="A8E89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キック×1</a:t>
              </a:r>
              <a:endParaRPr lang="en-US" sz="1300" dirty="0"/>
            </a:p>
          </p:txBody>
        </p:sp>
      </p:grpSp>
      <p:pic>
        <p:nvPicPr>
          <p:cNvPr id="28" name="図 27">
            <a:extLst>
              <a:ext uri="{FF2B5EF4-FFF2-40B4-BE49-F238E27FC236}">
                <a16:creationId xmlns:a16="http://schemas.microsoft.com/office/drawing/2014/main" id="{E914CEC5-5A09-0CA8-B370-A9CCF864CE39}"/>
              </a:ext>
            </a:extLst>
          </p:cNvPr>
          <p:cNvPicPr>
            <a:picLocks noChangeAspect="1"/>
          </p:cNvPicPr>
          <p:nvPr/>
        </p:nvPicPr>
        <p:blipFill>
          <a:blip r:embed="rId3"/>
          <a:stretch>
            <a:fillRect/>
          </a:stretch>
        </p:blipFill>
        <p:spPr>
          <a:xfrm>
            <a:off x="5705448" y="2235471"/>
            <a:ext cx="607271" cy="732913"/>
          </a:xfrm>
          <a:prstGeom prst="rect">
            <a:avLst/>
          </a:prstGeom>
        </p:spPr>
      </p:pic>
      <p:pic>
        <p:nvPicPr>
          <p:cNvPr id="30" name="図 29">
            <a:extLst>
              <a:ext uri="{FF2B5EF4-FFF2-40B4-BE49-F238E27FC236}">
                <a16:creationId xmlns:a16="http://schemas.microsoft.com/office/drawing/2014/main" id="{5DD1E8B7-8BCB-330E-5872-EF51EE1F19F0}"/>
              </a:ext>
            </a:extLst>
          </p:cNvPr>
          <p:cNvPicPr>
            <a:picLocks noChangeAspect="1"/>
          </p:cNvPicPr>
          <p:nvPr/>
        </p:nvPicPr>
        <p:blipFill>
          <a:blip r:embed="rId4"/>
          <a:stretch>
            <a:fillRect/>
          </a:stretch>
        </p:blipFill>
        <p:spPr>
          <a:xfrm>
            <a:off x="1782926" y="3517900"/>
            <a:ext cx="607271" cy="732913"/>
          </a:xfrm>
          <a:prstGeom prst="rect">
            <a:avLst/>
          </a:prstGeom>
        </p:spPr>
      </p:pic>
      <p:pic>
        <p:nvPicPr>
          <p:cNvPr id="32" name="図 31">
            <a:extLst>
              <a:ext uri="{FF2B5EF4-FFF2-40B4-BE49-F238E27FC236}">
                <a16:creationId xmlns:a16="http://schemas.microsoft.com/office/drawing/2014/main" id="{ACB2A7B7-3D05-9968-F729-D0D9675CD12B}"/>
              </a:ext>
            </a:extLst>
          </p:cNvPr>
          <p:cNvPicPr>
            <a:picLocks noChangeAspect="1"/>
          </p:cNvPicPr>
          <p:nvPr/>
        </p:nvPicPr>
        <p:blipFill>
          <a:blip r:embed="rId5"/>
          <a:stretch>
            <a:fillRect/>
          </a:stretch>
        </p:blipFill>
        <p:spPr>
          <a:xfrm>
            <a:off x="4701282" y="3517941"/>
            <a:ext cx="607271" cy="732913"/>
          </a:xfrm>
          <a:prstGeom prst="rect">
            <a:avLst/>
          </a:prstGeom>
        </p:spPr>
      </p:pic>
      <p:pic>
        <p:nvPicPr>
          <p:cNvPr id="34" name="図 33">
            <a:extLst>
              <a:ext uri="{FF2B5EF4-FFF2-40B4-BE49-F238E27FC236}">
                <a16:creationId xmlns:a16="http://schemas.microsoft.com/office/drawing/2014/main" id="{6C24C31C-9C45-C56B-0E24-73B6E361949C}"/>
              </a:ext>
            </a:extLst>
          </p:cNvPr>
          <p:cNvPicPr>
            <a:picLocks noChangeAspect="1"/>
          </p:cNvPicPr>
          <p:nvPr/>
        </p:nvPicPr>
        <p:blipFill>
          <a:blip r:embed="rId6"/>
          <a:stretch>
            <a:fillRect/>
          </a:stretch>
        </p:blipFill>
        <p:spPr>
          <a:xfrm>
            <a:off x="3218413" y="2235471"/>
            <a:ext cx="607271" cy="732913"/>
          </a:xfrm>
          <a:prstGeom prst="rect">
            <a:avLst/>
          </a:prstGeom>
        </p:spPr>
      </p:pic>
      <p:pic>
        <p:nvPicPr>
          <p:cNvPr id="35" name="図 34">
            <a:extLst>
              <a:ext uri="{FF2B5EF4-FFF2-40B4-BE49-F238E27FC236}">
                <a16:creationId xmlns:a16="http://schemas.microsoft.com/office/drawing/2014/main" id="{ACF9D23D-8959-F4BA-32DA-AF98D352284B}"/>
              </a:ext>
            </a:extLst>
          </p:cNvPr>
          <p:cNvPicPr>
            <a:picLocks noChangeAspect="1"/>
          </p:cNvPicPr>
          <p:nvPr/>
        </p:nvPicPr>
        <p:blipFill>
          <a:blip r:embed="rId6"/>
          <a:stretch>
            <a:fillRect/>
          </a:stretch>
        </p:blipFill>
        <p:spPr>
          <a:xfrm>
            <a:off x="3874865" y="2235471"/>
            <a:ext cx="607271" cy="732913"/>
          </a:xfrm>
          <a:prstGeom prst="rect">
            <a:avLst/>
          </a:prstGeom>
        </p:spPr>
      </p:pic>
      <p:pic>
        <p:nvPicPr>
          <p:cNvPr id="36" name="図 35">
            <a:extLst>
              <a:ext uri="{FF2B5EF4-FFF2-40B4-BE49-F238E27FC236}">
                <a16:creationId xmlns:a16="http://schemas.microsoft.com/office/drawing/2014/main" id="{3A542A56-13A7-C7E6-BDB1-C50BEEF5F700}"/>
              </a:ext>
            </a:extLst>
          </p:cNvPr>
          <p:cNvPicPr>
            <a:picLocks noChangeAspect="1"/>
          </p:cNvPicPr>
          <p:nvPr/>
        </p:nvPicPr>
        <p:blipFill>
          <a:blip r:embed="rId4"/>
          <a:stretch>
            <a:fillRect/>
          </a:stretch>
        </p:blipFill>
        <p:spPr>
          <a:xfrm>
            <a:off x="4701282" y="2242668"/>
            <a:ext cx="607271" cy="732913"/>
          </a:xfrm>
          <a:prstGeom prst="rect">
            <a:avLst/>
          </a:prstGeom>
        </p:spPr>
      </p:pic>
      <p:pic>
        <p:nvPicPr>
          <p:cNvPr id="37" name="図 36">
            <a:extLst>
              <a:ext uri="{FF2B5EF4-FFF2-40B4-BE49-F238E27FC236}">
                <a16:creationId xmlns:a16="http://schemas.microsoft.com/office/drawing/2014/main" id="{9F20FFF7-9409-69F4-8C14-9E1E2F19AE68}"/>
              </a:ext>
            </a:extLst>
          </p:cNvPr>
          <p:cNvPicPr>
            <a:picLocks noChangeAspect="1"/>
          </p:cNvPicPr>
          <p:nvPr/>
        </p:nvPicPr>
        <p:blipFill>
          <a:blip r:embed="rId5"/>
          <a:stretch>
            <a:fillRect/>
          </a:stretch>
        </p:blipFill>
        <p:spPr>
          <a:xfrm>
            <a:off x="1782927" y="2229353"/>
            <a:ext cx="607271" cy="732913"/>
          </a:xfrm>
          <a:prstGeom prst="rect">
            <a:avLst/>
          </a:prstGeom>
        </p:spPr>
      </p:pic>
      <p:pic>
        <p:nvPicPr>
          <p:cNvPr id="38" name="図 37">
            <a:extLst>
              <a:ext uri="{FF2B5EF4-FFF2-40B4-BE49-F238E27FC236}">
                <a16:creationId xmlns:a16="http://schemas.microsoft.com/office/drawing/2014/main" id="{3B4A14B7-D2F1-C8BB-0802-19B7B599D017}"/>
              </a:ext>
            </a:extLst>
          </p:cNvPr>
          <p:cNvPicPr>
            <a:picLocks noChangeAspect="1"/>
          </p:cNvPicPr>
          <p:nvPr/>
        </p:nvPicPr>
        <p:blipFill>
          <a:blip r:embed="rId5"/>
          <a:stretch>
            <a:fillRect/>
          </a:stretch>
        </p:blipFill>
        <p:spPr>
          <a:xfrm>
            <a:off x="2464437" y="2235471"/>
            <a:ext cx="607271" cy="732913"/>
          </a:xfrm>
          <a:prstGeom prst="rect">
            <a:avLst/>
          </a:prstGeom>
        </p:spPr>
      </p:pic>
      <p:pic>
        <p:nvPicPr>
          <p:cNvPr id="39" name="図 38">
            <a:extLst>
              <a:ext uri="{FF2B5EF4-FFF2-40B4-BE49-F238E27FC236}">
                <a16:creationId xmlns:a16="http://schemas.microsoft.com/office/drawing/2014/main" id="{514B4EF0-4AFB-1117-FA4B-C92F9ED3F739}"/>
              </a:ext>
            </a:extLst>
          </p:cNvPr>
          <p:cNvPicPr>
            <a:picLocks noChangeAspect="1"/>
          </p:cNvPicPr>
          <p:nvPr/>
        </p:nvPicPr>
        <p:blipFill>
          <a:blip r:embed="rId6"/>
          <a:stretch>
            <a:fillRect/>
          </a:stretch>
        </p:blipFill>
        <p:spPr>
          <a:xfrm>
            <a:off x="3216429" y="3517941"/>
            <a:ext cx="607271" cy="732913"/>
          </a:xfrm>
          <a:prstGeom prst="rect">
            <a:avLst/>
          </a:prstGeom>
        </p:spPr>
      </p:pic>
      <p:pic>
        <p:nvPicPr>
          <p:cNvPr id="40" name="図 39">
            <a:extLst>
              <a:ext uri="{FF2B5EF4-FFF2-40B4-BE49-F238E27FC236}">
                <a16:creationId xmlns:a16="http://schemas.microsoft.com/office/drawing/2014/main" id="{C3B3A9FC-6EDD-FF6F-BEF4-F7E54678C761}"/>
              </a:ext>
            </a:extLst>
          </p:cNvPr>
          <p:cNvPicPr>
            <a:picLocks noChangeAspect="1"/>
          </p:cNvPicPr>
          <p:nvPr/>
        </p:nvPicPr>
        <p:blipFill>
          <a:blip r:embed="rId6"/>
          <a:stretch>
            <a:fillRect/>
          </a:stretch>
        </p:blipFill>
        <p:spPr>
          <a:xfrm>
            <a:off x="3872881" y="3517941"/>
            <a:ext cx="607271" cy="732913"/>
          </a:xfrm>
          <a:prstGeom prst="rect">
            <a:avLst/>
          </a:prstGeom>
        </p:spPr>
      </p:pic>
      <p:pic>
        <p:nvPicPr>
          <p:cNvPr id="41" name="図 40">
            <a:extLst>
              <a:ext uri="{FF2B5EF4-FFF2-40B4-BE49-F238E27FC236}">
                <a16:creationId xmlns:a16="http://schemas.microsoft.com/office/drawing/2014/main" id="{611BC7A6-928E-B8D7-2E4D-DB78BF2839AD}"/>
              </a:ext>
            </a:extLst>
          </p:cNvPr>
          <p:cNvPicPr>
            <a:picLocks noChangeAspect="1"/>
          </p:cNvPicPr>
          <p:nvPr/>
        </p:nvPicPr>
        <p:blipFill>
          <a:blip r:embed="rId4"/>
          <a:stretch>
            <a:fillRect/>
          </a:stretch>
        </p:blipFill>
        <p:spPr>
          <a:xfrm>
            <a:off x="2464437" y="3517941"/>
            <a:ext cx="607271" cy="732913"/>
          </a:xfrm>
          <a:prstGeom prst="rect">
            <a:avLst/>
          </a:prstGeom>
        </p:spPr>
      </p:pic>
      <p:pic>
        <p:nvPicPr>
          <p:cNvPr id="42" name="図 41">
            <a:extLst>
              <a:ext uri="{FF2B5EF4-FFF2-40B4-BE49-F238E27FC236}">
                <a16:creationId xmlns:a16="http://schemas.microsoft.com/office/drawing/2014/main" id="{00A16A86-5FCE-C169-08F2-31E629ED6F6D}"/>
              </a:ext>
            </a:extLst>
          </p:cNvPr>
          <p:cNvPicPr>
            <a:picLocks noChangeAspect="1"/>
          </p:cNvPicPr>
          <p:nvPr/>
        </p:nvPicPr>
        <p:blipFill>
          <a:blip r:embed="rId3"/>
          <a:stretch>
            <a:fillRect/>
          </a:stretch>
        </p:blipFill>
        <p:spPr>
          <a:xfrm>
            <a:off x="5705448" y="3517899"/>
            <a:ext cx="607271" cy="732913"/>
          </a:xfrm>
          <a:prstGeom prst="rect">
            <a:avLst/>
          </a:prstGeom>
        </p:spPr>
      </p:pic>
      <p:grpSp>
        <p:nvGrpSpPr>
          <p:cNvPr id="61" name="グループ化 60">
            <a:extLst>
              <a:ext uri="{FF2B5EF4-FFF2-40B4-BE49-F238E27FC236}">
                <a16:creationId xmlns:a16="http://schemas.microsoft.com/office/drawing/2014/main" id="{6094122C-1690-0B6C-616A-F05DBFB9C82F}"/>
              </a:ext>
            </a:extLst>
          </p:cNvPr>
          <p:cNvGrpSpPr/>
          <p:nvPr/>
        </p:nvGrpSpPr>
        <p:grpSpPr>
          <a:xfrm>
            <a:off x="428152" y="4339710"/>
            <a:ext cx="11268040" cy="2372240"/>
            <a:chOff x="812800" y="4339710"/>
            <a:chExt cx="11268040" cy="2372240"/>
          </a:xfrm>
        </p:grpSpPr>
        <p:grpSp>
          <p:nvGrpSpPr>
            <p:cNvPr id="22" name="グループ化 21">
              <a:extLst>
                <a:ext uri="{FF2B5EF4-FFF2-40B4-BE49-F238E27FC236}">
                  <a16:creationId xmlns:a16="http://schemas.microsoft.com/office/drawing/2014/main" id="{BC2600E3-E1B3-8379-1C43-E0F587AEA302}"/>
                </a:ext>
              </a:extLst>
            </p:cNvPr>
            <p:cNvGrpSpPr/>
            <p:nvPr/>
          </p:nvGrpSpPr>
          <p:grpSpPr>
            <a:xfrm>
              <a:off x="812800" y="4339710"/>
              <a:ext cx="11268040" cy="2372240"/>
              <a:chOff x="819150" y="2703760"/>
              <a:chExt cx="11268040" cy="2372240"/>
            </a:xfrm>
          </p:grpSpPr>
          <p:sp>
            <p:nvSpPr>
              <p:cNvPr id="15" name="Shape 13"/>
              <p:cNvSpPr/>
              <p:nvPr/>
            </p:nvSpPr>
            <p:spPr>
              <a:xfrm>
                <a:off x="819150" y="2703760"/>
                <a:ext cx="11268040" cy="2372240"/>
              </a:xfrm>
              <a:prstGeom prst="roundRect">
                <a:avLst>
                  <a:gd name="adj" fmla="val 5778"/>
                </a:avLst>
              </a:prstGeom>
              <a:solidFill>
                <a:srgbClr val="FFFFFF"/>
              </a:solidFill>
              <a:ln w="12700">
                <a:solidFill>
                  <a:srgbClr val="0A0028"/>
                </a:solidFill>
                <a:prstDash val="solid"/>
              </a:ln>
            </p:spPr>
            <p:txBody>
              <a:bodyPr/>
              <a:lstStyle/>
              <a:p>
                <a:endParaRPr lang="ja-JP" altLang="en-US"/>
              </a:p>
            </p:txBody>
          </p:sp>
          <p:sp>
            <p:nvSpPr>
              <p:cNvPr id="16" name="Text 14"/>
              <p:cNvSpPr/>
              <p:nvPr/>
            </p:nvSpPr>
            <p:spPr>
              <a:xfrm>
                <a:off x="1028700" y="2887911"/>
                <a:ext cx="1043863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A0028"/>
                    </a:solidFill>
                    <a:latin typeface="Noto Sans JP" pitchFamily="34" charset="0"/>
                    <a:ea typeface="Noto Sans JP" pitchFamily="34" charset="-122"/>
                    <a:cs typeface="Noto Sans JP" pitchFamily="34" charset="-120"/>
                  </a:rPr>
                  <a:t>行動1:タメ攻撃 対 ガード</a:t>
                </a:r>
                <a:endParaRPr lang="en-US" sz="1800" dirty="0"/>
              </a:p>
            </p:txBody>
          </p:sp>
          <p:sp>
            <p:nvSpPr>
              <p:cNvPr id="17" name="Text 15"/>
              <p:cNvSpPr/>
              <p:nvPr/>
            </p:nvSpPr>
            <p:spPr>
              <a:xfrm>
                <a:off x="1028700" y="3263801"/>
                <a:ext cx="2350492"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A:振り下ろし×2(ダメージ3)</a:t>
                </a:r>
                <a:endParaRPr lang="en-US" sz="1300" dirty="0"/>
              </a:p>
            </p:txBody>
          </p:sp>
          <p:sp>
            <p:nvSpPr>
              <p:cNvPr id="18" name="Text 16"/>
              <p:cNvSpPr/>
              <p:nvPr/>
            </p:nvSpPr>
            <p:spPr>
              <a:xfrm>
                <a:off x="3480792" y="3301901"/>
                <a:ext cx="2159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A0028"/>
                    </a:solidFill>
                    <a:latin typeface="Noto Sans JP" pitchFamily="34" charset="0"/>
                    <a:ea typeface="Noto Sans JP" pitchFamily="34" charset="-122"/>
                    <a:cs typeface="Noto Sans JP" pitchFamily="34" charset="-120"/>
                  </a:rPr>
                  <a:t>対</a:t>
                </a:r>
                <a:endParaRPr lang="en-US" sz="1300" dirty="0"/>
              </a:p>
            </p:txBody>
          </p:sp>
          <p:sp>
            <p:nvSpPr>
              <p:cNvPr id="19" name="Text 17"/>
              <p:cNvSpPr/>
              <p:nvPr/>
            </p:nvSpPr>
            <p:spPr>
              <a:xfrm>
                <a:off x="3747492" y="3263801"/>
                <a:ext cx="2267942" cy="307330"/>
              </a:xfrm>
              <a:prstGeom prst="roundRect">
                <a:avLst>
                  <a:gd name="adj" fmla="val 16529"/>
                </a:avLst>
              </a:prstGeom>
              <a:solidFill>
                <a:srgbClr val="E6E0A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B:ガード(刺突×2を横向き)</a:t>
                </a:r>
                <a:endParaRPr lang="en-US" sz="1300" dirty="0"/>
              </a:p>
            </p:txBody>
          </p:sp>
          <p:sp>
            <p:nvSpPr>
              <p:cNvPr id="20" name="Text 18"/>
              <p:cNvSpPr/>
              <p:nvPr/>
            </p:nvSpPr>
            <p:spPr>
              <a:xfrm>
                <a:off x="1028700" y="4430953"/>
                <a:ext cx="10438638" cy="520700"/>
              </a:xfrm>
              <a:prstGeom prst="rect">
                <a:avLst/>
              </a:prstGeom>
              <a:noFill/>
              <a:ln/>
            </p:spPr>
            <p:txBody>
              <a:bodyPr wrap="square" lIns="0" tIns="0" rIns="0" bIns="0" rtlCol="0" anchor="t">
                <a:normAutofit/>
              </a:bodyPr>
              <a:lstStyle/>
              <a:p>
                <a:pPr>
                  <a:lnSpc>
                    <a:spcPts val="1950"/>
                  </a:lnSpc>
                </a:pPr>
                <a:r>
                  <a:rPr lang="en-US" sz="1300" dirty="0" err="1">
                    <a:solidFill>
                      <a:srgbClr val="0A0028"/>
                    </a:solidFill>
                    <a:latin typeface="Noto Sans JP" pitchFamily="34" charset="0"/>
                    <a:ea typeface="Noto Sans JP" pitchFamily="34" charset="-122"/>
                    <a:cs typeface="Noto Sans JP" pitchFamily="34" charset="-120"/>
                  </a:rPr>
                  <a:t>結果:ガード成功。ダメージなし</a:t>
                </a:r>
                <a:r>
                  <a:rPr lang="en-US" altLang="ja-JP" sz="1300" dirty="0">
                    <a:solidFill>
                      <a:srgbClr val="0A0028"/>
                    </a:solidFill>
                    <a:latin typeface="Noto Sans JP" pitchFamily="34" charset="0"/>
                    <a:ea typeface="Noto Sans JP" pitchFamily="34" charset="-122"/>
                    <a:cs typeface="Noto Sans JP" pitchFamily="34" charset="-120"/>
                  </a:rPr>
                  <a:t>(A手札4</a:t>
                </a:r>
                <a:r>
                  <a:rPr lang="ja-JP" altLang="en-US" sz="1300" dirty="0">
                    <a:solidFill>
                      <a:srgbClr val="0A0028"/>
                    </a:solidFill>
                    <a:latin typeface="Noto Sans JP" pitchFamily="34" charset="0"/>
                    <a:ea typeface="Noto Sans JP" pitchFamily="34" charset="-122"/>
                    <a:cs typeface="Noto Sans JP" pitchFamily="34" charset="-120"/>
                  </a:rPr>
                  <a:t>枚</a:t>
                </a:r>
                <a:r>
                  <a:rPr lang="en-US" altLang="ja-JP" sz="1300" dirty="0">
                    <a:solidFill>
                      <a:srgbClr val="0A0028"/>
                    </a:solidFill>
                    <a:latin typeface="Noto Sans JP" pitchFamily="34" charset="0"/>
                    <a:ea typeface="Noto Sans JP" pitchFamily="34" charset="-122"/>
                    <a:cs typeface="Noto Sans JP" pitchFamily="34" charset="-120"/>
                  </a:rPr>
                  <a:t>/ B手札4</a:t>
                </a:r>
                <a:r>
                  <a:rPr lang="ja-JP" altLang="en-US" sz="1300" dirty="0">
                    <a:solidFill>
                      <a:srgbClr val="0A0028"/>
                    </a:solidFill>
                    <a:latin typeface="Noto Sans JP" pitchFamily="34" charset="0"/>
                    <a:ea typeface="Noto Sans JP" pitchFamily="34" charset="-122"/>
                    <a:cs typeface="Noto Sans JP" pitchFamily="34" charset="-120"/>
                  </a:rPr>
                  <a:t>枚</a:t>
                </a:r>
                <a:r>
                  <a:rPr lang="en-US" altLang="ja-JP" sz="1300" dirty="0">
                    <a:solidFill>
                      <a:srgbClr val="0A0028"/>
                    </a:solidFill>
                    <a:latin typeface="Noto Sans JP" pitchFamily="34" charset="0"/>
                    <a:ea typeface="Noto Sans JP" pitchFamily="34" charset="-122"/>
                    <a:cs typeface="Noto Sans JP" pitchFamily="34" charset="-120"/>
                  </a:rPr>
                  <a:t>)</a:t>
                </a:r>
                <a:r>
                  <a:rPr lang="en-US" sz="1300" dirty="0">
                    <a:solidFill>
                      <a:srgbClr val="0A0028"/>
                    </a:solidFill>
                    <a:latin typeface="Noto Sans JP" pitchFamily="34" charset="0"/>
                    <a:ea typeface="Noto Sans JP" pitchFamily="34" charset="-122"/>
                    <a:cs typeface="Noto Sans JP" pitchFamily="34" charset="-120"/>
                  </a:rPr>
                  <a:t>。Bの振り下ろしは1枚だけ。2枚のタメには反撃を合わせられないので、枚数ぴったりのガードを選ん</a:t>
                </a:r>
                <a:r>
                  <a:rPr lang="ja-JP" altLang="en-US" sz="1300" dirty="0">
                    <a:solidFill>
                      <a:srgbClr val="0A0028"/>
                    </a:solidFill>
                    <a:latin typeface="Noto Sans JP" pitchFamily="34" charset="0"/>
                    <a:ea typeface="Noto Sans JP" pitchFamily="34" charset="-122"/>
                    <a:cs typeface="Noto Sans JP" pitchFamily="34" charset="-120"/>
                  </a:rPr>
                  <a:t>で正解だった。</a:t>
                </a:r>
                <a:endParaRPr lang="en-US" sz="1300" dirty="0"/>
              </a:p>
            </p:txBody>
          </p:sp>
        </p:grpSp>
        <p:pic>
          <p:nvPicPr>
            <p:cNvPr id="45" name="図 44">
              <a:extLst>
                <a:ext uri="{FF2B5EF4-FFF2-40B4-BE49-F238E27FC236}">
                  <a16:creationId xmlns:a16="http://schemas.microsoft.com/office/drawing/2014/main" id="{2421B0CE-725B-36F0-5CB6-C1A6D608B530}"/>
                </a:ext>
              </a:extLst>
            </p:cNvPr>
            <p:cNvPicPr>
              <a:picLocks noChangeAspect="1"/>
            </p:cNvPicPr>
            <p:nvPr/>
          </p:nvPicPr>
          <p:blipFill>
            <a:blip r:embed="rId5"/>
            <a:stretch>
              <a:fillRect/>
            </a:stretch>
          </p:blipFill>
          <p:spPr>
            <a:xfrm>
              <a:off x="1557452" y="5255009"/>
              <a:ext cx="607271" cy="732913"/>
            </a:xfrm>
            <a:prstGeom prst="rect">
              <a:avLst/>
            </a:prstGeom>
          </p:spPr>
        </p:pic>
        <p:pic>
          <p:nvPicPr>
            <p:cNvPr id="46" name="図 45">
              <a:extLst>
                <a:ext uri="{FF2B5EF4-FFF2-40B4-BE49-F238E27FC236}">
                  <a16:creationId xmlns:a16="http://schemas.microsoft.com/office/drawing/2014/main" id="{8C85DD8A-57DB-5B35-FB39-3C16AAA2E9CD}"/>
                </a:ext>
              </a:extLst>
            </p:cNvPr>
            <p:cNvPicPr>
              <a:picLocks noChangeAspect="1"/>
            </p:cNvPicPr>
            <p:nvPr/>
          </p:nvPicPr>
          <p:blipFill>
            <a:blip r:embed="rId5"/>
            <a:stretch>
              <a:fillRect/>
            </a:stretch>
          </p:blipFill>
          <p:spPr>
            <a:xfrm>
              <a:off x="2238962" y="5261127"/>
              <a:ext cx="607271" cy="732913"/>
            </a:xfrm>
            <a:prstGeom prst="rect">
              <a:avLst/>
            </a:prstGeom>
          </p:spPr>
        </p:pic>
        <p:pic>
          <p:nvPicPr>
            <p:cNvPr id="47" name="図 46">
              <a:extLst>
                <a:ext uri="{FF2B5EF4-FFF2-40B4-BE49-F238E27FC236}">
                  <a16:creationId xmlns:a16="http://schemas.microsoft.com/office/drawing/2014/main" id="{4CCD3076-D6FE-9B2D-9A9D-BC0D6F01A7C0}"/>
                </a:ext>
              </a:extLst>
            </p:cNvPr>
            <p:cNvPicPr>
              <a:picLocks noChangeAspect="1"/>
            </p:cNvPicPr>
            <p:nvPr/>
          </p:nvPicPr>
          <p:blipFill>
            <a:blip r:embed="rId6"/>
            <a:stretch>
              <a:fillRect/>
            </a:stretch>
          </p:blipFill>
          <p:spPr>
            <a:xfrm rot="5400000">
              <a:off x="4105787" y="5264186"/>
              <a:ext cx="607271" cy="732913"/>
            </a:xfrm>
            <a:prstGeom prst="rect">
              <a:avLst/>
            </a:prstGeom>
          </p:spPr>
        </p:pic>
        <p:pic>
          <p:nvPicPr>
            <p:cNvPr id="48" name="図 47">
              <a:extLst>
                <a:ext uri="{FF2B5EF4-FFF2-40B4-BE49-F238E27FC236}">
                  <a16:creationId xmlns:a16="http://schemas.microsoft.com/office/drawing/2014/main" id="{B7B09BBD-48C1-EF04-2B09-BC135BEAB94C}"/>
                </a:ext>
              </a:extLst>
            </p:cNvPr>
            <p:cNvPicPr>
              <a:picLocks noChangeAspect="1"/>
            </p:cNvPicPr>
            <p:nvPr/>
          </p:nvPicPr>
          <p:blipFill>
            <a:blip r:embed="rId6"/>
            <a:stretch>
              <a:fillRect/>
            </a:stretch>
          </p:blipFill>
          <p:spPr>
            <a:xfrm rot="5400000">
              <a:off x="4881584" y="5264186"/>
              <a:ext cx="607271" cy="732913"/>
            </a:xfrm>
            <a:prstGeom prst="rect">
              <a:avLst/>
            </a:prstGeom>
          </p:spPr>
        </p:pic>
      </p:grpSp>
      <p:grpSp>
        <p:nvGrpSpPr>
          <p:cNvPr id="49" name="グループ化 48">
            <a:extLst>
              <a:ext uri="{FF2B5EF4-FFF2-40B4-BE49-F238E27FC236}">
                <a16:creationId xmlns:a16="http://schemas.microsoft.com/office/drawing/2014/main" id="{90ED4CD9-33D6-814A-7F22-74C3F14EC6CB}"/>
              </a:ext>
            </a:extLst>
          </p:cNvPr>
          <p:cNvGrpSpPr/>
          <p:nvPr/>
        </p:nvGrpSpPr>
        <p:grpSpPr>
          <a:xfrm>
            <a:off x="5857021" y="4577814"/>
            <a:ext cx="5634831" cy="307330"/>
            <a:chOff x="812800" y="1803350"/>
            <a:chExt cx="5634831" cy="307330"/>
          </a:xfrm>
        </p:grpSpPr>
        <p:sp>
          <p:nvSpPr>
            <p:cNvPr id="50" name="Text 3">
              <a:extLst>
                <a:ext uri="{FF2B5EF4-FFF2-40B4-BE49-F238E27FC236}">
                  <a16:creationId xmlns:a16="http://schemas.microsoft.com/office/drawing/2014/main" id="{63384867-8606-CB25-443E-90AA7AB33F22}"/>
                </a:ext>
              </a:extLst>
            </p:cNvPr>
            <p:cNvSpPr/>
            <p:nvPr/>
          </p:nvSpPr>
          <p:spPr>
            <a:xfrm>
              <a:off x="812800" y="184145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sp>
          <p:nvSpPr>
            <p:cNvPr id="51" name="Text 4">
              <a:extLst>
                <a:ext uri="{FF2B5EF4-FFF2-40B4-BE49-F238E27FC236}">
                  <a16:creationId xmlns:a16="http://schemas.microsoft.com/office/drawing/2014/main" id="{E832F808-0D7B-FE45-11A1-8B8F15F29836}"/>
                </a:ext>
              </a:extLst>
            </p:cNvPr>
            <p:cNvSpPr/>
            <p:nvPr/>
          </p:nvSpPr>
          <p:spPr>
            <a:xfrm>
              <a:off x="1866900" y="1803350"/>
              <a:ext cx="13166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52" name="Text 5">
              <a:extLst>
                <a:ext uri="{FF2B5EF4-FFF2-40B4-BE49-F238E27FC236}">
                  <a16:creationId xmlns:a16="http://schemas.microsoft.com/office/drawing/2014/main" id="{FC7E7474-F860-1BFD-5CB5-B95803C134BB}"/>
                </a:ext>
              </a:extLst>
            </p:cNvPr>
            <p:cNvSpPr/>
            <p:nvPr/>
          </p:nvSpPr>
          <p:spPr>
            <a:xfrm>
              <a:off x="3285133" y="1803350"/>
              <a:ext cx="8213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刺突×2</a:t>
              </a:r>
              <a:endParaRPr lang="en-US" sz="1300" dirty="0"/>
            </a:p>
          </p:txBody>
        </p:sp>
        <p:sp>
          <p:nvSpPr>
            <p:cNvPr id="53" name="Text 6">
              <a:extLst>
                <a:ext uri="{FF2B5EF4-FFF2-40B4-BE49-F238E27FC236}">
                  <a16:creationId xmlns:a16="http://schemas.microsoft.com/office/drawing/2014/main" id="{492C30EB-66C0-EA1D-5BEA-FBFE019EB714}"/>
                </a:ext>
              </a:extLst>
            </p:cNvPr>
            <p:cNvSpPr/>
            <p:nvPr/>
          </p:nvSpPr>
          <p:spPr>
            <a:xfrm>
              <a:off x="4208066" y="1803350"/>
              <a:ext cx="11515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スイング×1</a:t>
              </a:r>
              <a:endParaRPr lang="en-US" sz="1300" dirty="0"/>
            </a:p>
          </p:txBody>
        </p:sp>
        <p:sp>
          <p:nvSpPr>
            <p:cNvPr id="54" name="Text 7">
              <a:extLst>
                <a:ext uri="{FF2B5EF4-FFF2-40B4-BE49-F238E27FC236}">
                  <a16:creationId xmlns:a16="http://schemas.microsoft.com/office/drawing/2014/main" id="{B1C3C120-8CD8-02BF-3873-40E0FC0656E4}"/>
                </a:ext>
              </a:extLst>
            </p:cNvPr>
            <p:cNvSpPr/>
            <p:nvPr/>
          </p:nvSpPr>
          <p:spPr>
            <a:xfrm>
              <a:off x="5461198" y="1803350"/>
              <a:ext cx="986433" cy="307330"/>
            </a:xfrm>
            <a:prstGeom prst="roundRect">
              <a:avLst>
                <a:gd name="adj" fmla="val 16529"/>
              </a:avLst>
            </a:prstGeom>
            <a:solidFill>
              <a:srgbClr val="A8E89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キック×1</a:t>
              </a:r>
              <a:endParaRPr lang="en-US" sz="1300" dirty="0"/>
            </a:p>
          </p:txBody>
        </p:sp>
      </p:grpSp>
      <p:grpSp>
        <p:nvGrpSpPr>
          <p:cNvPr id="55" name="グループ化 54">
            <a:extLst>
              <a:ext uri="{FF2B5EF4-FFF2-40B4-BE49-F238E27FC236}">
                <a16:creationId xmlns:a16="http://schemas.microsoft.com/office/drawing/2014/main" id="{AD569346-37B3-F6BF-F494-AF7988C01207}"/>
              </a:ext>
            </a:extLst>
          </p:cNvPr>
          <p:cNvGrpSpPr/>
          <p:nvPr/>
        </p:nvGrpSpPr>
        <p:grpSpPr>
          <a:xfrm>
            <a:off x="5857021" y="5090400"/>
            <a:ext cx="5634831" cy="307330"/>
            <a:chOff x="812800" y="2250380"/>
            <a:chExt cx="5634831" cy="307330"/>
          </a:xfrm>
        </p:grpSpPr>
        <p:sp>
          <p:nvSpPr>
            <p:cNvPr id="56" name="Text 8">
              <a:extLst>
                <a:ext uri="{FF2B5EF4-FFF2-40B4-BE49-F238E27FC236}">
                  <a16:creationId xmlns:a16="http://schemas.microsoft.com/office/drawing/2014/main" id="{5B846383-2BFD-A628-02A2-1799CE79CBD5}"/>
                </a:ext>
              </a:extLst>
            </p:cNvPr>
            <p:cNvSpPr/>
            <p:nvPr/>
          </p:nvSpPr>
          <p:spPr>
            <a:xfrm>
              <a:off x="812800" y="228848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Bの手札</a:t>
              </a:r>
              <a:endParaRPr lang="en-US" sz="1300" dirty="0"/>
            </a:p>
          </p:txBody>
        </p:sp>
        <p:sp>
          <p:nvSpPr>
            <p:cNvPr id="57" name="Text 9">
              <a:extLst>
                <a:ext uri="{FF2B5EF4-FFF2-40B4-BE49-F238E27FC236}">
                  <a16:creationId xmlns:a16="http://schemas.microsoft.com/office/drawing/2014/main" id="{B7782308-4AF7-89CF-6609-A885905B41B7}"/>
                </a:ext>
              </a:extLst>
            </p:cNvPr>
            <p:cNvSpPr/>
            <p:nvPr/>
          </p:nvSpPr>
          <p:spPr>
            <a:xfrm>
              <a:off x="1866900" y="2250380"/>
              <a:ext cx="11515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スイング×2</a:t>
              </a:r>
              <a:endParaRPr lang="en-US" sz="1300" dirty="0"/>
            </a:p>
          </p:txBody>
        </p:sp>
        <p:sp>
          <p:nvSpPr>
            <p:cNvPr id="58" name="Text 10">
              <a:extLst>
                <a:ext uri="{FF2B5EF4-FFF2-40B4-BE49-F238E27FC236}">
                  <a16:creationId xmlns:a16="http://schemas.microsoft.com/office/drawing/2014/main" id="{CFBD6A76-A23E-06DC-66C0-2F12E1B3D75C}"/>
                </a:ext>
              </a:extLst>
            </p:cNvPr>
            <p:cNvSpPr/>
            <p:nvPr/>
          </p:nvSpPr>
          <p:spPr>
            <a:xfrm>
              <a:off x="3120033" y="2250380"/>
              <a:ext cx="8213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59" name="Text 11">
              <a:extLst>
                <a:ext uri="{FF2B5EF4-FFF2-40B4-BE49-F238E27FC236}">
                  <a16:creationId xmlns:a16="http://schemas.microsoft.com/office/drawing/2014/main" id="{5FAB4D79-B97F-B8B1-2402-00B6EF1C3B40}"/>
                </a:ext>
              </a:extLst>
            </p:cNvPr>
            <p:cNvSpPr/>
            <p:nvPr/>
          </p:nvSpPr>
          <p:spPr>
            <a:xfrm>
              <a:off x="4042966" y="2250380"/>
              <a:ext cx="13166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振り下ろし×1</a:t>
              </a:r>
              <a:endParaRPr lang="en-US" sz="1300" dirty="0"/>
            </a:p>
          </p:txBody>
        </p:sp>
        <p:sp>
          <p:nvSpPr>
            <p:cNvPr id="60" name="Text 12">
              <a:extLst>
                <a:ext uri="{FF2B5EF4-FFF2-40B4-BE49-F238E27FC236}">
                  <a16:creationId xmlns:a16="http://schemas.microsoft.com/office/drawing/2014/main" id="{1CBD8957-9EB7-6234-5CF1-7D76E8D23D64}"/>
                </a:ext>
              </a:extLst>
            </p:cNvPr>
            <p:cNvSpPr/>
            <p:nvPr/>
          </p:nvSpPr>
          <p:spPr>
            <a:xfrm>
              <a:off x="5461198" y="2250380"/>
              <a:ext cx="986433" cy="307330"/>
            </a:xfrm>
            <a:prstGeom prst="roundRect">
              <a:avLst>
                <a:gd name="adj" fmla="val 16529"/>
              </a:avLst>
            </a:prstGeom>
            <a:solidFill>
              <a:srgbClr val="A8E89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キック×1</a:t>
              </a:r>
              <a:endParaRPr lang="en-US" sz="1300" dirty="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0F0F0"/>
        </a:solidFill>
        <a:effectLst/>
      </p:bgPr>
    </p:bg>
    <p:spTree>
      <p:nvGrpSpPr>
        <p:cNvPr id="1" name=""/>
        <p:cNvGrpSpPr/>
        <p:nvPr/>
      </p:nvGrpSpPr>
      <p:grpSpPr>
        <a:xfrm>
          <a:off x="0" y="0"/>
          <a:ext cx="0" cy="0"/>
          <a:chOff x="0" y="0"/>
          <a:chExt cx="0" cy="0"/>
        </a:xfrm>
      </p:grpSpPr>
      <p:sp>
        <p:nvSpPr>
          <p:cNvPr id="2" name="Text 0"/>
          <p:cNvSpPr/>
          <p:nvPr/>
        </p:nvSpPr>
        <p:spPr>
          <a:xfrm>
            <a:off x="812800" y="457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34A00"/>
                </a:solidFill>
                <a:latin typeface="Noto Sans JP" pitchFamily="34" charset="0"/>
                <a:ea typeface="Noto Sans JP" pitchFamily="34" charset="-122"/>
                <a:cs typeface="Noto Sans JP" pitchFamily="34" charset="-120"/>
              </a:rPr>
              <a:t>SAMPLE PLAY 1</a:t>
            </a:r>
            <a:endParaRPr lang="en-US" sz="1200" dirty="0"/>
          </a:p>
        </p:txBody>
      </p:sp>
      <p:sp>
        <p:nvSpPr>
          <p:cNvPr id="3" name="Text 1"/>
          <p:cNvSpPr>
            <a:spLocks noGrp="1"/>
          </p:cNvSpPr>
          <p:nvPr>
            <p:ph type="title"/>
          </p:nvPr>
        </p:nvSpPr>
        <p:spPr>
          <a:xfrm>
            <a:off x="812800" y="8102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A0028"/>
                </a:solidFill>
                <a:latin typeface="Noto Sans JP" pitchFamily="34" charset="0"/>
                <a:ea typeface="Noto Sans JP" pitchFamily="34" charset="-122"/>
                <a:cs typeface="Noto Sans JP" pitchFamily="34" charset="-120"/>
              </a:rPr>
              <a:t>行動2:反撃でパリィ</a:t>
            </a:r>
            <a:endParaRPr lang="en-US" sz="3200" dirty="0"/>
          </a:p>
        </p:txBody>
      </p:sp>
      <p:grpSp>
        <p:nvGrpSpPr>
          <p:cNvPr id="18" name="グループ化 17">
            <a:extLst>
              <a:ext uri="{FF2B5EF4-FFF2-40B4-BE49-F238E27FC236}">
                <a16:creationId xmlns:a16="http://schemas.microsoft.com/office/drawing/2014/main" id="{ED096030-9215-8CB6-8DB9-B8D32FFCA572}"/>
              </a:ext>
            </a:extLst>
          </p:cNvPr>
          <p:cNvGrpSpPr/>
          <p:nvPr/>
        </p:nvGrpSpPr>
        <p:grpSpPr>
          <a:xfrm>
            <a:off x="819150" y="1403300"/>
            <a:ext cx="10659995" cy="2222650"/>
            <a:chOff x="819150" y="1403300"/>
            <a:chExt cx="10659995" cy="2222650"/>
          </a:xfrm>
        </p:grpSpPr>
        <p:sp>
          <p:nvSpPr>
            <p:cNvPr id="4" name="Shape 2"/>
            <p:cNvSpPr/>
            <p:nvPr/>
          </p:nvSpPr>
          <p:spPr>
            <a:xfrm>
              <a:off x="819150" y="1403300"/>
              <a:ext cx="10553700" cy="2222650"/>
            </a:xfrm>
            <a:prstGeom prst="roundRect">
              <a:avLst>
                <a:gd name="adj" fmla="val 6800"/>
              </a:avLst>
            </a:prstGeom>
            <a:solidFill>
              <a:srgbClr val="FFFFFF"/>
            </a:solidFill>
            <a:ln w="12700">
              <a:solidFill>
                <a:srgbClr val="0A0028"/>
              </a:solidFill>
              <a:prstDash val="solid"/>
            </a:ln>
          </p:spPr>
          <p:txBody>
            <a:bodyPr/>
            <a:lstStyle/>
            <a:p>
              <a:endParaRPr lang="ja-JP" altLang="en-US"/>
            </a:p>
          </p:txBody>
        </p:sp>
        <p:sp>
          <p:nvSpPr>
            <p:cNvPr id="5" name="Text 3"/>
            <p:cNvSpPr/>
            <p:nvPr/>
          </p:nvSpPr>
          <p:spPr>
            <a:xfrm>
              <a:off x="1028700" y="1587450"/>
              <a:ext cx="1043863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A0028"/>
                  </a:solidFill>
                  <a:latin typeface="Noto Sans JP" pitchFamily="34" charset="0"/>
                  <a:ea typeface="Noto Sans JP" pitchFamily="34" charset="-122"/>
                  <a:cs typeface="Noto Sans JP" pitchFamily="34" charset="-120"/>
                </a:rPr>
                <a:t>① Aの攻撃 対 Bの反撃</a:t>
              </a:r>
              <a:endParaRPr lang="en-US" sz="1800" dirty="0"/>
            </a:p>
          </p:txBody>
        </p:sp>
        <p:sp>
          <p:nvSpPr>
            <p:cNvPr id="6" name="Text 4"/>
            <p:cNvSpPr/>
            <p:nvPr/>
          </p:nvSpPr>
          <p:spPr>
            <a:xfrm>
              <a:off x="1028700" y="1963341"/>
              <a:ext cx="1311027"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A:スイング×1</a:t>
              </a:r>
              <a:endParaRPr lang="en-US" sz="1300" dirty="0"/>
            </a:p>
          </p:txBody>
        </p:sp>
        <p:sp>
          <p:nvSpPr>
            <p:cNvPr id="7" name="Text 5"/>
            <p:cNvSpPr/>
            <p:nvPr/>
          </p:nvSpPr>
          <p:spPr>
            <a:xfrm>
              <a:off x="2441327" y="2001441"/>
              <a:ext cx="2159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A0028"/>
                  </a:solidFill>
                  <a:latin typeface="Noto Sans JP" pitchFamily="34" charset="0"/>
                  <a:ea typeface="Noto Sans JP" pitchFamily="34" charset="-122"/>
                  <a:cs typeface="Noto Sans JP" pitchFamily="34" charset="-120"/>
                </a:rPr>
                <a:t>対</a:t>
              </a:r>
              <a:endParaRPr lang="en-US" sz="1300" dirty="0"/>
            </a:p>
          </p:txBody>
        </p:sp>
        <p:sp>
          <p:nvSpPr>
            <p:cNvPr id="8" name="Text 6"/>
            <p:cNvSpPr/>
            <p:nvPr/>
          </p:nvSpPr>
          <p:spPr>
            <a:xfrm>
              <a:off x="2708027" y="1963341"/>
              <a:ext cx="1685280"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B:反撃 スイング×1</a:t>
              </a:r>
              <a:endParaRPr lang="en-US" sz="1300" dirty="0"/>
            </a:p>
          </p:txBody>
        </p:sp>
        <p:sp>
          <p:nvSpPr>
            <p:cNvPr id="9" name="Text 7"/>
            <p:cNvSpPr/>
            <p:nvPr/>
          </p:nvSpPr>
          <p:spPr>
            <a:xfrm>
              <a:off x="1040507" y="3185549"/>
              <a:ext cx="10438638"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A0028"/>
                  </a:solidFill>
                  <a:latin typeface="Noto Sans JP" pitchFamily="34" charset="0"/>
                  <a:ea typeface="Noto Sans JP" pitchFamily="34" charset="-122"/>
                  <a:cs typeface="Noto Sans JP" pitchFamily="34" charset="-120"/>
                </a:rPr>
                <a:t>結果:同じ種類・同じ枚数なので大成功(パリィ)。Bは出したカードを手札に回収する。Aは一時的に防御側になる。</a:t>
              </a:r>
              <a:endParaRPr lang="en-US" sz="1300" dirty="0"/>
            </a:p>
          </p:txBody>
        </p:sp>
      </p:grpSp>
      <p:pic>
        <p:nvPicPr>
          <p:cNvPr id="20" name="図 19">
            <a:extLst>
              <a:ext uri="{FF2B5EF4-FFF2-40B4-BE49-F238E27FC236}">
                <a16:creationId xmlns:a16="http://schemas.microsoft.com/office/drawing/2014/main" id="{19CA9552-C4FB-1416-A617-06EC3BED1B98}"/>
              </a:ext>
            </a:extLst>
          </p:cNvPr>
          <p:cNvPicPr>
            <a:picLocks noChangeAspect="1"/>
          </p:cNvPicPr>
          <p:nvPr/>
        </p:nvPicPr>
        <p:blipFill>
          <a:blip r:embed="rId3"/>
          <a:stretch>
            <a:fillRect/>
          </a:stretch>
        </p:blipFill>
        <p:spPr>
          <a:xfrm>
            <a:off x="1380577" y="2360561"/>
            <a:ext cx="607271" cy="732913"/>
          </a:xfrm>
          <a:prstGeom prst="rect">
            <a:avLst/>
          </a:prstGeom>
        </p:spPr>
      </p:pic>
      <p:pic>
        <p:nvPicPr>
          <p:cNvPr id="21" name="図 20">
            <a:extLst>
              <a:ext uri="{FF2B5EF4-FFF2-40B4-BE49-F238E27FC236}">
                <a16:creationId xmlns:a16="http://schemas.microsoft.com/office/drawing/2014/main" id="{AC22EC60-BD6E-68C4-FC28-88A56E4273A7}"/>
              </a:ext>
            </a:extLst>
          </p:cNvPr>
          <p:cNvPicPr>
            <a:picLocks noChangeAspect="1"/>
          </p:cNvPicPr>
          <p:nvPr/>
        </p:nvPicPr>
        <p:blipFill>
          <a:blip r:embed="rId3"/>
          <a:stretch>
            <a:fillRect/>
          </a:stretch>
        </p:blipFill>
        <p:spPr>
          <a:xfrm>
            <a:off x="3247031" y="2373330"/>
            <a:ext cx="607271" cy="732913"/>
          </a:xfrm>
          <a:prstGeom prst="rect">
            <a:avLst/>
          </a:prstGeom>
        </p:spPr>
      </p:pic>
      <p:grpSp>
        <p:nvGrpSpPr>
          <p:cNvPr id="24" name="グループ化 23">
            <a:extLst>
              <a:ext uri="{FF2B5EF4-FFF2-40B4-BE49-F238E27FC236}">
                <a16:creationId xmlns:a16="http://schemas.microsoft.com/office/drawing/2014/main" id="{A4FF7D06-0BDD-B508-7DEA-A2ABF733733B}"/>
              </a:ext>
            </a:extLst>
          </p:cNvPr>
          <p:cNvGrpSpPr/>
          <p:nvPr/>
        </p:nvGrpSpPr>
        <p:grpSpPr>
          <a:xfrm>
            <a:off x="5275695" y="189235"/>
            <a:ext cx="5634831" cy="307330"/>
            <a:chOff x="812800" y="1803350"/>
            <a:chExt cx="5634831" cy="307330"/>
          </a:xfrm>
        </p:grpSpPr>
        <p:sp>
          <p:nvSpPr>
            <p:cNvPr id="25" name="Text 3">
              <a:extLst>
                <a:ext uri="{FF2B5EF4-FFF2-40B4-BE49-F238E27FC236}">
                  <a16:creationId xmlns:a16="http://schemas.microsoft.com/office/drawing/2014/main" id="{8B04B696-C37D-5B61-CDDB-890307D38381}"/>
                </a:ext>
              </a:extLst>
            </p:cNvPr>
            <p:cNvSpPr/>
            <p:nvPr/>
          </p:nvSpPr>
          <p:spPr>
            <a:xfrm>
              <a:off x="812800" y="184145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sp>
          <p:nvSpPr>
            <p:cNvPr id="26" name="Text 4">
              <a:extLst>
                <a:ext uri="{FF2B5EF4-FFF2-40B4-BE49-F238E27FC236}">
                  <a16:creationId xmlns:a16="http://schemas.microsoft.com/office/drawing/2014/main" id="{DA13D677-F044-C2A8-705B-F06ECDC46952}"/>
                </a:ext>
              </a:extLst>
            </p:cNvPr>
            <p:cNvSpPr/>
            <p:nvPr/>
          </p:nvSpPr>
          <p:spPr>
            <a:xfrm>
              <a:off x="1866900" y="1803350"/>
              <a:ext cx="13166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27" name="Text 5">
              <a:extLst>
                <a:ext uri="{FF2B5EF4-FFF2-40B4-BE49-F238E27FC236}">
                  <a16:creationId xmlns:a16="http://schemas.microsoft.com/office/drawing/2014/main" id="{4190C6A6-938B-3ED5-D557-8300E9E83D4B}"/>
                </a:ext>
              </a:extLst>
            </p:cNvPr>
            <p:cNvSpPr/>
            <p:nvPr/>
          </p:nvSpPr>
          <p:spPr>
            <a:xfrm>
              <a:off x="3285133" y="1803350"/>
              <a:ext cx="8213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刺突×2</a:t>
              </a:r>
              <a:endParaRPr lang="en-US" sz="1300" dirty="0"/>
            </a:p>
          </p:txBody>
        </p:sp>
        <p:sp>
          <p:nvSpPr>
            <p:cNvPr id="28" name="Text 6">
              <a:extLst>
                <a:ext uri="{FF2B5EF4-FFF2-40B4-BE49-F238E27FC236}">
                  <a16:creationId xmlns:a16="http://schemas.microsoft.com/office/drawing/2014/main" id="{2CAD9011-625D-5BBD-8985-ACD1BD7D0ABE}"/>
                </a:ext>
              </a:extLst>
            </p:cNvPr>
            <p:cNvSpPr/>
            <p:nvPr/>
          </p:nvSpPr>
          <p:spPr>
            <a:xfrm>
              <a:off x="4208066" y="1803350"/>
              <a:ext cx="11515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スイング×1</a:t>
              </a:r>
              <a:endParaRPr lang="en-US" sz="1300" dirty="0"/>
            </a:p>
          </p:txBody>
        </p:sp>
        <p:sp>
          <p:nvSpPr>
            <p:cNvPr id="29" name="Text 7">
              <a:extLst>
                <a:ext uri="{FF2B5EF4-FFF2-40B4-BE49-F238E27FC236}">
                  <a16:creationId xmlns:a16="http://schemas.microsoft.com/office/drawing/2014/main" id="{C93E2654-DF1A-C938-A1FD-8097C38A25C9}"/>
                </a:ext>
              </a:extLst>
            </p:cNvPr>
            <p:cNvSpPr/>
            <p:nvPr/>
          </p:nvSpPr>
          <p:spPr>
            <a:xfrm>
              <a:off x="5461198" y="1803350"/>
              <a:ext cx="986433" cy="307330"/>
            </a:xfrm>
            <a:prstGeom prst="roundRect">
              <a:avLst>
                <a:gd name="adj" fmla="val 16529"/>
              </a:avLst>
            </a:prstGeom>
            <a:solidFill>
              <a:srgbClr val="A8E89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キック×1</a:t>
              </a:r>
              <a:endParaRPr lang="en-US" sz="1300" dirty="0"/>
            </a:p>
          </p:txBody>
        </p:sp>
      </p:grpSp>
      <p:grpSp>
        <p:nvGrpSpPr>
          <p:cNvPr id="30" name="グループ化 29">
            <a:extLst>
              <a:ext uri="{FF2B5EF4-FFF2-40B4-BE49-F238E27FC236}">
                <a16:creationId xmlns:a16="http://schemas.microsoft.com/office/drawing/2014/main" id="{5A012514-4D88-2592-9EA3-339CA011BC5C}"/>
              </a:ext>
            </a:extLst>
          </p:cNvPr>
          <p:cNvGrpSpPr/>
          <p:nvPr/>
        </p:nvGrpSpPr>
        <p:grpSpPr>
          <a:xfrm>
            <a:off x="5275695" y="655073"/>
            <a:ext cx="5634831" cy="307330"/>
            <a:chOff x="812800" y="2250380"/>
            <a:chExt cx="5634831" cy="307330"/>
          </a:xfrm>
        </p:grpSpPr>
        <p:sp>
          <p:nvSpPr>
            <p:cNvPr id="31" name="Text 8">
              <a:extLst>
                <a:ext uri="{FF2B5EF4-FFF2-40B4-BE49-F238E27FC236}">
                  <a16:creationId xmlns:a16="http://schemas.microsoft.com/office/drawing/2014/main" id="{9B4A132E-C9D2-157B-7F42-E2D72D041C80}"/>
                </a:ext>
              </a:extLst>
            </p:cNvPr>
            <p:cNvSpPr/>
            <p:nvPr/>
          </p:nvSpPr>
          <p:spPr>
            <a:xfrm>
              <a:off x="812800" y="228848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Bの手札</a:t>
              </a:r>
              <a:endParaRPr lang="en-US" sz="1300" dirty="0"/>
            </a:p>
          </p:txBody>
        </p:sp>
        <p:sp>
          <p:nvSpPr>
            <p:cNvPr id="32" name="Text 9">
              <a:extLst>
                <a:ext uri="{FF2B5EF4-FFF2-40B4-BE49-F238E27FC236}">
                  <a16:creationId xmlns:a16="http://schemas.microsoft.com/office/drawing/2014/main" id="{BDB76290-F162-E3B4-2F4A-3E0B510BA444}"/>
                </a:ext>
              </a:extLst>
            </p:cNvPr>
            <p:cNvSpPr/>
            <p:nvPr/>
          </p:nvSpPr>
          <p:spPr>
            <a:xfrm>
              <a:off x="1866900" y="2250380"/>
              <a:ext cx="11515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スイング×2</a:t>
              </a:r>
              <a:endParaRPr lang="en-US" sz="1300" dirty="0"/>
            </a:p>
          </p:txBody>
        </p:sp>
        <p:sp>
          <p:nvSpPr>
            <p:cNvPr id="33" name="Text 10">
              <a:extLst>
                <a:ext uri="{FF2B5EF4-FFF2-40B4-BE49-F238E27FC236}">
                  <a16:creationId xmlns:a16="http://schemas.microsoft.com/office/drawing/2014/main" id="{3D2FDA80-1BDB-36D8-6508-EE4F2271D5D6}"/>
                </a:ext>
              </a:extLst>
            </p:cNvPr>
            <p:cNvSpPr/>
            <p:nvPr/>
          </p:nvSpPr>
          <p:spPr>
            <a:xfrm>
              <a:off x="3120033" y="2250380"/>
              <a:ext cx="8213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34" name="Text 11">
              <a:extLst>
                <a:ext uri="{FF2B5EF4-FFF2-40B4-BE49-F238E27FC236}">
                  <a16:creationId xmlns:a16="http://schemas.microsoft.com/office/drawing/2014/main" id="{EA3FE9BE-EF2F-2ED2-AB44-0BB04BB591F3}"/>
                </a:ext>
              </a:extLst>
            </p:cNvPr>
            <p:cNvSpPr/>
            <p:nvPr/>
          </p:nvSpPr>
          <p:spPr>
            <a:xfrm>
              <a:off x="4042966" y="2250380"/>
              <a:ext cx="13166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振り下ろし×1</a:t>
              </a:r>
              <a:endParaRPr lang="en-US" sz="1300" dirty="0"/>
            </a:p>
          </p:txBody>
        </p:sp>
        <p:sp>
          <p:nvSpPr>
            <p:cNvPr id="35" name="Text 12">
              <a:extLst>
                <a:ext uri="{FF2B5EF4-FFF2-40B4-BE49-F238E27FC236}">
                  <a16:creationId xmlns:a16="http://schemas.microsoft.com/office/drawing/2014/main" id="{1B6CB8FC-50E5-ADF6-4FDE-40408D0D2CFD}"/>
                </a:ext>
              </a:extLst>
            </p:cNvPr>
            <p:cNvSpPr/>
            <p:nvPr/>
          </p:nvSpPr>
          <p:spPr>
            <a:xfrm>
              <a:off x="5461198" y="2250380"/>
              <a:ext cx="986433" cy="307330"/>
            </a:xfrm>
            <a:prstGeom prst="roundRect">
              <a:avLst>
                <a:gd name="adj" fmla="val 16529"/>
              </a:avLst>
            </a:prstGeom>
            <a:solidFill>
              <a:srgbClr val="A8E89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キック×1</a:t>
              </a:r>
              <a:endParaRPr lang="en-US" sz="1300" dirty="0"/>
            </a:p>
          </p:txBody>
        </p:sp>
      </p:grpSp>
      <p:grpSp>
        <p:nvGrpSpPr>
          <p:cNvPr id="36" name="グループ化 35">
            <a:extLst>
              <a:ext uri="{FF2B5EF4-FFF2-40B4-BE49-F238E27FC236}">
                <a16:creationId xmlns:a16="http://schemas.microsoft.com/office/drawing/2014/main" id="{63A03E2E-E65D-CC16-9B33-50A579A3E2D1}"/>
              </a:ext>
            </a:extLst>
          </p:cNvPr>
          <p:cNvGrpSpPr/>
          <p:nvPr/>
        </p:nvGrpSpPr>
        <p:grpSpPr>
          <a:xfrm>
            <a:off x="5528469" y="1666235"/>
            <a:ext cx="5634831" cy="307330"/>
            <a:chOff x="812800" y="1803350"/>
            <a:chExt cx="5634831" cy="307330"/>
          </a:xfrm>
        </p:grpSpPr>
        <p:sp>
          <p:nvSpPr>
            <p:cNvPr id="37" name="Text 3">
              <a:extLst>
                <a:ext uri="{FF2B5EF4-FFF2-40B4-BE49-F238E27FC236}">
                  <a16:creationId xmlns:a16="http://schemas.microsoft.com/office/drawing/2014/main" id="{F872350B-BA1E-5830-1D43-E7E3C0DC2697}"/>
                </a:ext>
              </a:extLst>
            </p:cNvPr>
            <p:cNvSpPr/>
            <p:nvPr/>
          </p:nvSpPr>
          <p:spPr>
            <a:xfrm>
              <a:off x="812800" y="184145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sp>
          <p:nvSpPr>
            <p:cNvPr id="38" name="Text 4">
              <a:extLst>
                <a:ext uri="{FF2B5EF4-FFF2-40B4-BE49-F238E27FC236}">
                  <a16:creationId xmlns:a16="http://schemas.microsoft.com/office/drawing/2014/main" id="{463384D9-D1D4-8AFB-1101-CC421C36468F}"/>
                </a:ext>
              </a:extLst>
            </p:cNvPr>
            <p:cNvSpPr/>
            <p:nvPr/>
          </p:nvSpPr>
          <p:spPr>
            <a:xfrm>
              <a:off x="1866900" y="1803350"/>
              <a:ext cx="13166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39" name="Text 5">
              <a:extLst>
                <a:ext uri="{FF2B5EF4-FFF2-40B4-BE49-F238E27FC236}">
                  <a16:creationId xmlns:a16="http://schemas.microsoft.com/office/drawing/2014/main" id="{86BF1983-ADB4-7595-A9DC-DA005CDE9849}"/>
                </a:ext>
              </a:extLst>
            </p:cNvPr>
            <p:cNvSpPr/>
            <p:nvPr/>
          </p:nvSpPr>
          <p:spPr>
            <a:xfrm>
              <a:off x="3285133" y="1803350"/>
              <a:ext cx="8213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刺突×2</a:t>
              </a:r>
              <a:endParaRPr lang="en-US" sz="1300" dirty="0"/>
            </a:p>
          </p:txBody>
        </p:sp>
        <p:sp>
          <p:nvSpPr>
            <p:cNvPr id="40" name="Text 6">
              <a:extLst>
                <a:ext uri="{FF2B5EF4-FFF2-40B4-BE49-F238E27FC236}">
                  <a16:creationId xmlns:a16="http://schemas.microsoft.com/office/drawing/2014/main" id="{816B7E0D-A603-3305-2587-730C11680D6E}"/>
                </a:ext>
              </a:extLst>
            </p:cNvPr>
            <p:cNvSpPr/>
            <p:nvPr/>
          </p:nvSpPr>
          <p:spPr>
            <a:xfrm>
              <a:off x="4208066" y="1803350"/>
              <a:ext cx="11515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41" name="Text 7">
              <a:extLst>
                <a:ext uri="{FF2B5EF4-FFF2-40B4-BE49-F238E27FC236}">
                  <a16:creationId xmlns:a16="http://schemas.microsoft.com/office/drawing/2014/main" id="{B7B14A05-CF8A-FD63-24BA-F0890590A010}"/>
                </a:ext>
              </a:extLst>
            </p:cNvPr>
            <p:cNvSpPr/>
            <p:nvPr/>
          </p:nvSpPr>
          <p:spPr>
            <a:xfrm>
              <a:off x="5461198" y="1803350"/>
              <a:ext cx="986433" cy="307330"/>
            </a:xfrm>
            <a:prstGeom prst="roundRect">
              <a:avLst>
                <a:gd name="adj" fmla="val 16529"/>
              </a:avLst>
            </a:prstGeom>
            <a:solidFill>
              <a:srgbClr val="A8E89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キック×1</a:t>
              </a:r>
              <a:endParaRPr lang="en-US" sz="1300" dirty="0"/>
            </a:p>
          </p:txBody>
        </p:sp>
      </p:grpSp>
      <p:grpSp>
        <p:nvGrpSpPr>
          <p:cNvPr id="42" name="グループ化 41">
            <a:extLst>
              <a:ext uri="{FF2B5EF4-FFF2-40B4-BE49-F238E27FC236}">
                <a16:creationId xmlns:a16="http://schemas.microsoft.com/office/drawing/2014/main" id="{6B1AF3A2-B9D1-8FB0-3D0A-D58CF2132F82}"/>
              </a:ext>
            </a:extLst>
          </p:cNvPr>
          <p:cNvGrpSpPr/>
          <p:nvPr/>
        </p:nvGrpSpPr>
        <p:grpSpPr>
          <a:xfrm>
            <a:off x="5528469" y="2224909"/>
            <a:ext cx="5634831" cy="307330"/>
            <a:chOff x="812800" y="2250380"/>
            <a:chExt cx="5634831" cy="307330"/>
          </a:xfrm>
        </p:grpSpPr>
        <p:sp>
          <p:nvSpPr>
            <p:cNvPr id="43" name="Text 8">
              <a:extLst>
                <a:ext uri="{FF2B5EF4-FFF2-40B4-BE49-F238E27FC236}">
                  <a16:creationId xmlns:a16="http://schemas.microsoft.com/office/drawing/2014/main" id="{DC297280-90F8-BFD5-0A22-2FECE4BDB304}"/>
                </a:ext>
              </a:extLst>
            </p:cNvPr>
            <p:cNvSpPr/>
            <p:nvPr/>
          </p:nvSpPr>
          <p:spPr>
            <a:xfrm>
              <a:off x="812800" y="228848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Bの手札</a:t>
              </a:r>
              <a:endParaRPr lang="en-US" sz="1300" dirty="0"/>
            </a:p>
          </p:txBody>
        </p:sp>
        <p:sp>
          <p:nvSpPr>
            <p:cNvPr id="44" name="Text 9">
              <a:extLst>
                <a:ext uri="{FF2B5EF4-FFF2-40B4-BE49-F238E27FC236}">
                  <a16:creationId xmlns:a16="http://schemas.microsoft.com/office/drawing/2014/main" id="{B39645EC-DE70-F027-6420-D30348763F8E}"/>
                </a:ext>
              </a:extLst>
            </p:cNvPr>
            <p:cNvSpPr/>
            <p:nvPr/>
          </p:nvSpPr>
          <p:spPr>
            <a:xfrm>
              <a:off x="1866900" y="2250380"/>
              <a:ext cx="11515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スイング</a:t>
              </a:r>
              <a:r>
                <a:rPr lang="en-US" sz="1300" b="1" u="sng" dirty="0">
                  <a:solidFill>
                    <a:srgbClr val="0A0028"/>
                  </a:solidFill>
                  <a:latin typeface="Noto Sans JP" pitchFamily="34" charset="0"/>
                  <a:ea typeface="Noto Sans JP" pitchFamily="34" charset="-122"/>
                  <a:cs typeface="Noto Sans JP" pitchFamily="34" charset="-120"/>
                </a:rPr>
                <a:t>×1</a:t>
              </a:r>
              <a:endParaRPr lang="en-US" sz="1300" u="sng" dirty="0"/>
            </a:p>
          </p:txBody>
        </p:sp>
        <p:sp>
          <p:nvSpPr>
            <p:cNvPr id="45" name="Text 10">
              <a:extLst>
                <a:ext uri="{FF2B5EF4-FFF2-40B4-BE49-F238E27FC236}">
                  <a16:creationId xmlns:a16="http://schemas.microsoft.com/office/drawing/2014/main" id="{8A5CE8D1-EE3B-6B1C-0A09-F2C12F190800}"/>
                </a:ext>
              </a:extLst>
            </p:cNvPr>
            <p:cNvSpPr/>
            <p:nvPr/>
          </p:nvSpPr>
          <p:spPr>
            <a:xfrm>
              <a:off x="3120033" y="2250380"/>
              <a:ext cx="8213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46" name="Text 11">
              <a:extLst>
                <a:ext uri="{FF2B5EF4-FFF2-40B4-BE49-F238E27FC236}">
                  <a16:creationId xmlns:a16="http://schemas.microsoft.com/office/drawing/2014/main" id="{267FFA60-B732-AE28-8B6C-2BC3CDE8C3C6}"/>
                </a:ext>
              </a:extLst>
            </p:cNvPr>
            <p:cNvSpPr/>
            <p:nvPr/>
          </p:nvSpPr>
          <p:spPr>
            <a:xfrm>
              <a:off x="4042966" y="2250380"/>
              <a:ext cx="13166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振り下ろし×1</a:t>
              </a:r>
              <a:endParaRPr lang="en-US" sz="1300" dirty="0"/>
            </a:p>
          </p:txBody>
        </p:sp>
        <p:sp>
          <p:nvSpPr>
            <p:cNvPr id="47" name="Text 12">
              <a:extLst>
                <a:ext uri="{FF2B5EF4-FFF2-40B4-BE49-F238E27FC236}">
                  <a16:creationId xmlns:a16="http://schemas.microsoft.com/office/drawing/2014/main" id="{3BDFB22B-5EB9-FDA1-D895-943253061EA8}"/>
                </a:ext>
              </a:extLst>
            </p:cNvPr>
            <p:cNvSpPr/>
            <p:nvPr/>
          </p:nvSpPr>
          <p:spPr>
            <a:xfrm>
              <a:off x="5461198" y="2250380"/>
              <a:ext cx="986433" cy="307330"/>
            </a:xfrm>
            <a:prstGeom prst="roundRect">
              <a:avLst>
                <a:gd name="adj" fmla="val 16529"/>
              </a:avLst>
            </a:prstGeom>
            <a:solidFill>
              <a:srgbClr val="A8E89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キック×1</a:t>
              </a:r>
              <a:endParaRPr lang="en-US" sz="1300" dirty="0"/>
            </a:p>
          </p:txBody>
        </p:sp>
      </p:grpSp>
      <p:grpSp>
        <p:nvGrpSpPr>
          <p:cNvPr id="23" name="グループ化 22">
            <a:extLst>
              <a:ext uri="{FF2B5EF4-FFF2-40B4-BE49-F238E27FC236}">
                <a16:creationId xmlns:a16="http://schemas.microsoft.com/office/drawing/2014/main" id="{C6D88A25-1526-3818-C51C-1FDF76BFE178}"/>
              </a:ext>
            </a:extLst>
          </p:cNvPr>
          <p:cNvGrpSpPr/>
          <p:nvPr/>
        </p:nvGrpSpPr>
        <p:grpSpPr>
          <a:xfrm>
            <a:off x="830957" y="4540828"/>
            <a:ext cx="10648188" cy="2188120"/>
            <a:chOff x="830957" y="4212680"/>
            <a:chExt cx="10648188" cy="2188120"/>
          </a:xfrm>
        </p:grpSpPr>
        <p:grpSp>
          <p:nvGrpSpPr>
            <p:cNvPr id="17" name="グループ化 16">
              <a:extLst>
                <a:ext uri="{FF2B5EF4-FFF2-40B4-BE49-F238E27FC236}">
                  <a16:creationId xmlns:a16="http://schemas.microsoft.com/office/drawing/2014/main" id="{C4D1D1D1-3557-48CC-1414-C132DBD97EE6}"/>
                </a:ext>
              </a:extLst>
            </p:cNvPr>
            <p:cNvGrpSpPr/>
            <p:nvPr/>
          </p:nvGrpSpPr>
          <p:grpSpPr>
            <a:xfrm>
              <a:off x="830957" y="4212680"/>
              <a:ext cx="10648188" cy="2188120"/>
              <a:chOff x="819150" y="2956471"/>
              <a:chExt cx="10648188" cy="2188120"/>
            </a:xfrm>
          </p:grpSpPr>
          <p:sp>
            <p:nvSpPr>
              <p:cNvPr id="10" name="Shape 8"/>
              <p:cNvSpPr/>
              <p:nvPr/>
            </p:nvSpPr>
            <p:spPr>
              <a:xfrm>
                <a:off x="819150" y="2956471"/>
                <a:ext cx="10553700" cy="2188120"/>
              </a:xfrm>
              <a:prstGeom prst="roundRect">
                <a:avLst>
                  <a:gd name="adj" fmla="val 6800"/>
                </a:avLst>
              </a:prstGeom>
              <a:solidFill>
                <a:srgbClr val="FFFFFF"/>
              </a:solidFill>
              <a:ln w="12700">
                <a:solidFill>
                  <a:srgbClr val="0A0028"/>
                </a:solidFill>
                <a:prstDash val="solid"/>
              </a:ln>
            </p:spPr>
            <p:txBody>
              <a:bodyPr/>
              <a:lstStyle/>
              <a:p>
                <a:endParaRPr lang="ja-JP" altLang="en-US"/>
              </a:p>
            </p:txBody>
          </p:sp>
          <p:sp>
            <p:nvSpPr>
              <p:cNvPr id="11" name="Text 9"/>
              <p:cNvSpPr/>
              <p:nvPr/>
            </p:nvSpPr>
            <p:spPr>
              <a:xfrm>
                <a:off x="1028700" y="3140621"/>
                <a:ext cx="1043863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A0028"/>
                    </a:solidFill>
                    <a:latin typeface="Noto Sans JP" pitchFamily="34" charset="0"/>
                    <a:ea typeface="Noto Sans JP" pitchFamily="34" charset="-122"/>
                    <a:cs typeface="Noto Sans JP" pitchFamily="34" charset="-120"/>
                  </a:rPr>
                  <a:t>② </a:t>
                </a:r>
                <a:r>
                  <a:rPr lang="en-US" sz="1800" b="1" dirty="0" err="1">
                    <a:solidFill>
                      <a:srgbClr val="0A0028"/>
                    </a:solidFill>
                    <a:latin typeface="Noto Sans JP" pitchFamily="34" charset="0"/>
                    <a:ea typeface="Noto Sans JP" pitchFamily="34" charset="-122"/>
                    <a:cs typeface="Noto Sans JP" pitchFamily="34" charset="-120"/>
                  </a:rPr>
                  <a:t>Aは防御側として対処する</a:t>
                </a:r>
                <a:r>
                  <a:rPr lang="ja-JP" altLang="en-US" sz="1800" b="1" dirty="0">
                    <a:solidFill>
                      <a:srgbClr val="0A0028"/>
                    </a:solidFill>
                    <a:latin typeface="Noto Sans JP" pitchFamily="34" charset="0"/>
                    <a:ea typeface="Noto Sans JP" pitchFamily="34" charset="-122"/>
                    <a:cs typeface="Noto Sans JP" pitchFamily="34" charset="-120"/>
                  </a:rPr>
                  <a:t>（ガード）</a:t>
                </a:r>
                <a:endParaRPr lang="en-US" sz="1800" dirty="0"/>
              </a:p>
            </p:txBody>
          </p:sp>
          <p:sp>
            <p:nvSpPr>
              <p:cNvPr id="12" name="Text 10"/>
              <p:cNvSpPr/>
              <p:nvPr/>
            </p:nvSpPr>
            <p:spPr>
              <a:xfrm>
                <a:off x="1028700" y="3516511"/>
                <a:ext cx="2261344" cy="307330"/>
              </a:xfrm>
              <a:prstGeom prst="roundRect">
                <a:avLst>
                  <a:gd name="adj" fmla="val 16529"/>
                </a:avLst>
              </a:prstGeom>
              <a:solidFill>
                <a:srgbClr val="E6E0A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A:ガード(刺突×1を横向き)</a:t>
                </a:r>
                <a:endParaRPr lang="en-US" sz="1300" dirty="0"/>
              </a:p>
            </p:txBody>
          </p:sp>
          <p:sp>
            <p:nvSpPr>
              <p:cNvPr id="13" name="Text 11"/>
              <p:cNvSpPr/>
              <p:nvPr/>
            </p:nvSpPr>
            <p:spPr>
              <a:xfrm>
                <a:off x="3391644" y="3554611"/>
                <a:ext cx="2159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A0028"/>
                    </a:solidFill>
                    <a:latin typeface="Noto Sans JP" pitchFamily="34" charset="0"/>
                    <a:ea typeface="Noto Sans JP" pitchFamily="34" charset="-122"/>
                    <a:cs typeface="Noto Sans JP" pitchFamily="34" charset="-120"/>
                  </a:rPr>
                  <a:t>対</a:t>
                </a:r>
                <a:endParaRPr lang="en-US" sz="1300" dirty="0"/>
              </a:p>
            </p:txBody>
          </p:sp>
          <p:sp>
            <p:nvSpPr>
              <p:cNvPr id="14" name="Text 12"/>
              <p:cNvSpPr/>
              <p:nvPr/>
            </p:nvSpPr>
            <p:spPr>
              <a:xfrm>
                <a:off x="3658344" y="3516511"/>
                <a:ext cx="1812925"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Bの反撃:スイング×1</a:t>
                </a:r>
                <a:endParaRPr lang="en-US" sz="1300" dirty="0"/>
              </a:p>
            </p:txBody>
          </p:sp>
          <p:sp>
            <p:nvSpPr>
              <p:cNvPr id="15" name="Text 13"/>
              <p:cNvSpPr/>
              <p:nvPr/>
            </p:nvSpPr>
            <p:spPr>
              <a:xfrm>
                <a:off x="1028700" y="4734620"/>
                <a:ext cx="10438638" cy="273050"/>
              </a:xfrm>
              <a:prstGeom prst="rect">
                <a:avLst/>
              </a:prstGeom>
              <a:noFill/>
              <a:ln/>
            </p:spPr>
            <p:txBody>
              <a:bodyPr wrap="square" lIns="0" tIns="0" rIns="0" bIns="0" rtlCol="0" anchor="t">
                <a:normAutofit/>
              </a:bodyPr>
              <a:lstStyle/>
              <a:p>
                <a:pPr>
                  <a:lnSpc>
                    <a:spcPts val="1950"/>
                  </a:lnSpc>
                </a:pPr>
                <a:r>
                  <a:rPr lang="en-US" sz="1300" dirty="0">
                    <a:solidFill>
                      <a:srgbClr val="0A0028"/>
                    </a:solidFill>
                    <a:latin typeface="Noto Sans JP" pitchFamily="34" charset="0"/>
                    <a:ea typeface="Noto Sans JP" pitchFamily="34" charset="-122"/>
                    <a:cs typeface="Noto Sans JP" pitchFamily="34" charset="-120"/>
                  </a:rPr>
                  <a:t>結果:ガード成功。ダメージなし。パリィで回収したBは手札を減らさずに済み、Aだけが2枚減った。</a:t>
                </a:r>
                <a:endParaRPr lang="en-US" sz="1300" dirty="0"/>
              </a:p>
            </p:txBody>
          </p:sp>
        </p:grpSp>
        <p:pic>
          <p:nvPicPr>
            <p:cNvPr id="22" name="図 21">
              <a:extLst>
                <a:ext uri="{FF2B5EF4-FFF2-40B4-BE49-F238E27FC236}">
                  <a16:creationId xmlns:a16="http://schemas.microsoft.com/office/drawing/2014/main" id="{EEB8DB31-E451-B710-E002-DFFE6669DF53}"/>
                </a:ext>
              </a:extLst>
            </p:cNvPr>
            <p:cNvPicPr>
              <a:picLocks noChangeAspect="1"/>
            </p:cNvPicPr>
            <p:nvPr/>
          </p:nvPicPr>
          <p:blipFill>
            <a:blip r:embed="rId3">
              <a:alphaModFix amt="50000"/>
            </a:blip>
            <a:stretch>
              <a:fillRect/>
            </a:stretch>
          </p:blipFill>
          <p:spPr>
            <a:xfrm>
              <a:off x="4230257" y="5168983"/>
              <a:ext cx="607271" cy="732913"/>
            </a:xfrm>
            <a:prstGeom prst="rect">
              <a:avLst/>
            </a:prstGeom>
          </p:spPr>
        </p:pic>
      </p:grpSp>
      <p:grpSp>
        <p:nvGrpSpPr>
          <p:cNvPr id="94" name="グループ化 93">
            <a:extLst>
              <a:ext uri="{FF2B5EF4-FFF2-40B4-BE49-F238E27FC236}">
                <a16:creationId xmlns:a16="http://schemas.microsoft.com/office/drawing/2014/main" id="{BB192798-0628-AB35-D978-B6857181FFD8}"/>
              </a:ext>
            </a:extLst>
          </p:cNvPr>
          <p:cNvGrpSpPr/>
          <p:nvPr/>
        </p:nvGrpSpPr>
        <p:grpSpPr>
          <a:xfrm>
            <a:off x="5575469" y="4780280"/>
            <a:ext cx="5634831" cy="307330"/>
            <a:chOff x="812800" y="1803350"/>
            <a:chExt cx="5634831" cy="307330"/>
          </a:xfrm>
        </p:grpSpPr>
        <p:sp>
          <p:nvSpPr>
            <p:cNvPr id="95" name="Text 3">
              <a:extLst>
                <a:ext uri="{FF2B5EF4-FFF2-40B4-BE49-F238E27FC236}">
                  <a16:creationId xmlns:a16="http://schemas.microsoft.com/office/drawing/2014/main" id="{AE03BC46-638F-3D8E-3667-96528C21D5C6}"/>
                </a:ext>
              </a:extLst>
            </p:cNvPr>
            <p:cNvSpPr/>
            <p:nvPr/>
          </p:nvSpPr>
          <p:spPr>
            <a:xfrm>
              <a:off x="812800" y="184145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sp>
          <p:nvSpPr>
            <p:cNvPr id="96" name="Text 4">
              <a:extLst>
                <a:ext uri="{FF2B5EF4-FFF2-40B4-BE49-F238E27FC236}">
                  <a16:creationId xmlns:a16="http://schemas.microsoft.com/office/drawing/2014/main" id="{661B19A3-78D7-3B66-233B-C4AF974FCEDE}"/>
                </a:ext>
              </a:extLst>
            </p:cNvPr>
            <p:cNvSpPr/>
            <p:nvPr/>
          </p:nvSpPr>
          <p:spPr>
            <a:xfrm>
              <a:off x="1866900" y="1803350"/>
              <a:ext cx="13166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97" name="Text 5">
              <a:extLst>
                <a:ext uri="{FF2B5EF4-FFF2-40B4-BE49-F238E27FC236}">
                  <a16:creationId xmlns:a16="http://schemas.microsoft.com/office/drawing/2014/main" id="{E9A6E2EE-0B15-D196-99F9-3E58DED44809}"/>
                </a:ext>
              </a:extLst>
            </p:cNvPr>
            <p:cNvSpPr/>
            <p:nvPr/>
          </p:nvSpPr>
          <p:spPr>
            <a:xfrm>
              <a:off x="3285133" y="1803350"/>
              <a:ext cx="8213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刺突</a:t>
              </a:r>
              <a:r>
                <a:rPr lang="en-US" sz="1300" b="1" u="sng" dirty="0">
                  <a:solidFill>
                    <a:srgbClr val="0A0028"/>
                  </a:solidFill>
                  <a:latin typeface="Noto Sans JP" pitchFamily="34" charset="0"/>
                  <a:ea typeface="Noto Sans JP" pitchFamily="34" charset="-122"/>
                  <a:cs typeface="Noto Sans JP" pitchFamily="34" charset="-120"/>
                </a:rPr>
                <a:t>×1</a:t>
              </a:r>
              <a:endParaRPr lang="en-US" sz="1300" u="sng" dirty="0"/>
            </a:p>
          </p:txBody>
        </p:sp>
        <p:sp>
          <p:nvSpPr>
            <p:cNvPr id="98" name="Text 6">
              <a:extLst>
                <a:ext uri="{FF2B5EF4-FFF2-40B4-BE49-F238E27FC236}">
                  <a16:creationId xmlns:a16="http://schemas.microsoft.com/office/drawing/2014/main" id="{784C7644-76E1-73BF-F3AC-D2D6A8D92782}"/>
                </a:ext>
              </a:extLst>
            </p:cNvPr>
            <p:cNvSpPr/>
            <p:nvPr/>
          </p:nvSpPr>
          <p:spPr>
            <a:xfrm>
              <a:off x="4208066" y="1803350"/>
              <a:ext cx="11515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99" name="Text 7">
              <a:extLst>
                <a:ext uri="{FF2B5EF4-FFF2-40B4-BE49-F238E27FC236}">
                  <a16:creationId xmlns:a16="http://schemas.microsoft.com/office/drawing/2014/main" id="{496DF51C-0A94-9260-2638-D36346DA675E}"/>
                </a:ext>
              </a:extLst>
            </p:cNvPr>
            <p:cNvSpPr/>
            <p:nvPr/>
          </p:nvSpPr>
          <p:spPr>
            <a:xfrm>
              <a:off x="5461198" y="1803350"/>
              <a:ext cx="986433" cy="307330"/>
            </a:xfrm>
            <a:prstGeom prst="roundRect">
              <a:avLst>
                <a:gd name="adj" fmla="val 16529"/>
              </a:avLst>
            </a:prstGeom>
            <a:solidFill>
              <a:srgbClr val="A8E89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キック×1</a:t>
              </a:r>
              <a:endParaRPr lang="en-US" sz="1300" dirty="0"/>
            </a:p>
          </p:txBody>
        </p:sp>
      </p:grpSp>
      <p:grpSp>
        <p:nvGrpSpPr>
          <p:cNvPr id="100" name="グループ化 99">
            <a:extLst>
              <a:ext uri="{FF2B5EF4-FFF2-40B4-BE49-F238E27FC236}">
                <a16:creationId xmlns:a16="http://schemas.microsoft.com/office/drawing/2014/main" id="{41F4C4D4-51B1-E49F-83C7-DADC210CA83F}"/>
              </a:ext>
            </a:extLst>
          </p:cNvPr>
          <p:cNvGrpSpPr/>
          <p:nvPr/>
        </p:nvGrpSpPr>
        <p:grpSpPr>
          <a:xfrm>
            <a:off x="5575469" y="5338954"/>
            <a:ext cx="5634831" cy="307330"/>
            <a:chOff x="812800" y="2250380"/>
            <a:chExt cx="5634831" cy="307330"/>
          </a:xfrm>
        </p:grpSpPr>
        <p:sp>
          <p:nvSpPr>
            <p:cNvPr id="101" name="Text 8">
              <a:extLst>
                <a:ext uri="{FF2B5EF4-FFF2-40B4-BE49-F238E27FC236}">
                  <a16:creationId xmlns:a16="http://schemas.microsoft.com/office/drawing/2014/main" id="{C5DC438C-72C4-A5C6-2F07-8CE213CF5E2F}"/>
                </a:ext>
              </a:extLst>
            </p:cNvPr>
            <p:cNvSpPr/>
            <p:nvPr/>
          </p:nvSpPr>
          <p:spPr>
            <a:xfrm>
              <a:off x="812800" y="228848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Bの手札</a:t>
              </a:r>
              <a:endParaRPr lang="en-US" sz="1300" dirty="0"/>
            </a:p>
          </p:txBody>
        </p:sp>
        <p:sp>
          <p:nvSpPr>
            <p:cNvPr id="102" name="Text 9">
              <a:extLst>
                <a:ext uri="{FF2B5EF4-FFF2-40B4-BE49-F238E27FC236}">
                  <a16:creationId xmlns:a16="http://schemas.microsoft.com/office/drawing/2014/main" id="{01CF0AB7-6632-3BD7-F27A-204D6BA00287}"/>
                </a:ext>
              </a:extLst>
            </p:cNvPr>
            <p:cNvSpPr/>
            <p:nvPr/>
          </p:nvSpPr>
          <p:spPr>
            <a:xfrm>
              <a:off x="1866900" y="2250380"/>
              <a:ext cx="11515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スイング</a:t>
              </a:r>
              <a:r>
                <a:rPr lang="en-US" sz="1300" b="1" u="sng" dirty="0">
                  <a:solidFill>
                    <a:srgbClr val="0A0028"/>
                  </a:solidFill>
                  <a:latin typeface="Noto Sans JP" pitchFamily="34" charset="0"/>
                  <a:ea typeface="Noto Sans JP" pitchFamily="34" charset="-122"/>
                  <a:cs typeface="Noto Sans JP" pitchFamily="34" charset="-120"/>
                </a:rPr>
                <a:t>×2</a:t>
              </a:r>
              <a:endParaRPr lang="en-US" sz="1300" u="sng" dirty="0"/>
            </a:p>
          </p:txBody>
        </p:sp>
        <p:sp>
          <p:nvSpPr>
            <p:cNvPr id="103" name="Text 10">
              <a:extLst>
                <a:ext uri="{FF2B5EF4-FFF2-40B4-BE49-F238E27FC236}">
                  <a16:creationId xmlns:a16="http://schemas.microsoft.com/office/drawing/2014/main" id="{29C1407B-E1EE-354E-274C-C3E0D7744A89}"/>
                </a:ext>
              </a:extLst>
            </p:cNvPr>
            <p:cNvSpPr/>
            <p:nvPr/>
          </p:nvSpPr>
          <p:spPr>
            <a:xfrm>
              <a:off x="3120033" y="2250380"/>
              <a:ext cx="8213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104" name="Text 11">
              <a:extLst>
                <a:ext uri="{FF2B5EF4-FFF2-40B4-BE49-F238E27FC236}">
                  <a16:creationId xmlns:a16="http://schemas.microsoft.com/office/drawing/2014/main" id="{883C3948-144E-39E5-3E45-C960E3795645}"/>
                </a:ext>
              </a:extLst>
            </p:cNvPr>
            <p:cNvSpPr/>
            <p:nvPr/>
          </p:nvSpPr>
          <p:spPr>
            <a:xfrm>
              <a:off x="4042966" y="2250380"/>
              <a:ext cx="13166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振り下ろし×1</a:t>
              </a:r>
              <a:endParaRPr lang="en-US" sz="1300" dirty="0"/>
            </a:p>
          </p:txBody>
        </p:sp>
        <p:sp>
          <p:nvSpPr>
            <p:cNvPr id="105" name="Text 12">
              <a:extLst>
                <a:ext uri="{FF2B5EF4-FFF2-40B4-BE49-F238E27FC236}">
                  <a16:creationId xmlns:a16="http://schemas.microsoft.com/office/drawing/2014/main" id="{3A274A33-21B8-EEE9-0FF2-9E727120A957}"/>
                </a:ext>
              </a:extLst>
            </p:cNvPr>
            <p:cNvSpPr/>
            <p:nvPr/>
          </p:nvSpPr>
          <p:spPr>
            <a:xfrm>
              <a:off x="5461198" y="2250380"/>
              <a:ext cx="986433" cy="307330"/>
            </a:xfrm>
            <a:prstGeom prst="roundRect">
              <a:avLst>
                <a:gd name="adj" fmla="val 16529"/>
              </a:avLst>
            </a:prstGeom>
            <a:solidFill>
              <a:srgbClr val="A8E89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キック×1</a:t>
              </a:r>
              <a:endParaRPr lang="en-US" sz="1300" dirty="0"/>
            </a:p>
          </p:txBody>
        </p:sp>
      </p:grpSp>
      <p:pic>
        <p:nvPicPr>
          <p:cNvPr id="107" name="図 106">
            <a:extLst>
              <a:ext uri="{FF2B5EF4-FFF2-40B4-BE49-F238E27FC236}">
                <a16:creationId xmlns:a16="http://schemas.microsoft.com/office/drawing/2014/main" id="{55B810A3-93E1-E5DE-5DB2-FCE21CAB1F2E}"/>
              </a:ext>
            </a:extLst>
          </p:cNvPr>
          <p:cNvPicPr>
            <a:picLocks noChangeAspect="1"/>
          </p:cNvPicPr>
          <p:nvPr/>
        </p:nvPicPr>
        <p:blipFill>
          <a:blip r:embed="rId4"/>
          <a:stretch>
            <a:fillRect/>
          </a:stretch>
        </p:blipFill>
        <p:spPr>
          <a:xfrm>
            <a:off x="2512752" y="3639954"/>
            <a:ext cx="6986749" cy="851860"/>
          </a:xfrm>
          <a:prstGeom prst="rect">
            <a:avLst/>
          </a:prstGeom>
        </p:spPr>
      </p:pic>
      <p:sp>
        <p:nvSpPr>
          <p:cNvPr id="109" name="Text 1">
            <a:extLst>
              <a:ext uri="{FF2B5EF4-FFF2-40B4-BE49-F238E27FC236}">
                <a16:creationId xmlns:a16="http://schemas.microsoft.com/office/drawing/2014/main" id="{DC5E807E-DB18-717F-7AA6-D93BEE5F131F}"/>
              </a:ext>
            </a:extLst>
          </p:cNvPr>
          <p:cNvSpPr txBox="1">
            <a:spLocks/>
          </p:cNvSpPr>
          <p:nvPr/>
        </p:nvSpPr>
        <p:spPr>
          <a:xfrm>
            <a:off x="812800" y="3880205"/>
            <a:ext cx="1615115" cy="489173"/>
          </a:xfrm>
          <a:prstGeom prst="rect">
            <a:avLst/>
          </a:prstGeom>
          <a:noFill/>
          <a:ln/>
        </p:spPr>
        <p:txBody>
          <a:bodyPr wrap="square" lIns="0" tIns="0" rIns="0" bIns="0" rtlCol="0" anchor="t">
            <a:normAutofit/>
          </a:bodyPr>
          <a:lstStyle>
            <a:lvl1pPr marL="0" indent="0" algn="l" defTabSz="914400" rtl="0" eaLnBrk="1" latinLnBrk="0" hangingPunct="1">
              <a:lnSpc>
                <a:spcPct val="115000"/>
              </a:lnSpc>
              <a:spcBef>
                <a:spcPct val="0"/>
              </a:spcBef>
              <a:buNone/>
              <a:defRPr lang="en-US" sz="3200" kern="1200" dirty="0">
                <a:solidFill>
                  <a:srgbClr val="0A0028"/>
                </a:solidFill>
                <a:latin typeface="Noto Sans JP" pitchFamily="34" charset="0"/>
                <a:ea typeface="Noto Sans JP" pitchFamily="34" charset="-122"/>
                <a:cs typeface="Noto Sans JP" pitchFamily="34" charset="-120"/>
              </a:defRPr>
            </a:lvl1pPr>
          </a:lstStyle>
          <a:p>
            <a:pPr>
              <a:lnSpc>
                <a:spcPts val="3520"/>
              </a:lnSpc>
            </a:pPr>
            <a:r>
              <a:rPr lang="ja-JP" altLang="en-US" sz="2400" b="1" dirty="0"/>
              <a:t>反撃の効果</a:t>
            </a:r>
            <a:endParaRPr lang="ja-JP" altLang="en-US" sz="2400" dirty="0"/>
          </a:p>
        </p:txBody>
      </p:sp>
      <p:pic>
        <p:nvPicPr>
          <p:cNvPr id="111" name="図 110">
            <a:extLst>
              <a:ext uri="{FF2B5EF4-FFF2-40B4-BE49-F238E27FC236}">
                <a16:creationId xmlns:a16="http://schemas.microsoft.com/office/drawing/2014/main" id="{E815F6E2-511C-82B8-C390-86A6A2A6C63D}"/>
              </a:ext>
            </a:extLst>
          </p:cNvPr>
          <p:cNvPicPr>
            <a:picLocks noChangeAspect="1"/>
          </p:cNvPicPr>
          <p:nvPr/>
        </p:nvPicPr>
        <p:blipFill>
          <a:blip r:embed="rId5"/>
          <a:stretch>
            <a:fillRect/>
          </a:stretch>
        </p:blipFill>
        <p:spPr>
          <a:xfrm rot="5400000">
            <a:off x="1879185" y="5490781"/>
            <a:ext cx="607271" cy="732913"/>
          </a:xfrm>
          <a:prstGeom prst="rect">
            <a:avLst/>
          </a:prstGeom>
        </p:spPr>
      </p:pic>
      <p:sp>
        <p:nvSpPr>
          <p:cNvPr id="113" name="Text 1">
            <a:extLst>
              <a:ext uri="{FF2B5EF4-FFF2-40B4-BE49-F238E27FC236}">
                <a16:creationId xmlns:a16="http://schemas.microsoft.com/office/drawing/2014/main" id="{08EC60D5-0660-258E-3301-1FAFE28B2D43}"/>
              </a:ext>
            </a:extLst>
          </p:cNvPr>
          <p:cNvSpPr txBox="1">
            <a:spLocks/>
          </p:cNvSpPr>
          <p:nvPr/>
        </p:nvSpPr>
        <p:spPr>
          <a:xfrm>
            <a:off x="4230257" y="5625929"/>
            <a:ext cx="732913" cy="489173"/>
          </a:xfrm>
          <a:prstGeom prst="rect">
            <a:avLst/>
          </a:prstGeom>
          <a:noFill/>
          <a:ln/>
        </p:spPr>
        <p:txBody>
          <a:bodyPr wrap="square" lIns="0" tIns="0" rIns="0" bIns="0" rtlCol="0" anchor="t">
            <a:normAutofit/>
          </a:bodyPr>
          <a:lstStyle>
            <a:lvl1pPr marL="0" indent="0" algn="l" defTabSz="914400" rtl="0" eaLnBrk="1" latinLnBrk="0" hangingPunct="1">
              <a:lnSpc>
                <a:spcPct val="115000"/>
              </a:lnSpc>
              <a:spcBef>
                <a:spcPct val="0"/>
              </a:spcBef>
              <a:buNone/>
              <a:defRPr lang="en-US" sz="3200" kern="1200" dirty="0">
                <a:solidFill>
                  <a:srgbClr val="0A0028"/>
                </a:solidFill>
                <a:latin typeface="Noto Sans JP" pitchFamily="34" charset="0"/>
                <a:ea typeface="Noto Sans JP" pitchFamily="34" charset="-122"/>
                <a:cs typeface="Noto Sans JP" pitchFamily="34" charset="-120"/>
              </a:defRPr>
            </a:lvl1pPr>
          </a:lstStyle>
          <a:p>
            <a:pPr>
              <a:lnSpc>
                <a:spcPts val="3520"/>
              </a:lnSpc>
            </a:pPr>
            <a:r>
              <a:rPr lang="ja-JP" altLang="en-US" sz="2400" b="1" dirty="0"/>
              <a:t>反撃</a:t>
            </a:r>
            <a:endParaRPr lang="ja-JP" alt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0F0F0"/>
        </a:solidFill>
        <a:effectLst/>
      </p:bgPr>
    </p:bg>
    <p:spTree>
      <p:nvGrpSpPr>
        <p:cNvPr id="1" name=""/>
        <p:cNvGrpSpPr/>
        <p:nvPr/>
      </p:nvGrpSpPr>
      <p:grpSpPr>
        <a:xfrm>
          <a:off x="0" y="0"/>
          <a:ext cx="0" cy="0"/>
          <a:chOff x="0" y="0"/>
          <a:chExt cx="0" cy="0"/>
        </a:xfrm>
      </p:grpSpPr>
      <p:sp>
        <p:nvSpPr>
          <p:cNvPr id="2" name="Text 0"/>
          <p:cNvSpPr/>
          <p:nvPr/>
        </p:nvSpPr>
        <p:spPr>
          <a:xfrm>
            <a:off x="812800" y="457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34A00"/>
                </a:solidFill>
                <a:latin typeface="Noto Sans JP" pitchFamily="34" charset="0"/>
                <a:ea typeface="Noto Sans JP" pitchFamily="34" charset="-122"/>
                <a:cs typeface="Noto Sans JP" pitchFamily="34" charset="-120"/>
              </a:rPr>
              <a:t>SAMPLE PLAY 1</a:t>
            </a:r>
            <a:endParaRPr lang="en-US" sz="1200" dirty="0"/>
          </a:p>
        </p:txBody>
      </p:sp>
      <p:sp>
        <p:nvSpPr>
          <p:cNvPr id="3" name="Text 1"/>
          <p:cNvSpPr>
            <a:spLocks noGrp="1"/>
          </p:cNvSpPr>
          <p:nvPr>
            <p:ph type="title"/>
          </p:nvPr>
        </p:nvSpPr>
        <p:spPr>
          <a:xfrm>
            <a:off x="812800" y="8102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A0028"/>
                </a:solidFill>
                <a:latin typeface="Noto Sans JP" pitchFamily="34" charset="0"/>
                <a:ea typeface="Noto Sans JP" pitchFamily="34" charset="-122"/>
                <a:cs typeface="Noto Sans JP" pitchFamily="34" charset="-120"/>
              </a:rPr>
              <a:t>行動3:キックを読み違えた</a:t>
            </a:r>
            <a:endParaRPr lang="en-US" sz="3200" dirty="0"/>
          </a:p>
        </p:txBody>
      </p:sp>
      <p:sp>
        <p:nvSpPr>
          <p:cNvPr id="4" name="Shape 2"/>
          <p:cNvSpPr/>
          <p:nvPr/>
        </p:nvSpPr>
        <p:spPr>
          <a:xfrm>
            <a:off x="866150" y="1394199"/>
            <a:ext cx="10553700" cy="4095060"/>
          </a:xfrm>
          <a:prstGeom prst="roundRect">
            <a:avLst>
              <a:gd name="adj" fmla="val 5778"/>
            </a:avLst>
          </a:prstGeom>
          <a:solidFill>
            <a:srgbClr val="FFFFFF"/>
          </a:solidFill>
          <a:ln w="12700">
            <a:solidFill>
              <a:srgbClr val="0A0028"/>
            </a:solidFill>
            <a:prstDash val="solid"/>
          </a:ln>
        </p:spPr>
        <p:txBody>
          <a:bodyPr/>
          <a:lstStyle/>
          <a:p>
            <a:endParaRPr lang="ja-JP" altLang="en-US"/>
          </a:p>
        </p:txBody>
      </p:sp>
      <p:sp>
        <p:nvSpPr>
          <p:cNvPr id="5" name="Text 3"/>
          <p:cNvSpPr/>
          <p:nvPr/>
        </p:nvSpPr>
        <p:spPr>
          <a:xfrm>
            <a:off x="1028700" y="1587450"/>
            <a:ext cx="1043863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A0028"/>
                </a:solidFill>
                <a:latin typeface="Noto Sans JP" pitchFamily="34" charset="0"/>
                <a:ea typeface="Noto Sans JP" pitchFamily="34" charset="-122"/>
                <a:cs typeface="Noto Sans JP" pitchFamily="34" charset="-120"/>
              </a:rPr>
              <a:t>Aの攻撃 対 Bのキック</a:t>
            </a:r>
            <a:endParaRPr lang="en-US" sz="1800" dirty="0"/>
          </a:p>
        </p:txBody>
      </p:sp>
      <p:grpSp>
        <p:nvGrpSpPr>
          <p:cNvPr id="44" name="グループ化 43">
            <a:extLst>
              <a:ext uri="{FF2B5EF4-FFF2-40B4-BE49-F238E27FC236}">
                <a16:creationId xmlns:a16="http://schemas.microsoft.com/office/drawing/2014/main" id="{12D3EE03-E893-59D6-5C26-A0AFF76D026E}"/>
              </a:ext>
            </a:extLst>
          </p:cNvPr>
          <p:cNvGrpSpPr/>
          <p:nvPr/>
        </p:nvGrpSpPr>
        <p:grpSpPr>
          <a:xfrm>
            <a:off x="1028700" y="1963341"/>
            <a:ext cx="3376017" cy="307330"/>
            <a:chOff x="1028700" y="1963341"/>
            <a:chExt cx="3376017" cy="307330"/>
          </a:xfrm>
        </p:grpSpPr>
        <p:sp>
          <p:nvSpPr>
            <p:cNvPr id="6" name="Text 4"/>
            <p:cNvSpPr/>
            <p:nvPr/>
          </p:nvSpPr>
          <p:spPr>
            <a:xfrm>
              <a:off x="1028700" y="1963341"/>
              <a:ext cx="1855192"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A:刺突×1(ダメージ2)</a:t>
              </a:r>
              <a:endParaRPr lang="en-US" sz="1300" dirty="0"/>
            </a:p>
          </p:txBody>
        </p:sp>
        <p:sp>
          <p:nvSpPr>
            <p:cNvPr id="7" name="Text 5"/>
            <p:cNvSpPr/>
            <p:nvPr/>
          </p:nvSpPr>
          <p:spPr>
            <a:xfrm>
              <a:off x="2985492" y="2001441"/>
              <a:ext cx="2159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A0028"/>
                  </a:solidFill>
                  <a:latin typeface="Noto Sans JP" pitchFamily="34" charset="0"/>
                  <a:ea typeface="Noto Sans JP" pitchFamily="34" charset="-122"/>
                  <a:cs typeface="Noto Sans JP" pitchFamily="34" charset="-120"/>
                </a:rPr>
                <a:t>対</a:t>
              </a:r>
              <a:endParaRPr lang="en-US" sz="1300" dirty="0"/>
            </a:p>
          </p:txBody>
        </p:sp>
        <p:sp>
          <p:nvSpPr>
            <p:cNvPr id="8" name="Text 6"/>
            <p:cNvSpPr/>
            <p:nvPr/>
          </p:nvSpPr>
          <p:spPr>
            <a:xfrm>
              <a:off x="3252192" y="1963341"/>
              <a:ext cx="1152525" cy="307330"/>
            </a:xfrm>
            <a:prstGeom prst="roundRect">
              <a:avLst>
                <a:gd name="adj" fmla="val 16529"/>
              </a:avLst>
            </a:prstGeom>
            <a:solidFill>
              <a:srgbClr val="A8E89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B:キック×1</a:t>
              </a:r>
              <a:endParaRPr lang="en-US" sz="1300" dirty="0"/>
            </a:p>
          </p:txBody>
        </p:sp>
      </p:grpSp>
      <p:sp>
        <p:nvSpPr>
          <p:cNvPr id="9" name="Text 7"/>
          <p:cNvSpPr/>
          <p:nvPr/>
        </p:nvSpPr>
        <p:spPr>
          <a:xfrm>
            <a:off x="1024209" y="3194642"/>
            <a:ext cx="10438638" cy="249080"/>
          </a:xfrm>
          <a:prstGeom prst="rect">
            <a:avLst/>
          </a:prstGeom>
          <a:noFill/>
          <a:ln/>
        </p:spPr>
        <p:txBody>
          <a:bodyPr wrap="square" lIns="0" tIns="0" rIns="0" bIns="0" rtlCol="0" anchor="t">
            <a:normAutofit/>
          </a:bodyPr>
          <a:lstStyle/>
          <a:p>
            <a:pPr marL="0" indent="0" algn="l">
              <a:lnSpc>
                <a:spcPts val="1950"/>
              </a:lnSpc>
              <a:buNone/>
            </a:pPr>
            <a:r>
              <a:rPr lang="en-US" sz="1300" dirty="0" err="1">
                <a:solidFill>
                  <a:srgbClr val="0A0028"/>
                </a:solidFill>
                <a:latin typeface="Noto Sans JP" pitchFamily="34" charset="0"/>
                <a:ea typeface="Noto Sans JP" pitchFamily="34" charset="-122"/>
                <a:cs typeface="Noto Sans JP" pitchFamily="34" charset="-120"/>
              </a:rPr>
              <a:t>結果:攻撃側のフリーヒット。A</a:t>
            </a:r>
            <a:r>
              <a:rPr lang="ja-JP" altLang="en-US" sz="1300" dirty="0">
                <a:solidFill>
                  <a:srgbClr val="0A0028"/>
                </a:solidFill>
                <a:latin typeface="Noto Sans JP" pitchFamily="34" charset="0"/>
                <a:ea typeface="Noto Sans JP" pitchFamily="34" charset="-122"/>
                <a:cs typeface="Noto Sans JP" pitchFamily="34" charset="-120"/>
              </a:rPr>
              <a:t>は、</a:t>
            </a:r>
            <a:r>
              <a:rPr lang="en-US" sz="1300" dirty="0">
                <a:solidFill>
                  <a:srgbClr val="0A0028"/>
                </a:solidFill>
                <a:latin typeface="Noto Sans JP" pitchFamily="34" charset="0"/>
                <a:ea typeface="Noto Sans JP" pitchFamily="34" charset="-122"/>
                <a:cs typeface="Noto Sans JP" pitchFamily="34" charset="-120"/>
              </a:rPr>
              <a:t>Bの手札から伏せたまま2枚を選んで捨てさせる。Bは「Aが守りに入る」と読んだが</a:t>
            </a:r>
            <a:r>
              <a:rPr lang="ja-JP" altLang="en-US" sz="1300" dirty="0">
                <a:solidFill>
                  <a:srgbClr val="0A0028"/>
                </a:solidFill>
                <a:latin typeface="Noto Sans JP" pitchFamily="34" charset="0"/>
                <a:ea typeface="Noto Sans JP" pitchFamily="34" charset="-122"/>
                <a:cs typeface="Noto Sans JP" pitchFamily="34" charset="-120"/>
              </a:rPr>
              <a:t>、</a:t>
            </a:r>
            <a:r>
              <a:rPr lang="en-US" sz="1300" dirty="0" err="1">
                <a:solidFill>
                  <a:srgbClr val="0A0028"/>
                </a:solidFill>
                <a:latin typeface="Noto Sans JP" pitchFamily="34" charset="0"/>
                <a:ea typeface="Noto Sans JP" pitchFamily="34" charset="-122"/>
                <a:cs typeface="Noto Sans JP" pitchFamily="34" charset="-120"/>
              </a:rPr>
              <a:t>Aは攻撃してきた</a:t>
            </a:r>
            <a:r>
              <a:rPr lang="en-US" sz="1300" dirty="0">
                <a:solidFill>
                  <a:srgbClr val="0A0028"/>
                </a:solidFill>
                <a:latin typeface="Noto Sans JP" pitchFamily="34" charset="0"/>
                <a:ea typeface="Noto Sans JP" pitchFamily="34" charset="-122"/>
                <a:cs typeface="Noto Sans JP" pitchFamily="34" charset="-120"/>
              </a:rPr>
              <a:t>。</a:t>
            </a:r>
            <a:endParaRPr lang="en-US" sz="1300" dirty="0"/>
          </a:p>
        </p:txBody>
      </p:sp>
      <p:grpSp>
        <p:nvGrpSpPr>
          <p:cNvPr id="25" name="グループ化 24">
            <a:extLst>
              <a:ext uri="{FF2B5EF4-FFF2-40B4-BE49-F238E27FC236}">
                <a16:creationId xmlns:a16="http://schemas.microsoft.com/office/drawing/2014/main" id="{49CBA2E3-0DED-5BBA-1C17-ECCFDA6766D9}"/>
              </a:ext>
            </a:extLst>
          </p:cNvPr>
          <p:cNvGrpSpPr/>
          <p:nvPr/>
        </p:nvGrpSpPr>
        <p:grpSpPr>
          <a:xfrm>
            <a:off x="866150" y="5565460"/>
            <a:ext cx="11079899" cy="1201390"/>
            <a:chOff x="812800" y="3197771"/>
            <a:chExt cx="11079899" cy="1201390"/>
          </a:xfrm>
        </p:grpSpPr>
        <p:sp>
          <p:nvSpPr>
            <p:cNvPr id="10" name="Shape 8"/>
            <p:cNvSpPr/>
            <p:nvPr/>
          </p:nvSpPr>
          <p:spPr>
            <a:xfrm>
              <a:off x="812800" y="3197771"/>
              <a:ext cx="10566400" cy="1201390"/>
            </a:xfrm>
            <a:prstGeom prst="roundRect">
              <a:avLst>
                <a:gd name="adj" fmla="val 8457"/>
              </a:avLst>
            </a:prstGeom>
            <a:solidFill>
              <a:schemeClr val="bg1">
                <a:lumMod val="10000"/>
              </a:schemeClr>
            </a:solidFill>
            <a:ln/>
          </p:spPr>
          <p:txBody>
            <a:bodyPr/>
            <a:lstStyle/>
            <a:p>
              <a:endParaRPr lang="ja-JP" altLang="en-US"/>
            </a:p>
          </p:txBody>
        </p:sp>
        <p:sp>
          <p:nvSpPr>
            <p:cNvPr id="11" name="Text 9"/>
            <p:cNvSpPr/>
            <p:nvPr/>
          </p:nvSpPr>
          <p:spPr>
            <a:xfrm>
              <a:off x="1016000" y="3375571"/>
              <a:ext cx="1046480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0F0F0"/>
                  </a:solidFill>
                  <a:latin typeface="Noto Sans JP" pitchFamily="34" charset="0"/>
                  <a:ea typeface="Noto Sans JP" pitchFamily="34" charset="-122"/>
                  <a:cs typeface="Noto Sans JP" pitchFamily="34" charset="-120"/>
                </a:rPr>
                <a:t>ターン終了</a:t>
              </a:r>
              <a:endParaRPr lang="en-US" sz="1800" dirty="0"/>
            </a:p>
          </p:txBody>
        </p:sp>
        <p:sp>
          <p:nvSpPr>
            <p:cNvPr id="12" name="Text 10"/>
            <p:cNvSpPr/>
            <p:nvPr/>
          </p:nvSpPr>
          <p:spPr>
            <a:xfrm>
              <a:off x="1096114" y="3721042"/>
              <a:ext cx="10796585" cy="674021"/>
            </a:xfrm>
            <a:prstGeom prst="rect">
              <a:avLst/>
            </a:prstGeom>
            <a:noFill/>
            <a:ln/>
          </p:spPr>
          <p:txBody>
            <a:bodyPr wrap="square" lIns="0" tIns="0" rIns="0" bIns="0" rtlCol="0" anchor="t">
              <a:noAutofit/>
            </a:bodyPr>
            <a:lstStyle/>
            <a:p>
              <a:pPr marL="0" indent="0" algn="l">
                <a:lnSpc>
                  <a:spcPts val="1950"/>
                </a:lnSpc>
                <a:buNone/>
              </a:pPr>
              <a:r>
                <a:rPr lang="en-US" sz="1250" dirty="0">
                  <a:solidFill>
                    <a:srgbClr val="F0F0F0"/>
                  </a:solidFill>
                  <a:latin typeface="Noto Sans JP" pitchFamily="34" charset="0"/>
                  <a:ea typeface="Noto Sans JP" pitchFamily="34" charset="-122"/>
                  <a:cs typeface="Noto Sans JP" pitchFamily="34" charset="-120"/>
                </a:rPr>
                <a:t>Aは</a:t>
              </a:r>
              <a:r>
                <a:rPr lang="en-US" sz="1250" b="1" dirty="0">
                  <a:solidFill>
                    <a:srgbClr val="F0F0F0"/>
                  </a:solidFill>
                  <a:latin typeface="Noto Sans JP" pitchFamily="34" charset="0"/>
                  <a:ea typeface="Noto Sans JP" pitchFamily="34" charset="-122"/>
                  <a:cs typeface="Noto Sans JP" pitchFamily="34" charset="-120"/>
                </a:rPr>
                <a:t>スピード3分の行動をした</a:t>
              </a:r>
              <a:r>
                <a:rPr lang="en-US" sz="1250" dirty="0">
                  <a:solidFill>
                    <a:srgbClr val="F0F0F0"/>
                  </a:solidFill>
                  <a:latin typeface="Noto Sans JP" pitchFamily="34" charset="0"/>
                  <a:ea typeface="Noto Sans JP" pitchFamily="34" charset="-122"/>
                  <a:cs typeface="Noto Sans JP" pitchFamily="34" charset="-120"/>
                </a:rPr>
                <a:t>ので</a:t>
              </a:r>
              <a:r>
                <a:rPr lang="en-US" sz="1250" b="1" dirty="0">
                  <a:solidFill>
                    <a:srgbClr val="F0F0F0"/>
                  </a:solidFill>
                  <a:latin typeface="Noto Sans JP" pitchFamily="34" charset="0"/>
                  <a:ea typeface="Noto Sans JP" pitchFamily="34" charset="-122"/>
                  <a:cs typeface="Noto Sans JP" pitchFamily="34" charset="-120"/>
                </a:rPr>
                <a:t>ターン終了</a:t>
              </a:r>
              <a:r>
                <a:rPr lang="en-US" sz="1250" dirty="0">
                  <a:solidFill>
                    <a:srgbClr val="F0F0F0"/>
                  </a:solidFill>
                  <a:latin typeface="Noto Sans JP" pitchFamily="34" charset="0"/>
                  <a:ea typeface="Noto Sans JP" pitchFamily="34" charset="-122"/>
                  <a:cs typeface="Noto Sans JP" pitchFamily="34" charset="-120"/>
                </a:rPr>
                <a:t>。双方が</a:t>
              </a:r>
              <a:r>
                <a:rPr lang="en-US" sz="1250" b="1" dirty="0">
                  <a:solidFill>
                    <a:srgbClr val="F0F0F0"/>
                  </a:solidFill>
                  <a:latin typeface="Noto Sans JP" pitchFamily="34" charset="0"/>
                  <a:ea typeface="Noto Sans JP" pitchFamily="34" charset="-122"/>
                  <a:cs typeface="Noto Sans JP" pitchFamily="34" charset="-120"/>
                </a:rPr>
                <a:t>手札6枚</a:t>
              </a:r>
              <a:r>
                <a:rPr lang="en-US" sz="1250" dirty="0">
                  <a:solidFill>
                    <a:srgbClr val="F0F0F0"/>
                  </a:solidFill>
                  <a:latin typeface="Noto Sans JP" pitchFamily="34" charset="0"/>
                  <a:ea typeface="Noto Sans JP" pitchFamily="34" charset="-122"/>
                  <a:cs typeface="Noto Sans JP" pitchFamily="34" charset="-120"/>
                </a:rPr>
                <a:t>になるまで補充する。</a:t>
              </a:r>
              <a:r>
                <a:rPr lang="ja-JP" altLang="en-US" sz="1250" dirty="0">
                  <a:solidFill>
                    <a:srgbClr val="F0F0F0"/>
                  </a:solidFill>
                  <a:latin typeface="Noto Sans JP" pitchFamily="34" charset="0"/>
                  <a:ea typeface="Noto Sans JP" pitchFamily="34" charset="-122"/>
                  <a:cs typeface="Noto Sans JP" pitchFamily="34" charset="-120"/>
                </a:rPr>
                <a:t>このとき、</a:t>
              </a:r>
              <a:r>
                <a:rPr lang="en-US" altLang="ja-JP" sz="1250" dirty="0">
                  <a:solidFill>
                    <a:srgbClr val="F0F0F0"/>
                  </a:solidFill>
                  <a:latin typeface="Noto Sans JP" pitchFamily="34" charset="0"/>
                  <a:ea typeface="Noto Sans JP" pitchFamily="34" charset="-122"/>
                  <a:cs typeface="Noto Sans JP" pitchFamily="34" charset="-120"/>
                </a:rPr>
                <a:t>A</a:t>
              </a:r>
              <a:r>
                <a:rPr lang="ja-JP" altLang="en-US" sz="1250" dirty="0">
                  <a:solidFill>
                    <a:srgbClr val="F0F0F0"/>
                  </a:solidFill>
                  <a:latin typeface="Noto Sans JP" pitchFamily="34" charset="0"/>
                  <a:ea typeface="Noto Sans JP" pitchFamily="34" charset="-122"/>
                  <a:cs typeface="Noto Sans JP" pitchFamily="34" charset="-120"/>
                </a:rPr>
                <a:t>も</a:t>
              </a:r>
              <a:r>
                <a:rPr lang="en-US" altLang="ja-JP" sz="1250" dirty="0">
                  <a:solidFill>
                    <a:srgbClr val="F0F0F0"/>
                  </a:solidFill>
                  <a:latin typeface="Noto Sans JP" pitchFamily="34" charset="0"/>
                  <a:ea typeface="Noto Sans JP" pitchFamily="34" charset="-122"/>
                  <a:cs typeface="Noto Sans JP" pitchFamily="34" charset="-120"/>
                </a:rPr>
                <a:t>B</a:t>
              </a:r>
              <a:r>
                <a:rPr lang="ja-JP" altLang="en-US" sz="1250" dirty="0">
                  <a:solidFill>
                    <a:srgbClr val="F0F0F0"/>
                  </a:solidFill>
                  <a:latin typeface="Noto Sans JP" pitchFamily="34" charset="0"/>
                  <a:ea typeface="Noto Sans JP" pitchFamily="34" charset="-122"/>
                  <a:cs typeface="Noto Sans JP" pitchFamily="34" charset="-120"/>
                </a:rPr>
                <a:t>も今持っている手札がいらないと判断し、</a:t>
              </a:r>
              <a:endParaRPr lang="en-US" altLang="ja-JP" sz="1250" dirty="0">
                <a:solidFill>
                  <a:srgbClr val="F0F0F0"/>
                </a:solidFill>
                <a:latin typeface="Noto Sans JP" pitchFamily="34" charset="0"/>
                <a:ea typeface="Noto Sans JP" pitchFamily="34" charset="-122"/>
                <a:cs typeface="Noto Sans JP" pitchFamily="34" charset="-120"/>
              </a:endParaRPr>
            </a:p>
            <a:p>
              <a:pPr marL="0" indent="0" algn="l">
                <a:lnSpc>
                  <a:spcPts val="1950"/>
                </a:lnSpc>
                <a:buNone/>
              </a:pPr>
              <a:r>
                <a:rPr lang="ja-JP" altLang="en-US" sz="1250" b="1" dirty="0">
                  <a:solidFill>
                    <a:srgbClr val="F0F0F0"/>
                  </a:solidFill>
                  <a:latin typeface="Noto Sans JP" pitchFamily="34" charset="0"/>
                  <a:ea typeface="Noto Sans JP" pitchFamily="34" charset="-122"/>
                  <a:cs typeface="Noto Sans JP" pitchFamily="34" charset="-120"/>
                </a:rPr>
                <a:t>手持ちの手札</a:t>
              </a:r>
              <a:r>
                <a:rPr lang="ja-JP" altLang="en-US" sz="1250" dirty="0">
                  <a:solidFill>
                    <a:srgbClr val="F0F0F0"/>
                  </a:solidFill>
                  <a:latin typeface="Noto Sans JP" pitchFamily="34" charset="0"/>
                  <a:ea typeface="Noto Sans JP" pitchFamily="34" charset="-122"/>
                  <a:cs typeface="Noto Sans JP" pitchFamily="34" charset="-120"/>
                </a:rPr>
                <a:t>（</a:t>
              </a:r>
              <a:r>
                <a:rPr lang="en-US" altLang="ja-JP" sz="1250" dirty="0">
                  <a:solidFill>
                    <a:srgbClr val="F0F0F0"/>
                  </a:solidFill>
                  <a:latin typeface="Noto Sans JP" pitchFamily="34" charset="0"/>
                  <a:ea typeface="Noto Sans JP" pitchFamily="34" charset="-122"/>
                  <a:cs typeface="Noto Sans JP" pitchFamily="34" charset="-120"/>
                </a:rPr>
                <a:t>A</a:t>
              </a:r>
              <a:r>
                <a:rPr lang="ja-JP" altLang="en-US" sz="1250" dirty="0">
                  <a:solidFill>
                    <a:srgbClr val="F0F0F0"/>
                  </a:solidFill>
                  <a:latin typeface="Noto Sans JP" pitchFamily="34" charset="0"/>
                  <a:ea typeface="Noto Sans JP" pitchFamily="34" charset="-122"/>
                  <a:cs typeface="Noto Sans JP" pitchFamily="34" charset="-120"/>
                </a:rPr>
                <a:t>は「キック」</a:t>
              </a:r>
              <a:r>
                <a:rPr lang="en-US" altLang="ja-JP" sz="1250" dirty="0">
                  <a:solidFill>
                    <a:srgbClr val="F0F0F0"/>
                  </a:solidFill>
                  <a:latin typeface="Noto Sans JP" pitchFamily="34" charset="0"/>
                  <a:ea typeface="Noto Sans JP" pitchFamily="34" charset="-122"/>
                  <a:cs typeface="Noto Sans JP" pitchFamily="34" charset="-120"/>
                </a:rPr>
                <a:t>B</a:t>
              </a:r>
              <a:r>
                <a:rPr lang="ja-JP" altLang="en-US" sz="1250" dirty="0">
                  <a:solidFill>
                    <a:srgbClr val="F0F0F0"/>
                  </a:solidFill>
                  <a:latin typeface="Noto Sans JP" pitchFamily="34" charset="0"/>
                  <a:ea typeface="Noto Sans JP" pitchFamily="34" charset="-122"/>
                  <a:cs typeface="Noto Sans JP" pitchFamily="34" charset="-120"/>
                </a:rPr>
                <a:t>は「スイング」）</a:t>
              </a:r>
              <a:r>
                <a:rPr lang="ja-JP" altLang="en-US" sz="1250" b="1" dirty="0">
                  <a:solidFill>
                    <a:srgbClr val="F0F0F0"/>
                  </a:solidFill>
                  <a:latin typeface="Noto Sans JP" pitchFamily="34" charset="0"/>
                  <a:ea typeface="Noto Sans JP" pitchFamily="34" charset="-122"/>
                  <a:cs typeface="Noto Sans JP" pitchFamily="34" charset="-120"/>
                </a:rPr>
                <a:t>を捨て札にして</a:t>
              </a:r>
              <a:r>
                <a:rPr lang="en-US" altLang="ja-JP" sz="1250" b="1" dirty="0">
                  <a:solidFill>
                    <a:srgbClr val="F0F0F0"/>
                  </a:solidFill>
                  <a:latin typeface="Noto Sans JP" pitchFamily="34" charset="0"/>
                  <a:ea typeface="Noto Sans JP" pitchFamily="34" charset="-122"/>
                  <a:cs typeface="Noto Sans JP" pitchFamily="34" charset="-120"/>
                </a:rPr>
                <a:t>6</a:t>
              </a:r>
              <a:r>
                <a:rPr lang="ja-JP" altLang="en-US" sz="1250" b="1" dirty="0">
                  <a:solidFill>
                    <a:srgbClr val="F0F0F0"/>
                  </a:solidFill>
                  <a:latin typeface="Noto Sans JP" pitchFamily="34" charset="0"/>
                  <a:ea typeface="Noto Sans JP" pitchFamily="34" charset="-122"/>
                  <a:cs typeface="Noto Sans JP" pitchFamily="34" charset="-120"/>
                </a:rPr>
                <a:t>枚山札から引いた</a:t>
              </a:r>
              <a:r>
                <a:rPr lang="ja-JP" altLang="en-US" sz="1250" dirty="0">
                  <a:solidFill>
                    <a:srgbClr val="F0F0F0"/>
                  </a:solidFill>
                  <a:latin typeface="Noto Sans JP" pitchFamily="34" charset="0"/>
                  <a:ea typeface="Noto Sans JP" pitchFamily="34" charset="-122"/>
                  <a:cs typeface="Noto Sans JP" pitchFamily="34" charset="-120"/>
                </a:rPr>
                <a:t>。</a:t>
              </a:r>
              <a:r>
                <a:rPr lang="en-US" sz="1250" b="1" u="sng" dirty="0" err="1">
                  <a:solidFill>
                    <a:srgbClr val="F0F0F0"/>
                  </a:solidFill>
                  <a:latin typeface="Noto Sans JP" pitchFamily="34" charset="0"/>
                  <a:ea typeface="Noto Sans JP" pitchFamily="34" charset="-122"/>
                  <a:cs typeface="Noto Sans JP" pitchFamily="34" charset="-120"/>
                </a:rPr>
                <a:t>Aが攻撃を命中させたので、次のターンも主導権はA</a:t>
              </a:r>
              <a:r>
                <a:rPr lang="en-US" sz="1250" b="1" u="sng" dirty="0">
                  <a:solidFill>
                    <a:srgbClr val="F0F0F0"/>
                  </a:solidFill>
                  <a:latin typeface="Noto Sans JP" pitchFamily="34" charset="0"/>
                  <a:ea typeface="Noto Sans JP" pitchFamily="34" charset="-122"/>
                  <a:cs typeface="Noto Sans JP" pitchFamily="34" charset="-120"/>
                </a:rPr>
                <a:t>。</a:t>
              </a:r>
              <a:endParaRPr lang="en-US" sz="1250" b="1" u="sng" dirty="0"/>
            </a:p>
          </p:txBody>
        </p:sp>
      </p:grpSp>
      <p:grpSp>
        <p:nvGrpSpPr>
          <p:cNvPr id="13" name="グループ化 12">
            <a:extLst>
              <a:ext uri="{FF2B5EF4-FFF2-40B4-BE49-F238E27FC236}">
                <a16:creationId xmlns:a16="http://schemas.microsoft.com/office/drawing/2014/main" id="{2A48C363-42A4-3D0B-97C1-508FC35E5BC0}"/>
              </a:ext>
            </a:extLst>
          </p:cNvPr>
          <p:cNvGrpSpPr/>
          <p:nvPr/>
        </p:nvGrpSpPr>
        <p:grpSpPr>
          <a:xfrm>
            <a:off x="5886619" y="404041"/>
            <a:ext cx="5634831" cy="307330"/>
            <a:chOff x="812800" y="1803350"/>
            <a:chExt cx="5634831" cy="307330"/>
          </a:xfrm>
        </p:grpSpPr>
        <p:sp>
          <p:nvSpPr>
            <p:cNvPr id="14" name="Text 3">
              <a:extLst>
                <a:ext uri="{FF2B5EF4-FFF2-40B4-BE49-F238E27FC236}">
                  <a16:creationId xmlns:a16="http://schemas.microsoft.com/office/drawing/2014/main" id="{E680972F-50FA-D86E-96DA-971F2426BDB2}"/>
                </a:ext>
              </a:extLst>
            </p:cNvPr>
            <p:cNvSpPr/>
            <p:nvPr/>
          </p:nvSpPr>
          <p:spPr>
            <a:xfrm>
              <a:off x="812800" y="184145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sp>
          <p:nvSpPr>
            <p:cNvPr id="15" name="Text 4">
              <a:extLst>
                <a:ext uri="{FF2B5EF4-FFF2-40B4-BE49-F238E27FC236}">
                  <a16:creationId xmlns:a16="http://schemas.microsoft.com/office/drawing/2014/main" id="{86147A0C-EFC6-29F3-90EA-47F25B19B810}"/>
                </a:ext>
              </a:extLst>
            </p:cNvPr>
            <p:cNvSpPr/>
            <p:nvPr/>
          </p:nvSpPr>
          <p:spPr>
            <a:xfrm>
              <a:off x="1866900" y="1803350"/>
              <a:ext cx="13166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16" name="Text 5">
              <a:extLst>
                <a:ext uri="{FF2B5EF4-FFF2-40B4-BE49-F238E27FC236}">
                  <a16:creationId xmlns:a16="http://schemas.microsoft.com/office/drawing/2014/main" id="{8F3C5E5F-C7E4-5DF8-B3D7-197337EC490E}"/>
                </a:ext>
              </a:extLst>
            </p:cNvPr>
            <p:cNvSpPr/>
            <p:nvPr/>
          </p:nvSpPr>
          <p:spPr>
            <a:xfrm>
              <a:off x="3285133" y="1803350"/>
              <a:ext cx="8213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刺突</a:t>
              </a:r>
              <a:r>
                <a:rPr lang="en-US" sz="1300" b="1" u="sng" dirty="0">
                  <a:solidFill>
                    <a:srgbClr val="0A0028"/>
                  </a:solidFill>
                  <a:latin typeface="Noto Sans JP" pitchFamily="34" charset="0"/>
                  <a:ea typeface="Noto Sans JP" pitchFamily="34" charset="-122"/>
                  <a:cs typeface="Noto Sans JP" pitchFamily="34" charset="-120"/>
                </a:rPr>
                <a:t>×1</a:t>
              </a:r>
              <a:endParaRPr lang="en-US" sz="1300" u="sng" dirty="0"/>
            </a:p>
          </p:txBody>
        </p:sp>
        <p:sp>
          <p:nvSpPr>
            <p:cNvPr id="17" name="Text 6">
              <a:extLst>
                <a:ext uri="{FF2B5EF4-FFF2-40B4-BE49-F238E27FC236}">
                  <a16:creationId xmlns:a16="http://schemas.microsoft.com/office/drawing/2014/main" id="{516889F2-9BB3-A154-CBA4-8BE4D4B66ED4}"/>
                </a:ext>
              </a:extLst>
            </p:cNvPr>
            <p:cNvSpPr/>
            <p:nvPr/>
          </p:nvSpPr>
          <p:spPr>
            <a:xfrm>
              <a:off x="4208066" y="1803350"/>
              <a:ext cx="11515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18" name="Text 7">
              <a:extLst>
                <a:ext uri="{FF2B5EF4-FFF2-40B4-BE49-F238E27FC236}">
                  <a16:creationId xmlns:a16="http://schemas.microsoft.com/office/drawing/2014/main" id="{EA418CC4-A6AF-D5F6-737D-8EE923B86CAC}"/>
                </a:ext>
              </a:extLst>
            </p:cNvPr>
            <p:cNvSpPr/>
            <p:nvPr/>
          </p:nvSpPr>
          <p:spPr>
            <a:xfrm>
              <a:off x="5461198" y="1803350"/>
              <a:ext cx="986433" cy="307330"/>
            </a:xfrm>
            <a:prstGeom prst="roundRect">
              <a:avLst>
                <a:gd name="adj" fmla="val 16529"/>
              </a:avLst>
            </a:prstGeom>
            <a:solidFill>
              <a:srgbClr val="A8E89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キック×1</a:t>
              </a:r>
              <a:endParaRPr lang="en-US" sz="1300" dirty="0"/>
            </a:p>
          </p:txBody>
        </p:sp>
      </p:grpSp>
      <p:grpSp>
        <p:nvGrpSpPr>
          <p:cNvPr id="19" name="グループ化 18">
            <a:extLst>
              <a:ext uri="{FF2B5EF4-FFF2-40B4-BE49-F238E27FC236}">
                <a16:creationId xmlns:a16="http://schemas.microsoft.com/office/drawing/2014/main" id="{6F7D82E0-DCA8-2CBA-BDD3-8A779AC552B0}"/>
              </a:ext>
            </a:extLst>
          </p:cNvPr>
          <p:cNvGrpSpPr/>
          <p:nvPr/>
        </p:nvGrpSpPr>
        <p:grpSpPr>
          <a:xfrm>
            <a:off x="5886619" y="755043"/>
            <a:ext cx="5634831" cy="307330"/>
            <a:chOff x="812800" y="2250380"/>
            <a:chExt cx="5634831" cy="307330"/>
          </a:xfrm>
        </p:grpSpPr>
        <p:sp>
          <p:nvSpPr>
            <p:cNvPr id="20" name="Text 8">
              <a:extLst>
                <a:ext uri="{FF2B5EF4-FFF2-40B4-BE49-F238E27FC236}">
                  <a16:creationId xmlns:a16="http://schemas.microsoft.com/office/drawing/2014/main" id="{8582B9E3-5CD5-FFBB-00D0-1FCAD7F644EC}"/>
                </a:ext>
              </a:extLst>
            </p:cNvPr>
            <p:cNvSpPr/>
            <p:nvPr/>
          </p:nvSpPr>
          <p:spPr>
            <a:xfrm>
              <a:off x="812800" y="228848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Bの手札</a:t>
              </a:r>
              <a:endParaRPr lang="en-US" sz="1300" dirty="0"/>
            </a:p>
          </p:txBody>
        </p:sp>
        <p:sp>
          <p:nvSpPr>
            <p:cNvPr id="21" name="Text 9">
              <a:extLst>
                <a:ext uri="{FF2B5EF4-FFF2-40B4-BE49-F238E27FC236}">
                  <a16:creationId xmlns:a16="http://schemas.microsoft.com/office/drawing/2014/main" id="{E25BB527-3026-68CC-551B-AD2BF121D50A}"/>
                </a:ext>
              </a:extLst>
            </p:cNvPr>
            <p:cNvSpPr/>
            <p:nvPr/>
          </p:nvSpPr>
          <p:spPr>
            <a:xfrm>
              <a:off x="1866900" y="2250380"/>
              <a:ext cx="11515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スイング</a:t>
              </a:r>
              <a:r>
                <a:rPr lang="en-US" sz="1300" b="1" u="sng" dirty="0">
                  <a:solidFill>
                    <a:srgbClr val="0A0028"/>
                  </a:solidFill>
                  <a:latin typeface="Noto Sans JP" pitchFamily="34" charset="0"/>
                  <a:ea typeface="Noto Sans JP" pitchFamily="34" charset="-122"/>
                  <a:cs typeface="Noto Sans JP" pitchFamily="34" charset="-120"/>
                </a:rPr>
                <a:t>×2</a:t>
              </a:r>
              <a:endParaRPr lang="en-US" sz="1300" u="sng" dirty="0"/>
            </a:p>
          </p:txBody>
        </p:sp>
        <p:sp>
          <p:nvSpPr>
            <p:cNvPr id="22" name="Text 10">
              <a:extLst>
                <a:ext uri="{FF2B5EF4-FFF2-40B4-BE49-F238E27FC236}">
                  <a16:creationId xmlns:a16="http://schemas.microsoft.com/office/drawing/2014/main" id="{29052629-3BA2-DD0D-BCB2-94BBE15631A8}"/>
                </a:ext>
              </a:extLst>
            </p:cNvPr>
            <p:cNvSpPr/>
            <p:nvPr/>
          </p:nvSpPr>
          <p:spPr>
            <a:xfrm>
              <a:off x="3120033" y="2250380"/>
              <a:ext cx="8213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23" name="Text 11">
              <a:extLst>
                <a:ext uri="{FF2B5EF4-FFF2-40B4-BE49-F238E27FC236}">
                  <a16:creationId xmlns:a16="http://schemas.microsoft.com/office/drawing/2014/main" id="{5F57DBC6-A5D5-679F-8603-35AE89778C63}"/>
                </a:ext>
              </a:extLst>
            </p:cNvPr>
            <p:cNvSpPr/>
            <p:nvPr/>
          </p:nvSpPr>
          <p:spPr>
            <a:xfrm>
              <a:off x="4042966" y="2250380"/>
              <a:ext cx="13166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振り下ろし×1</a:t>
              </a:r>
              <a:endParaRPr lang="en-US" sz="1300" dirty="0"/>
            </a:p>
          </p:txBody>
        </p:sp>
        <p:sp>
          <p:nvSpPr>
            <p:cNvPr id="24" name="Text 12">
              <a:extLst>
                <a:ext uri="{FF2B5EF4-FFF2-40B4-BE49-F238E27FC236}">
                  <a16:creationId xmlns:a16="http://schemas.microsoft.com/office/drawing/2014/main" id="{74F17A8C-10AC-8ACF-2D2D-2598530FF656}"/>
                </a:ext>
              </a:extLst>
            </p:cNvPr>
            <p:cNvSpPr/>
            <p:nvPr/>
          </p:nvSpPr>
          <p:spPr>
            <a:xfrm>
              <a:off x="5461198" y="2250380"/>
              <a:ext cx="986433" cy="307330"/>
            </a:xfrm>
            <a:prstGeom prst="roundRect">
              <a:avLst>
                <a:gd name="adj" fmla="val 16529"/>
              </a:avLst>
            </a:prstGeom>
            <a:solidFill>
              <a:srgbClr val="A8E89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キック×1</a:t>
              </a:r>
              <a:endParaRPr lang="en-US" sz="1300" dirty="0"/>
            </a:p>
          </p:txBody>
        </p:sp>
      </p:grpSp>
      <p:pic>
        <p:nvPicPr>
          <p:cNvPr id="27" name="図 26">
            <a:extLst>
              <a:ext uri="{FF2B5EF4-FFF2-40B4-BE49-F238E27FC236}">
                <a16:creationId xmlns:a16="http://schemas.microsoft.com/office/drawing/2014/main" id="{C9C5B63B-4484-4D83-1C02-EF288D084C55}"/>
              </a:ext>
            </a:extLst>
          </p:cNvPr>
          <p:cNvPicPr>
            <a:picLocks noChangeAspect="1"/>
          </p:cNvPicPr>
          <p:nvPr/>
        </p:nvPicPr>
        <p:blipFill>
          <a:blip r:embed="rId3"/>
          <a:stretch>
            <a:fillRect/>
          </a:stretch>
        </p:blipFill>
        <p:spPr>
          <a:xfrm>
            <a:off x="1652660" y="2366200"/>
            <a:ext cx="607271" cy="732913"/>
          </a:xfrm>
          <a:prstGeom prst="rect">
            <a:avLst/>
          </a:prstGeom>
        </p:spPr>
      </p:pic>
      <p:pic>
        <p:nvPicPr>
          <p:cNvPr id="29" name="図 28">
            <a:extLst>
              <a:ext uri="{FF2B5EF4-FFF2-40B4-BE49-F238E27FC236}">
                <a16:creationId xmlns:a16="http://schemas.microsoft.com/office/drawing/2014/main" id="{E2359C99-8F20-C84F-9882-4BA26245C705}"/>
              </a:ext>
            </a:extLst>
          </p:cNvPr>
          <p:cNvPicPr>
            <a:picLocks noChangeAspect="1"/>
          </p:cNvPicPr>
          <p:nvPr/>
        </p:nvPicPr>
        <p:blipFill>
          <a:blip r:embed="rId4"/>
          <a:stretch>
            <a:fillRect/>
          </a:stretch>
        </p:blipFill>
        <p:spPr>
          <a:xfrm>
            <a:off x="3524818" y="2366200"/>
            <a:ext cx="607271" cy="732913"/>
          </a:xfrm>
          <a:prstGeom prst="rect">
            <a:avLst/>
          </a:prstGeom>
        </p:spPr>
      </p:pic>
      <p:grpSp>
        <p:nvGrpSpPr>
          <p:cNvPr id="30" name="グループ化 29">
            <a:extLst>
              <a:ext uri="{FF2B5EF4-FFF2-40B4-BE49-F238E27FC236}">
                <a16:creationId xmlns:a16="http://schemas.microsoft.com/office/drawing/2014/main" id="{E02F58FC-DFE1-9CDC-4BFB-E77D9840C18E}"/>
              </a:ext>
            </a:extLst>
          </p:cNvPr>
          <p:cNvGrpSpPr/>
          <p:nvPr/>
        </p:nvGrpSpPr>
        <p:grpSpPr>
          <a:xfrm>
            <a:off x="5439936" y="2334878"/>
            <a:ext cx="5634831" cy="307330"/>
            <a:chOff x="812800" y="2250380"/>
            <a:chExt cx="5634831" cy="307330"/>
          </a:xfrm>
        </p:grpSpPr>
        <p:sp>
          <p:nvSpPr>
            <p:cNvPr id="31" name="Text 8">
              <a:extLst>
                <a:ext uri="{FF2B5EF4-FFF2-40B4-BE49-F238E27FC236}">
                  <a16:creationId xmlns:a16="http://schemas.microsoft.com/office/drawing/2014/main" id="{C8F4D631-DD89-743F-9EDC-975AA6A2F825}"/>
                </a:ext>
              </a:extLst>
            </p:cNvPr>
            <p:cNvSpPr/>
            <p:nvPr/>
          </p:nvSpPr>
          <p:spPr>
            <a:xfrm>
              <a:off x="812800" y="228848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Bの手札</a:t>
              </a:r>
              <a:endParaRPr lang="en-US" sz="1300" dirty="0"/>
            </a:p>
          </p:txBody>
        </p:sp>
        <p:sp>
          <p:nvSpPr>
            <p:cNvPr id="32" name="Text 9">
              <a:extLst>
                <a:ext uri="{FF2B5EF4-FFF2-40B4-BE49-F238E27FC236}">
                  <a16:creationId xmlns:a16="http://schemas.microsoft.com/office/drawing/2014/main" id="{306E8135-187E-9B6B-AC4A-CABCF4180886}"/>
                </a:ext>
              </a:extLst>
            </p:cNvPr>
            <p:cNvSpPr/>
            <p:nvPr/>
          </p:nvSpPr>
          <p:spPr>
            <a:xfrm>
              <a:off x="1866900" y="2250380"/>
              <a:ext cx="11515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スイング×2</a:t>
              </a:r>
              <a:endParaRPr lang="en-US" sz="1300" dirty="0"/>
            </a:p>
          </p:txBody>
        </p:sp>
        <p:sp>
          <p:nvSpPr>
            <p:cNvPr id="33" name="Text 10">
              <a:extLst>
                <a:ext uri="{FF2B5EF4-FFF2-40B4-BE49-F238E27FC236}">
                  <a16:creationId xmlns:a16="http://schemas.microsoft.com/office/drawing/2014/main" id="{FFEB01F2-18E8-2DBA-F7AE-8091E18D19E3}"/>
                </a:ext>
              </a:extLst>
            </p:cNvPr>
            <p:cNvSpPr/>
            <p:nvPr/>
          </p:nvSpPr>
          <p:spPr>
            <a:xfrm>
              <a:off x="3120033" y="2250380"/>
              <a:ext cx="8213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34" name="Text 11">
              <a:extLst>
                <a:ext uri="{FF2B5EF4-FFF2-40B4-BE49-F238E27FC236}">
                  <a16:creationId xmlns:a16="http://schemas.microsoft.com/office/drawing/2014/main" id="{4A795FF9-A7C4-DD1B-56F3-41457E50747A}"/>
                </a:ext>
              </a:extLst>
            </p:cNvPr>
            <p:cNvSpPr/>
            <p:nvPr/>
          </p:nvSpPr>
          <p:spPr>
            <a:xfrm>
              <a:off x="4042966" y="2250380"/>
              <a:ext cx="13166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振り下ろし×1</a:t>
              </a:r>
              <a:endParaRPr lang="en-US" sz="1300" dirty="0"/>
            </a:p>
          </p:txBody>
        </p:sp>
        <p:sp>
          <p:nvSpPr>
            <p:cNvPr id="35" name="Text 12">
              <a:extLst>
                <a:ext uri="{FF2B5EF4-FFF2-40B4-BE49-F238E27FC236}">
                  <a16:creationId xmlns:a16="http://schemas.microsoft.com/office/drawing/2014/main" id="{3A414AEF-F289-A246-E514-A1D9EBDF9F2B}"/>
                </a:ext>
              </a:extLst>
            </p:cNvPr>
            <p:cNvSpPr/>
            <p:nvPr/>
          </p:nvSpPr>
          <p:spPr>
            <a:xfrm>
              <a:off x="5461198" y="2250380"/>
              <a:ext cx="9864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grpSp>
      <p:grpSp>
        <p:nvGrpSpPr>
          <p:cNvPr id="36" name="グループ化 35">
            <a:extLst>
              <a:ext uri="{FF2B5EF4-FFF2-40B4-BE49-F238E27FC236}">
                <a16:creationId xmlns:a16="http://schemas.microsoft.com/office/drawing/2014/main" id="{CB35225A-4DC0-245F-1C95-6F37D2DB395F}"/>
              </a:ext>
            </a:extLst>
          </p:cNvPr>
          <p:cNvGrpSpPr/>
          <p:nvPr/>
        </p:nvGrpSpPr>
        <p:grpSpPr>
          <a:xfrm>
            <a:off x="5439936" y="1845256"/>
            <a:ext cx="5634831" cy="307330"/>
            <a:chOff x="812800" y="1803350"/>
            <a:chExt cx="5634831" cy="307330"/>
          </a:xfrm>
        </p:grpSpPr>
        <p:sp>
          <p:nvSpPr>
            <p:cNvPr id="37" name="Text 3">
              <a:extLst>
                <a:ext uri="{FF2B5EF4-FFF2-40B4-BE49-F238E27FC236}">
                  <a16:creationId xmlns:a16="http://schemas.microsoft.com/office/drawing/2014/main" id="{279E030D-37A4-8F10-683B-3B8AF8A8BB2F}"/>
                </a:ext>
              </a:extLst>
            </p:cNvPr>
            <p:cNvSpPr/>
            <p:nvPr/>
          </p:nvSpPr>
          <p:spPr>
            <a:xfrm>
              <a:off x="812800" y="184145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sp>
          <p:nvSpPr>
            <p:cNvPr id="38" name="Text 4">
              <a:extLst>
                <a:ext uri="{FF2B5EF4-FFF2-40B4-BE49-F238E27FC236}">
                  <a16:creationId xmlns:a16="http://schemas.microsoft.com/office/drawing/2014/main" id="{6D3177EF-FAD0-E127-5F81-88E7B518239F}"/>
                </a:ext>
              </a:extLst>
            </p:cNvPr>
            <p:cNvSpPr/>
            <p:nvPr/>
          </p:nvSpPr>
          <p:spPr>
            <a:xfrm>
              <a:off x="1866900" y="1803350"/>
              <a:ext cx="13166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39" name="Text 5">
              <a:extLst>
                <a:ext uri="{FF2B5EF4-FFF2-40B4-BE49-F238E27FC236}">
                  <a16:creationId xmlns:a16="http://schemas.microsoft.com/office/drawing/2014/main" id="{6BFDF3D4-4D0F-C0DC-66E4-14490BB88F01}"/>
                </a:ext>
              </a:extLst>
            </p:cNvPr>
            <p:cNvSpPr/>
            <p:nvPr/>
          </p:nvSpPr>
          <p:spPr>
            <a:xfrm>
              <a:off x="3285133" y="1803350"/>
              <a:ext cx="8213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u="sng" dirty="0"/>
            </a:p>
          </p:txBody>
        </p:sp>
        <p:sp>
          <p:nvSpPr>
            <p:cNvPr id="40" name="Text 6">
              <a:extLst>
                <a:ext uri="{FF2B5EF4-FFF2-40B4-BE49-F238E27FC236}">
                  <a16:creationId xmlns:a16="http://schemas.microsoft.com/office/drawing/2014/main" id="{E5746BA0-32DA-924C-8AF2-428FE1D5CD2D}"/>
                </a:ext>
              </a:extLst>
            </p:cNvPr>
            <p:cNvSpPr/>
            <p:nvPr/>
          </p:nvSpPr>
          <p:spPr>
            <a:xfrm>
              <a:off x="4208066" y="1803350"/>
              <a:ext cx="11515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41" name="Text 7">
              <a:extLst>
                <a:ext uri="{FF2B5EF4-FFF2-40B4-BE49-F238E27FC236}">
                  <a16:creationId xmlns:a16="http://schemas.microsoft.com/office/drawing/2014/main" id="{EF682BCD-2D8C-4B01-3BD0-805939737576}"/>
                </a:ext>
              </a:extLst>
            </p:cNvPr>
            <p:cNvSpPr/>
            <p:nvPr/>
          </p:nvSpPr>
          <p:spPr>
            <a:xfrm>
              <a:off x="5461198" y="1803350"/>
              <a:ext cx="986433" cy="307330"/>
            </a:xfrm>
            <a:prstGeom prst="roundRect">
              <a:avLst>
                <a:gd name="adj" fmla="val 16529"/>
              </a:avLst>
            </a:prstGeom>
            <a:solidFill>
              <a:srgbClr val="A8E89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キック×1</a:t>
              </a:r>
              <a:endParaRPr lang="en-US" sz="1300" dirty="0"/>
            </a:p>
          </p:txBody>
        </p:sp>
      </p:grpSp>
      <p:pic>
        <p:nvPicPr>
          <p:cNvPr id="43" name="図 42">
            <a:extLst>
              <a:ext uri="{FF2B5EF4-FFF2-40B4-BE49-F238E27FC236}">
                <a16:creationId xmlns:a16="http://schemas.microsoft.com/office/drawing/2014/main" id="{A847C9C7-39E1-E9FA-8057-688C6FDE48E3}"/>
              </a:ext>
            </a:extLst>
          </p:cNvPr>
          <p:cNvPicPr>
            <a:picLocks noChangeAspect="1"/>
          </p:cNvPicPr>
          <p:nvPr/>
        </p:nvPicPr>
        <p:blipFill>
          <a:blip r:embed="rId5"/>
          <a:stretch>
            <a:fillRect/>
          </a:stretch>
        </p:blipFill>
        <p:spPr>
          <a:xfrm>
            <a:off x="2350988" y="4421161"/>
            <a:ext cx="619646" cy="747849"/>
          </a:xfrm>
          <a:prstGeom prst="rect">
            <a:avLst/>
          </a:prstGeom>
        </p:spPr>
      </p:pic>
      <p:grpSp>
        <p:nvGrpSpPr>
          <p:cNvPr id="45" name="グループ化 44">
            <a:extLst>
              <a:ext uri="{FF2B5EF4-FFF2-40B4-BE49-F238E27FC236}">
                <a16:creationId xmlns:a16="http://schemas.microsoft.com/office/drawing/2014/main" id="{BF8FBCFE-327B-E813-C4A5-B04A244F0A4B}"/>
              </a:ext>
            </a:extLst>
          </p:cNvPr>
          <p:cNvGrpSpPr/>
          <p:nvPr/>
        </p:nvGrpSpPr>
        <p:grpSpPr>
          <a:xfrm>
            <a:off x="1028700" y="3971134"/>
            <a:ext cx="2748954" cy="308329"/>
            <a:chOff x="1028700" y="1962342"/>
            <a:chExt cx="2748954" cy="308329"/>
          </a:xfrm>
        </p:grpSpPr>
        <p:sp>
          <p:nvSpPr>
            <p:cNvPr id="46" name="Text 4">
              <a:extLst>
                <a:ext uri="{FF2B5EF4-FFF2-40B4-BE49-F238E27FC236}">
                  <a16:creationId xmlns:a16="http://schemas.microsoft.com/office/drawing/2014/main" id="{EDCA6C30-223E-4B92-27D3-8C9D6B4B1015}"/>
                </a:ext>
              </a:extLst>
            </p:cNvPr>
            <p:cNvSpPr/>
            <p:nvPr/>
          </p:nvSpPr>
          <p:spPr>
            <a:xfrm>
              <a:off x="1028700" y="1963341"/>
              <a:ext cx="1231231"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A</a:t>
              </a:r>
              <a:r>
                <a:rPr lang="ja-JP" altLang="en-US" sz="1300" b="1" dirty="0">
                  <a:solidFill>
                    <a:srgbClr val="0A0028"/>
                  </a:solidFill>
                  <a:latin typeface="Noto Sans JP" pitchFamily="34" charset="0"/>
                  <a:ea typeface="Noto Sans JP" pitchFamily="34" charset="-122"/>
                  <a:cs typeface="Noto Sans JP" pitchFamily="34" charset="-120"/>
                </a:rPr>
                <a:t>：</a:t>
              </a:r>
              <a:r>
                <a:rPr lang="en-US" sz="1300" b="1" dirty="0">
                  <a:solidFill>
                    <a:srgbClr val="0A0028"/>
                  </a:solidFill>
                  <a:latin typeface="Noto Sans JP" pitchFamily="34" charset="0"/>
                  <a:ea typeface="Noto Sans JP" pitchFamily="34" charset="-122"/>
                  <a:cs typeface="Noto Sans JP" pitchFamily="34" charset="-120"/>
                </a:rPr>
                <a:t>ダメージ2</a:t>
              </a:r>
              <a:endParaRPr lang="en-US" sz="1300" dirty="0"/>
            </a:p>
          </p:txBody>
        </p:sp>
        <p:sp>
          <p:nvSpPr>
            <p:cNvPr id="47" name="Text 5">
              <a:extLst>
                <a:ext uri="{FF2B5EF4-FFF2-40B4-BE49-F238E27FC236}">
                  <a16:creationId xmlns:a16="http://schemas.microsoft.com/office/drawing/2014/main" id="{AD7D151C-7EDE-30F7-CAD3-D33C2E58FF66}"/>
                </a:ext>
              </a:extLst>
            </p:cNvPr>
            <p:cNvSpPr/>
            <p:nvPr/>
          </p:nvSpPr>
          <p:spPr>
            <a:xfrm>
              <a:off x="2361531" y="2014141"/>
              <a:ext cx="2159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A0028"/>
                  </a:solidFill>
                  <a:latin typeface="Noto Sans JP" pitchFamily="34" charset="0"/>
                  <a:ea typeface="Noto Sans JP" pitchFamily="34" charset="-122"/>
                  <a:cs typeface="Noto Sans JP" pitchFamily="34" charset="-120"/>
                </a:rPr>
                <a:t>対</a:t>
              </a:r>
              <a:endParaRPr lang="en-US" sz="1300" dirty="0"/>
            </a:p>
          </p:txBody>
        </p:sp>
        <p:sp>
          <p:nvSpPr>
            <p:cNvPr id="48" name="Text 6">
              <a:extLst>
                <a:ext uri="{FF2B5EF4-FFF2-40B4-BE49-F238E27FC236}">
                  <a16:creationId xmlns:a16="http://schemas.microsoft.com/office/drawing/2014/main" id="{0E4BA3BB-FD87-BF04-2301-5F80B5EE3F1F}"/>
                </a:ext>
              </a:extLst>
            </p:cNvPr>
            <p:cNvSpPr/>
            <p:nvPr/>
          </p:nvSpPr>
          <p:spPr>
            <a:xfrm>
              <a:off x="2625129" y="1962342"/>
              <a:ext cx="1152525" cy="307330"/>
            </a:xfrm>
            <a:prstGeom prst="roundRect">
              <a:avLst>
                <a:gd name="adj" fmla="val 16529"/>
              </a:avLst>
            </a:prstGeom>
            <a:solidFill>
              <a:srgbClr val="A8E89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B:</a:t>
              </a:r>
              <a:r>
                <a:rPr lang="ja-JP" altLang="en-US" sz="1300" b="1" dirty="0">
                  <a:solidFill>
                    <a:srgbClr val="0A0028"/>
                  </a:solidFill>
                  <a:latin typeface="Noto Sans JP" pitchFamily="34" charset="0"/>
                  <a:ea typeface="Noto Sans JP" pitchFamily="34" charset="-122"/>
                  <a:cs typeface="Noto Sans JP" pitchFamily="34" charset="-120"/>
                </a:rPr>
                <a:t>手札</a:t>
              </a:r>
              <a:r>
                <a:rPr lang="en-US" sz="1300" b="1" dirty="0">
                  <a:solidFill>
                    <a:srgbClr val="0A0028"/>
                  </a:solidFill>
                  <a:latin typeface="Noto Sans JP" pitchFamily="34" charset="0"/>
                  <a:ea typeface="Noto Sans JP" pitchFamily="34" charset="-122"/>
                  <a:cs typeface="Noto Sans JP" pitchFamily="34" charset="-120"/>
                </a:rPr>
                <a:t>×3</a:t>
              </a:r>
              <a:endParaRPr lang="en-US" sz="1300" dirty="0"/>
            </a:p>
          </p:txBody>
        </p:sp>
      </p:grpSp>
      <p:sp>
        <p:nvSpPr>
          <p:cNvPr id="50" name="Text 3">
            <a:extLst>
              <a:ext uri="{FF2B5EF4-FFF2-40B4-BE49-F238E27FC236}">
                <a16:creationId xmlns:a16="http://schemas.microsoft.com/office/drawing/2014/main" id="{CA77BEA6-EFAC-87D4-1113-C2E8D92F7711}"/>
              </a:ext>
            </a:extLst>
          </p:cNvPr>
          <p:cNvSpPr/>
          <p:nvPr/>
        </p:nvSpPr>
        <p:spPr>
          <a:xfrm>
            <a:off x="1024209" y="3582544"/>
            <a:ext cx="1043863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A0028"/>
                </a:solidFill>
                <a:latin typeface="Noto Sans JP" pitchFamily="34" charset="0"/>
                <a:ea typeface="Noto Sans JP" pitchFamily="34" charset="-122"/>
                <a:cs typeface="Noto Sans JP" pitchFamily="34" charset="-120"/>
              </a:rPr>
              <a:t>B</a:t>
            </a:r>
            <a:r>
              <a:rPr lang="ja-JP" altLang="en-US" sz="1800" b="1" dirty="0">
                <a:solidFill>
                  <a:srgbClr val="0A0028"/>
                </a:solidFill>
                <a:latin typeface="Noto Sans JP" pitchFamily="34" charset="0"/>
                <a:ea typeface="Noto Sans JP" pitchFamily="34" charset="-122"/>
                <a:cs typeface="Noto Sans JP" pitchFamily="34" charset="-120"/>
              </a:rPr>
              <a:t>へのダメージ</a:t>
            </a:r>
            <a:endParaRPr lang="en-US" sz="1800" dirty="0"/>
          </a:p>
        </p:txBody>
      </p:sp>
      <p:sp>
        <p:nvSpPr>
          <p:cNvPr id="52" name="Text 4">
            <a:extLst>
              <a:ext uri="{FF2B5EF4-FFF2-40B4-BE49-F238E27FC236}">
                <a16:creationId xmlns:a16="http://schemas.microsoft.com/office/drawing/2014/main" id="{CFD1642C-A2E7-AE95-0B3E-E586716B693F}"/>
              </a:ext>
            </a:extLst>
          </p:cNvPr>
          <p:cNvSpPr/>
          <p:nvPr/>
        </p:nvSpPr>
        <p:spPr>
          <a:xfrm>
            <a:off x="1299866" y="4431863"/>
            <a:ext cx="731557" cy="726278"/>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100" b="1" dirty="0">
                <a:solidFill>
                  <a:srgbClr val="0A0028"/>
                </a:solidFill>
                <a:latin typeface="Noto Sans JP" pitchFamily="34" charset="0"/>
                <a:ea typeface="Noto Sans JP" pitchFamily="34" charset="-122"/>
                <a:cs typeface="Noto Sans JP" pitchFamily="34" charset="-120"/>
              </a:rPr>
              <a:t>2ダメージ</a:t>
            </a:r>
            <a:endParaRPr lang="en-US" sz="1100" dirty="0"/>
          </a:p>
        </p:txBody>
      </p:sp>
      <p:pic>
        <p:nvPicPr>
          <p:cNvPr id="53" name="図 52">
            <a:extLst>
              <a:ext uri="{FF2B5EF4-FFF2-40B4-BE49-F238E27FC236}">
                <a16:creationId xmlns:a16="http://schemas.microsoft.com/office/drawing/2014/main" id="{2148B50F-C6FE-486B-88EA-BEC43420DDCC}"/>
              </a:ext>
            </a:extLst>
          </p:cNvPr>
          <p:cNvPicPr>
            <a:picLocks noChangeAspect="1"/>
          </p:cNvPicPr>
          <p:nvPr/>
        </p:nvPicPr>
        <p:blipFill>
          <a:blip r:embed="rId5">
            <a:alphaModFix amt="50000"/>
          </a:blip>
          <a:stretch>
            <a:fillRect/>
          </a:stretch>
        </p:blipFill>
        <p:spPr>
          <a:xfrm>
            <a:off x="2970634" y="4420162"/>
            <a:ext cx="619646" cy="747849"/>
          </a:xfrm>
          <a:prstGeom prst="rect">
            <a:avLst/>
          </a:prstGeom>
        </p:spPr>
      </p:pic>
      <p:pic>
        <p:nvPicPr>
          <p:cNvPr id="54" name="図 53">
            <a:extLst>
              <a:ext uri="{FF2B5EF4-FFF2-40B4-BE49-F238E27FC236}">
                <a16:creationId xmlns:a16="http://schemas.microsoft.com/office/drawing/2014/main" id="{A195542F-F7DD-729B-9942-882585B415B3}"/>
              </a:ext>
            </a:extLst>
          </p:cNvPr>
          <p:cNvPicPr>
            <a:picLocks noChangeAspect="1"/>
          </p:cNvPicPr>
          <p:nvPr/>
        </p:nvPicPr>
        <p:blipFill>
          <a:blip r:embed="rId5">
            <a:alphaModFix amt="50000"/>
          </a:blip>
          <a:stretch>
            <a:fillRect/>
          </a:stretch>
        </p:blipFill>
        <p:spPr>
          <a:xfrm>
            <a:off x="3590280" y="4419163"/>
            <a:ext cx="619646" cy="747849"/>
          </a:xfrm>
          <a:prstGeom prst="rect">
            <a:avLst/>
          </a:prstGeom>
        </p:spPr>
      </p:pic>
      <p:sp>
        <p:nvSpPr>
          <p:cNvPr id="74" name="Text 1">
            <a:extLst>
              <a:ext uri="{FF2B5EF4-FFF2-40B4-BE49-F238E27FC236}">
                <a16:creationId xmlns:a16="http://schemas.microsoft.com/office/drawing/2014/main" id="{5A64E0B0-9BC0-5BA9-447C-82998428BDA7}"/>
              </a:ext>
            </a:extLst>
          </p:cNvPr>
          <p:cNvSpPr txBox="1">
            <a:spLocks/>
          </p:cNvSpPr>
          <p:nvPr/>
        </p:nvSpPr>
        <p:spPr>
          <a:xfrm>
            <a:off x="3141529" y="4559937"/>
            <a:ext cx="957734" cy="598204"/>
          </a:xfrm>
          <a:prstGeom prst="rect">
            <a:avLst/>
          </a:prstGeom>
          <a:noFill/>
          <a:ln/>
        </p:spPr>
        <p:txBody>
          <a:bodyPr wrap="square" lIns="0" tIns="0" rIns="0" bIns="0" rtlCol="0" anchor="t">
            <a:normAutofit/>
          </a:bodyPr>
          <a:lstStyle>
            <a:lvl1pPr marL="0" indent="0" algn="l" defTabSz="914400" rtl="0" eaLnBrk="1" latinLnBrk="0" hangingPunct="1">
              <a:lnSpc>
                <a:spcPct val="115000"/>
              </a:lnSpc>
              <a:spcBef>
                <a:spcPct val="0"/>
              </a:spcBef>
              <a:buNone/>
              <a:defRPr lang="en-US" sz="3200" kern="1200" dirty="0">
                <a:solidFill>
                  <a:srgbClr val="0A0028"/>
                </a:solidFill>
                <a:latin typeface="Noto Sans JP" pitchFamily="34" charset="0"/>
                <a:ea typeface="Noto Sans JP" pitchFamily="34" charset="-122"/>
                <a:cs typeface="Noto Sans JP" pitchFamily="34" charset="-120"/>
              </a:defRPr>
            </a:lvl1pPr>
          </a:lstStyle>
          <a:p>
            <a:pPr>
              <a:lnSpc>
                <a:spcPts val="3520"/>
              </a:lnSpc>
            </a:pPr>
            <a:r>
              <a:rPr lang="ja-JP" altLang="en-US" sz="2400" b="1" dirty="0"/>
              <a:t>捨て札</a:t>
            </a:r>
            <a:endParaRPr lang="ja-JP" altLang="en-US" sz="2400" dirty="0"/>
          </a:p>
        </p:txBody>
      </p:sp>
      <p:sp>
        <p:nvSpPr>
          <p:cNvPr id="76" name="Text 7">
            <a:extLst>
              <a:ext uri="{FF2B5EF4-FFF2-40B4-BE49-F238E27FC236}">
                <a16:creationId xmlns:a16="http://schemas.microsoft.com/office/drawing/2014/main" id="{0A97DA02-2853-AC82-3AC7-9968A33BB976}"/>
              </a:ext>
            </a:extLst>
          </p:cNvPr>
          <p:cNvSpPr/>
          <p:nvPr/>
        </p:nvSpPr>
        <p:spPr>
          <a:xfrm>
            <a:off x="1069731" y="5198061"/>
            <a:ext cx="10438638" cy="249080"/>
          </a:xfrm>
          <a:prstGeom prst="rect">
            <a:avLst/>
          </a:prstGeom>
          <a:noFill/>
          <a:ln/>
        </p:spPr>
        <p:txBody>
          <a:bodyPr wrap="square" lIns="0" tIns="0" rIns="0" bIns="0" rtlCol="0" anchor="t">
            <a:normAutofit/>
          </a:bodyPr>
          <a:lstStyle/>
          <a:p>
            <a:pPr>
              <a:lnSpc>
                <a:spcPts val="1950"/>
              </a:lnSpc>
            </a:pPr>
            <a:r>
              <a:rPr lang="en-US" sz="1300" dirty="0">
                <a:solidFill>
                  <a:srgbClr val="0A0028"/>
                </a:solidFill>
                <a:latin typeface="Noto Sans JP" pitchFamily="34" charset="0"/>
                <a:ea typeface="Noto Sans JP" pitchFamily="34" charset="-122"/>
                <a:cs typeface="Noto Sans JP" pitchFamily="34" charset="-120"/>
              </a:rPr>
              <a:t>B</a:t>
            </a:r>
            <a:r>
              <a:rPr lang="ja-JP" altLang="en-US" sz="1300" dirty="0">
                <a:solidFill>
                  <a:srgbClr val="0A0028"/>
                </a:solidFill>
                <a:latin typeface="Noto Sans JP" pitchFamily="34" charset="0"/>
                <a:ea typeface="Noto Sans JP" pitchFamily="34" charset="-122"/>
                <a:cs typeface="Noto Sans JP" pitchFamily="34" charset="-120"/>
              </a:rPr>
              <a:t>は手札を</a:t>
            </a:r>
            <a:r>
              <a:rPr lang="en-US" altLang="ja-JP" sz="1300" dirty="0">
                <a:solidFill>
                  <a:srgbClr val="0A0028"/>
                </a:solidFill>
                <a:latin typeface="Noto Sans JP" pitchFamily="34" charset="0"/>
                <a:ea typeface="Noto Sans JP" pitchFamily="34" charset="-122"/>
                <a:cs typeface="Noto Sans JP" pitchFamily="34" charset="-120"/>
              </a:rPr>
              <a:t>2</a:t>
            </a:r>
            <a:r>
              <a:rPr lang="ja-JP" altLang="en-US" sz="1300" dirty="0">
                <a:solidFill>
                  <a:srgbClr val="0A0028"/>
                </a:solidFill>
                <a:latin typeface="Noto Sans JP" pitchFamily="34" charset="0"/>
                <a:ea typeface="Noto Sans JP" pitchFamily="34" charset="-122"/>
                <a:cs typeface="Noto Sans JP" pitchFamily="34" charset="-120"/>
              </a:rPr>
              <a:t>枚失うがまだ手札は残っているので</a:t>
            </a:r>
            <a:r>
              <a:rPr lang="en-US" altLang="ja-JP" sz="1300" dirty="0">
                <a:solidFill>
                  <a:srgbClr val="0A0028"/>
                </a:solidFill>
                <a:latin typeface="Noto Sans JP" pitchFamily="34" charset="0"/>
                <a:ea typeface="Noto Sans JP" pitchFamily="34" charset="-122"/>
                <a:cs typeface="Noto Sans JP" pitchFamily="34" charset="-120"/>
              </a:rPr>
              <a:t>HP</a:t>
            </a:r>
            <a:r>
              <a:rPr lang="ja-JP" altLang="en-US" sz="1300" dirty="0">
                <a:solidFill>
                  <a:srgbClr val="0A0028"/>
                </a:solidFill>
                <a:latin typeface="Noto Sans JP" pitchFamily="34" charset="0"/>
                <a:ea typeface="Noto Sans JP" pitchFamily="34" charset="-122"/>
                <a:cs typeface="Noto Sans JP" pitchFamily="34" charset="-120"/>
              </a:rPr>
              <a:t>にダメージを受けない。今回はスイングと振り下ろしを失った。</a:t>
            </a:r>
            <a:endParaRPr lang="en-US" sz="1300" dirty="0"/>
          </a:p>
        </p:txBody>
      </p:sp>
      <p:sp>
        <p:nvSpPr>
          <p:cNvPr id="77" name="矢印: U ターン 76">
            <a:extLst>
              <a:ext uri="{FF2B5EF4-FFF2-40B4-BE49-F238E27FC236}">
                <a16:creationId xmlns:a16="http://schemas.microsoft.com/office/drawing/2014/main" id="{2DBCB86B-4C9D-614E-9946-DC1DF059F6CF}"/>
              </a:ext>
            </a:extLst>
          </p:cNvPr>
          <p:cNvSpPr/>
          <p:nvPr/>
        </p:nvSpPr>
        <p:spPr>
          <a:xfrm>
            <a:off x="3878581" y="4184214"/>
            <a:ext cx="1958340" cy="204906"/>
          </a:xfrm>
          <a:prstGeom prst="uturnArrow">
            <a:avLst>
              <a:gd name="adj1" fmla="val 25581"/>
              <a:gd name="adj2" fmla="val 25000"/>
              <a:gd name="adj3" fmla="val 30229"/>
              <a:gd name="adj4" fmla="val 68609"/>
              <a:gd name="adj5" fmla="val 10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pic>
        <p:nvPicPr>
          <p:cNvPr id="79" name="図 78">
            <a:extLst>
              <a:ext uri="{FF2B5EF4-FFF2-40B4-BE49-F238E27FC236}">
                <a16:creationId xmlns:a16="http://schemas.microsoft.com/office/drawing/2014/main" id="{EE88D70E-AF4E-73E0-D181-0681571DE368}"/>
              </a:ext>
            </a:extLst>
          </p:cNvPr>
          <p:cNvPicPr>
            <a:picLocks noChangeAspect="1"/>
          </p:cNvPicPr>
          <p:nvPr/>
        </p:nvPicPr>
        <p:blipFill>
          <a:blip r:embed="rId6">
            <a:alphaModFix amt="50000"/>
          </a:blip>
          <a:stretch>
            <a:fillRect/>
          </a:stretch>
        </p:blipFill>
        <p:spPr>
          <a:xfrm>
            <a:off x="5833014" y="4436097"/>
            <a:ext cx="607271" cy="732913"/>
          </a:xfrm>
          <a:prstGeom prst="rect">
            <a:avLst/>
          </a:prstGeom>
        </p:spPr>
      </p:pic>
      <p:pic>
        <p:nvPicPr>
          <p:cNvPr id="81" name="図 80">
            <a:extLst>
              <a:ext uri="{FF2B5EF4-FFF2-40B4-BE49-F238E27FC236}">
                <a16:creationId xmlns:a16="http://schemas.microsoft.com/office/drawing/2014/main" id="{6D508A0F-5CE3-9B37-6727-FE588E8C9774}"/>
              </a:ext>
            </a:extLst>
          </p:cNvPr>
          <p:cNvPicPr>
            <a:picLocks noChangeAspect="1"/>
          </p:cNvPicPr>
          <p:nvPr/>
        </p:nvPicPr>
        <p:blipFill>
          <a:blip r:embed="rId7">
            <a:alphaModFix amt="50000"/>
          </a:blip>
          <a:stretch>
            <a:fillRect/>
          </a:stretch>
        </p:blipFill>
        <p:spPr>
          <a:xfrm>
            <a:off x="5156781" y="4434099"/>
            <a:ext cx="607271" cy="732913"/>
          </a:xfrm>
          <a:prstGeom prst="rect">
            <a:avLst/>
          </a:prstGeom>
        </p:spPr>
      </p:pic>
      <p:grpSp>
        <p:nvGrpSpPr>
          <p:cNvPr id="82" name="グループ化 81">
            <a:extLst>
              <a:ext uri="{FF2B5EF4-FFF2-40B4-BE49-F238E27FC236}">
                <a16:creationId xmlns:a16="http://schemas.microsoft.com/office/drawing/2014/main" id="{EA62E00E-6E92-7E51-5C53-77F8D67C9EE7}"/>
              </a:ext>
            </a:extLst>
          </p:cNvPr>
          <p:cNvGrpSpPr/>
          <p:nvPr/>
        </p:nvGrpSpPr>
        <p:grpSpPr>
          <a:xfrm>
            <a:off x="5435613" y="3468132"/>
            <a:ext cx="5634831" cy="307330"/>
            <a:chOff x="812800" y="1803350"/>
            <a:chExt cx="5634831" cy="307330"/>
          </a:xfrm>
        </p:grpSpPr>
        <p:sp>
          <p:nvSpPr>
            <p:cNvPr id="83" name="Text 3">
              <a:extLst>
                <a:ext uri="{FF2B5EF4-FFF2-40B4-BE49-F238E27FC236}">
                  <a16:creationId xmlns:a16="http://schemas.microsoft.com/office/drawing/2014/main" id="{113CBBB0-E012-A261-5776-AEC514699E85}"/>
                </a:ext>
              </a:extLst>
            </p:cNvPr>
            <p:cNvSpPr/>
            <p:nvPr/>
          </p:nvSpPr>
          <p:spPr>
            <a:xfrm>
              <a:off x="812800" y="184145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sp>
          <p:nvSpPr>
            <p:cNvPr id="84" name="Text 4">
              <a:extLst>
                <a:ext uri="{FF2B5EF4-FFF2-40B4-BE49-F238E27FC236}">
                  <a16:creationId xmlns:a16="http://schemas.microsoft.com/office/drawing/2014/main" id="{08CF7CB4-6A2A-EA4F-0F14-2920E47F3D74}"/>
                </a:ext>
              </a:extLst>
            </p:cNvPr>
            <p:cNvSpPr/>
            <p:nvPr/>
          </p:nvSpPr>
          <p:spPr>
            <a:xfrm>
              <a:off x="1866900" y="1803350"/>
              <a:ext cx="13166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85" name="Text 5">
              <a:extLst>
                <a:ext uri="{FF2B5EF4-FFF2-40B4-BE49-F238E27FC236}">
                  <a16:creationId xmlns:a16="http://schemas.microsoft.com/office/drawing/2014/main" id="{AC3C3448-F711-1556-1889-7179ABB6AC4D}"/>
                </a:ext>
              </a:extLst>
            </p:cNvPr>
            <p:cNvSpPr/>
            <p:nvPr/>
          </p:nvSpPr>
          <p:spPr>
            <a:xfrm>
              <a:off x="3285133" y="1803350"/>
              <a:ext cx="8213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u="sng" dirty="0"/>
            </a:p>
          </p:txBody>
        </p:sp>
        <p:sp>
          <p:nvSpPr>
            <p:cNvPr id="86" name="Text 6">
              <a:extLst>
                <a:ext uri="{FF2B5EF4-FFF2-40B4-BE49-F238E27FC236}">
                  <a16:creationId xmlns:a16="http://schemas.microsoft.com/office/drawing/2014/main" id="{92C03986-1730-2D5E-EDAA-58F04D322800}"/>
                </a:ext>
              </a:extLst>
            </p:cNvPr>
            <p:cNvSpPr/>
            <p:nvPr/>
          </p:nvSpPr>
          <p:spPr>
            <a:xfrm>
              <a:off x="4208066" y="1803350"/>
              <a:ext cx="11515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87" name="Text 7">
              <a:extLst>
                <a:ext uri="{FF2B5EF4-FFF2-40B4-BE49-F238E27FC236}">
                  <a16:creationId xmlns:a16="http://schemas.microsoft.com/office/drawing/2014/main" id="{BAA0E44D-8103-5033-AAA9-B8DF1D9FE44E}"/>
                </a:ext>
              </a:extLst>
            </p:cNvPr>
            <p:cNvSpPr/>
            <p:nvPr/>
          </p:nvSpPr>
          <p:spPr>
            <a:xfrm>
              <a:off x="5461198" y="1803350"/>
              <a:ext cx="986433" cy="307330"/>
            </a:xfrm>
            <a:prstGeom prst="roundRect">
              <a:avLst>
                <a:gd name="adj" fmla="val 16529"/>
              </a:avLst>
            </a:prstGeom>
            <a:solidFill>
              <a:srgbClr val="A8E89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キック×1</a:t>
              </a:r>
              <a:endParaRPr lang="en-US" sz="1300" dirty="0"/>
            </a:p>
          </p:txBody>
        </p:sp>
      </p:grpSp>
      <p:grpSp>
        <p:nvGrpSpPr>
          <p:cNvPr id="88" name="グループ化 87">
            <a:extLst>
              <a:ext uri="{FF2B5EF4-FFF2-40B4-BE49-F238E27FC236}">
                <a16:creationId xmlns:a16="http://schemas.microsoft.com/office/drawing/2014/main" id="{9C4A317E-015F-A7FB-23D8-178FF8AF8D22}"/>
              </a:ext>
            </a:extLst>
          </p:cNvPr>
          <p:cNvGrpSpPr/>
          <p:nvPr/>
        </p:nvGrpSpPr>
        <p:grpSpPr>
          <a:xfrm>
            <a:off x="5427826" y="3883203"/>
            <a:ext cx="5634831" cy="307330"/>
            <a:chOff x="812800" y="2250380"/>
            <a:chExt cx="5634831" cy="307330"/>
          </a:xfrm>
        </p:grpSpPr>
        <p:sp>
          <p:nvSpPr>
            <p:cNvPr id="89" name="Text 8">
              <a:extLst>
                <a:ext uri="{FF2B5EF4-FFF2-40B4-BE49-F238E27FC236}">
                  <a16:creationId xmlns:a16="http://schemas.microsoft.com/office/drawing/2014/main" id="{8EBBB141-CC7A-195E-5DB1-D207FC4F05D7}"/>
                </a:ext>
              </a:extLst>
            </p:cNvPr>
            <p:cNvSpPr/>
            <p:nvPr/>
          </p:nvSpPr>
          <p:spPr>
            <a:xfrm>
              <a:off x="812800" y="228848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Bの手札</a:t>
              </a:r>
              <a:endParaRPr lang="en-US" sz="1300" dirty="0"/>
            </a:p>
          </p:txBody>
        </p:sp>
        <p:sp>
          <p:nvSpPr>
            <p:cNvPr id="90" name="Text 9">
              <a:extLst>
                <a:ext uri="{FF2B5EF4-FFF2-40B4-BE49-F238E27FC236}">
                  <a16:creationId xmlns:a16="http://schemas.microsoft.com/office/drawing/2014/main" id="{DF3881E6-3A69-4DEB-748C-0C57E7862890}"/>
                </a:ext>
              </a:extLst>
            </p:cNvPr>
            <p:cNvSpPr/>
            <p:nvPr/>
          </p:nvSpPr>
          <p:spPr>
            <a:xfrm>
              <a:off x="1866900" y="2250380"/>
              <a:ext cx="11515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スイング</a:t>
              </a:r>
              <a:r>
                <a:rPr lang="en-US" sz="1300" b="1" u="sng" dirty="0">
                  <a:solidFill>
                    <a:srgbClr val="0A0028"/>
                  </a:solidFill>
                  <a:latin typeface="Noto Sans JP" pitchFamily="34" charset="0"/>
                  <a:ea typeface="Noto Sans JP" pitchFamily="34" charset="-122"/>
                  <a:cs typeface="Noto Sans JP" pitchFamily="34" charset="-120"/>
                </a:rPr>
                <a:t>×1</a:t>
              </a:r>
              <a:endParaRPr lang="en-US" sz="1300" u="sng" dirty="0"/>
            </a:p>
          </p:txBody>
        </p:sp>
        <p:sp>
          <p:nvSpPr>
            <p:cNvPr id="91" name="Text 10">
              <a:extLst>
                <a:ext uri="{FF2B5EF4-FFF2-40B4-BE49-F238E27FC236}">
                  <a16:creationId xmlns:a16="http://schemas.microsoft.com/office/drawing/2014/main" id="{20F23DD7-0851-7009-E5E8-C3824D8550FC}"/>
                </a:ext>
              </a:extLst>
            </p:cNvPr>
            <p:cNvSpPr/>
            <p:nvPr/>
          </p:nvSpPr>
          <p:spPr>
            <a:xfrm>
              <a:off x="3120033" y="2250380"/>
              <a:ext cx="8213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92" name="Text 11">
              <a:extLst>
                <a:ext uri="{FF2B5EF4-FFF2-40B4-BE49-F238E27FC236}">
                  <a16:creationId xmlns:a16="http://schemas.microsoft.com/office/drawing/2014/main" id="{5DF442CF-38AD-9158-7557-7EFD488ABC1B}"/>
                </a:ext>
              </a:extLst>
            </p:cNvPr>
            <p:cNvSpPr/>
            <p:nvPr/>
          </p:nvSpPr>
          <p:spPr>
            <a:xfrm>
              <a:off x="4042966" y="2250380"/>
              <a:ext cx="13166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93" name="Text 12">
              <a:extLst>
                <a:ext uri="{FF2B5EF4-FFF2-40B4-BE49-F238E27FC236}">
                  <a16:creationId xmlns:a16="http://schemas.microsoft.com/office/drawing/2014/main" id="{BAA624CA-945F-7882-D771-B812BB4D7B59}"/>
                </a:ext>
              </a:extLst>
            </p:cNvPr>
            <p:cNvSpPr/>
            <p:nvPr/>
          </p:nvSpPr>
          <p:spPr>
            <a:xfrm>
              <a:off x="5461198" y="2250380"/>
              <a:ext cx="9864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a:extLst>
            <a:ext uri="{FF2B5EF4-FFF2-40B4-BE49-F238E27FC236}">
              <a16:creationId xmlns:a16="http://schemas.microsoft.com/office/drawing/2014/main" id="{8D980556-D73E-92A5-BEB3-E38DAD9F508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AA07250-CC3F-F799-07C0-9AFEBCD49A5C}"/>
              </a:ext>
            </a:extLst>
          </p:cNvPr>
          <p:cNvSpPr/>
          <p:nvPr/>
        </p:nvSpPr>
        <p:spPr>
          <a:xfrm>
            <a:off x="812800" y="457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34A00"/>
                </a:solidFill>
                <a:latin typeface="Noto Sans JP" pitchFamily="34" charset="0"/>
                <a:ea typeface="Noto Sans JP" pitchFamily="34" charset="-122"/>
                <a:cs typeface="Noto Sans JP" pitchFamily="34" charset="-120"/>
              </a:rPr>
              <a:t>SAMPLE PLAY 2</a:t>
            </a:r>
            <a:endParaRPr lang="en-US" sz="1200" dirty="0"/>
          </a:p>
        </p:txBody>
      </p:sp>
      <p:sp>
        <p:nvSpPr>
          <p:cNvPr id="3" name="Text 1">
            <a:extLst>
              <a:ext uri="{FF2B5EF4-FFF2-40B4-BE49-F238E27FC236}">
                <a16:creationId xmlns:a16="http://schemas.microsoft.com/office/drawing/2014/main" id="{1A6F391E-88EF-7D88-720E-5CBA0AFB2306}"/>
              </a:ext>
            </a:extLst>
          </p:cNvPr>
          <p:cNvSpPr>
            <a:spLocks noGrp="1"/>
          </p:cNvSpPr>
          <p:nvPr>
            <p:ph type="title"/>
          </p:nvPr>
        </p:nvSpPr>
        <p:spPr>
          <a:xfrm>
            <a:off x="812800" y="810220"/>
            <a:ext cx="10883392" cy="472430"/>
          </a:xfrm>
          <a:prstGeom prst="rect">
            <a:avLst/>
          </a:prstGeom>
          <a:noFill/>
          <a:ln/>
        </p:spPr>
        <p:txBody>
          <a:bodyPr wrap="square" lIns="0" tIns="0" rIns="0" bIns="0" rtlCol="0" anchor="t">
            <a:normAutofit/>
          </a:bodyPr>
          <a:lstStyle/>
          <a:p>
            <a:pPr marL="0" indent="0" algn="l">
              <a:lnSpc>
                <a:spcPts val="3520"/>
              </a:lnSpc>
              <a:buNone/>
            </a:pPr>
            <a:r>
              <a:rPr lang="ja-JP" altLang="en-US" sz="3200" b="1" i="0" dirty="0">
                <a:solidFill>
                  <a:srgbClr val="0A0028"/>
                </a:solidFill>
                <a:latin typeface="Noto Sans JP" pitchFamily="34" charset="0"/>
                <a:ea typeface="Noto Sans JP" pitchFamily="34" charset="-122"/>
                <a:cs typeface="Noto Sans JP" pitchFamily="34" charset="-120"/>
              </a:rPr>
              <a:t>例</a:t>
            </a:r>
            <a:r>
              <a:rPr lang="en-US" altLang="ja-JP" b="1" dirty="0"/>
              <a:t>2</a:t>
            </a:r>
            <a:r>
              <a:rPr lang="ja-JP" altLang="en-US" sz="3200" b="1" i="0" dirty="0">
                <a:solidFill>
                  <a:srgbClr val="0A0028"/>
                </a:solidFill>
                <a:latin typeface="Noto Sans JP" pitchFamily="34" charset="0"/>
                <a:ea typeface="Noto Sans JP" pitchFamily="34" charset="-122"/>
                <a:cs typeface="Noto Sans JP" pitchFamily="34" charset="-120"/>
              </a:rPr>
              <a:t>：例</a:t>
            </a:r>
            <a:r>
              <a:rPr lang="en-US" altLang="ja-JP" sz="3200" b="1" i="0" dirty="0">
                <a:solidFill>
                  <a:srgbClr val="0A0028"/>
                </a:solidFill>
                <a:latin typeface="Noto Sans JP" pitchFamily="34" charset="0"/>
                <a:ea typeface="Noto Sans JP" pitchFamily="34" charset="-122"/>
                <a:cs typeface="Noto Sans JP" pitchFamily="34" charset="-120"/>
              </a:rPr>
              <a:t>1</a:t>
            </a:r>
            <a:r>
              <a:rPr lang="ja-JP" altLang="en-US" b="1" dirty="0"/>
              <a:t>の次のターン</a:t>
            </a:r>
            <a:endParaRPr lang="en-US" sz="3200" dirty="0"/>
          </a:p>
        </p:txBody>
      </p:sp>
      <p:sp>
        <p:nvSpPr>
          <p:cNvPr id="4" name="Text 2">
            <a:extLst>
              <a:ext uri="{FF2B5EF4-FFF2-40B4-BE49-F238E27FC236}">
                <a16:creationId xmlns:a16="http://schemas.microsoft.com/office/drawing/2014/main" id="{491A0F98-1570-5DCC-1283-337784AD3844}"/>
              </a:ext>
            </a:extLst>
          </p:cNvPr>
          <p:cNvSpPr/>
          <p:nvPr/>
        </p:nvSpPr>
        <p:spPr>
          <a:xfrm>
            <a:off x="812800" y="1396950"/>
            <a:ext cx="10883392"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0A0028"/>
                </a:solidFill>
                <a:latin typeface="Noto Sans JP" pitchFamily="34" charset="0"/>
                <a:ea typeface="Noto Sans JP" pitchFamily="34" charset="-122"/>
                <a:cs typeface="Noto Sans JP" pitchFamily="34" charset="-120"/>
              </a:rPr>
              <a:t>AもBもロングソード(ダメージ2・スピード3)。</a:t>
            </a:r>
            <a:r>
              <a:rPr lang="ja-JP" altLang="en-US" sz="1400" dirty="0">
                <a:solidFill>
                  <a:srgbClr val="0A0028"/>
                </a:solidFill>
                <a:latin typeface="Noto Sans JP" pitchFamily="34" charset="0"/>
                <a:ea typeface="Noto Sans JP" pitchFamily="34" charset="-122"/>
                <a:cs typeface="Noto Sans JP" pitchFamily="34" charset="-120"/>
              </a:rPr>
              <a:t>先のターン</a:t>
            </a:r>
            <a:r>
              <a:rPr lang="en-US" altLang="ja-JP" sz="1400" dirty="0">
                <a:solidFill>
                  <a:srgbClr val="0A0028"/>
                </a:solidFill>
                <a:latin typeface="Noto Sans JP" pitchFamily="34" charset="0"/>
                <a:ea typeface="Noto Sans JP" pitchFamily="34" charset="-122"/>
                <a:cs typeface="Noto Sans JP" pitchFamily="34" charset="-120"/>
              </a:rPr>
              <a:t>(</a:t>
            </a:r>
            <a:r>
              <a:rPr lang="ja-JP" altLang="en-US" sz="1400" dirty="0">
                <a:solidFill>
                  <a:srgbClr val="0A0028"/>
                </a:solidFill>
                <a:latin typeface="Noto Sans JP" pitchFamily="34" charset="0"/>
                <a:ea typeface="Noto Sans JP" pitchFamily="34" charset="-122"/>
                <a:cs typeface="Noto Sans JP" pitchFamily="34" charset="-120"/>
              </a:rPr>
              <a:t>例</a:t>
            </a:r>
            <a:r>
              <a:rPr lang="en-US" altLang="ja-JP" sz="1400" dirty="0">
                <a:solidFill>
                  <a:srgbClr val="0A0028"/>
                </a:solidFill>
                <a:latin typeface="Noto Sans JP" pitchFamily="34" charset="0"/>
                <a:ea typeface="Noto Sans JP" pitchFamily="34" charset="-122"/>
                <a:cs typeface="Noto Sans JP" pitchFamily="34" charset="-120"/>
              </a:rPr>
              <a:t>1)</a:t>
            </a:r>
            <a:r>
              <a:rPr lang="ja-JP" altLang="en-US" sz="1400" dirty="0">
                <a:solidFill>
                  <a:srgbClr val="0A0028"/>
                </a:solidFill>
                <a:latin typeface="Noto Sans JP" pitchFamily="34" charset="0"/>
                <a:ea typeface="Noto Sans JP" pitchFamily="34" charset="-122"/>
                <a:cs typeface="Noto Sans JP" pitchFamily="34" charset="-120"/>
              </a:rPr>
              <a:t>で</a:t>
            </a:r>
            <a:r>
              <a:rPr lang="en-US" sz="1400" dirty="0" err="1">
                <a:solidFill>
                  <a:srgbClr val="0A0028"/>
                </a:solidFill>
                <a:latin typeface="Noto Sans JP" pitchFamily="34" charset="0"/>
                <a:ea typeface="Noto Sans JP" pitchFamily="34" charset="-122"/>
                <a:cs typeface="Noto Sans JP" pitchFamily="34" charset="-120"/>
              </a:rPr>
              <a:t>AがB</a:t>
            </a:r>
            <a:r>
              <a:rPr lang="ja-JP" altLang="en-US" sz="1400" dirty="0">
                <a:solidFill>
                  <a:srgbClr val="0A0028"/>
                </a:solidFill>
                <a:latin typeface="Noto Sans JP" pitchFamily="34" charset="0"/>
                <a:ea typeface="Noto Sans JP" pitchFamily="34" charset="-122"/>
                <a:cs typeface="Noto Sans JP" pitchFamily="34" charset="-120"/>
              </a:rPr>
              <a:t>にダメージを与えることができた</a:t>
            </a:r>
            <a:r>
              <a:rPr lang="en-US" altLang="ja-JP" sz="1400" dirty="0">
                <a:solidFill>
                  <a:srgbClr val="0A0028"/>
                </a:solidFill>
                <a:latin typeface="Noto Sans JP" pitchFamily="34" charset="0"/>
                <a:ea typeface="Noto Sans JP" pitchFamily="34" charset="-122"/>
                <a:cs typeface="Noto Sans JP" pitchFamily="34" charset="-120"/>
              </a:rPr>
              <a:t>(</a:t>
            </a:r>
            <a:r>
              <a:rPr lang="ja-JP" altLang="en-US" sz="1400" dirty="0">
                <a:solidFill>
                  <a:srgbClr val="0A0028"/>
                </a:solidFill>
                <a:latin typeface="Noto Sans JP" pitchFamily="34" charset="0"/>
                <a:ea typeface="Noto Sans JP" pitchFamily="34" charset="-122"/>
                <a:cs typeface="Noto Sans JP" pitchFamily="34" charset="-120"/>
              </a:rPr>
              <a:t>攻撃命中</a:t>
            </a:r>
            <a:r>
              <a:rPr lang="en-US" altLang="ja-JP" sz="1400" dirty="0">
                <a:solidFill>
                  <a:srgbClr val="0A0028"/>
                </a:solidFill>
                <a:latin typeface="Noto Sans JP" pitchFamily="34" charset="0"/>
                <a:ea typeface="Noto Sans JP" pitchFamily="34" charset="-122"/>
                <a:cs typeface="Noto Sans JP" pitchFamily="34" charset="-120"/>
              </a:rPr>
              <a:t>)</a:t>
            </a:r>
            <a:r>
              <a:rPr lang="ja-JP" altLang="en-US" sz="1400" dirty="0">
                <a:solidFill>
                  <a:srgbClr val="0A0028"/>
                </a:solidFill>
                <a:latin typeface="Noto Sans JP" pitchFamily="34" charset="0"/>
                <a:ea typeface="Noto Sans JP" pitchFamily="34" charset="-122"/>
                <a:cs typeface="Noto Sans JP" pitchFamily="34" charset="-120"/>
              </a:rPr>
              <a:t>ので</a:t>
            </a:r>
            <a:r>
              <a:rPr lang="en-US" altLang="ja-JP" sz="1400" dirty="0">
                <a:solidFill>
                  <a:srgbClr val="0A0028"/>
                </a:solidFill>
                <a:latin typeface="Noto Sans JP" pitchFamily="34" charset="0"/>
                <a:ea typeface="Noto Sans JP" pitchFamily="34" charset="-122"/>
                <a:cs typeface="Noto Sans JP" pitchFamily="34" charset="-120"/>
              </a:rPr>
              <a:t>A</a:t>
            </a:r>
            <a:r>
              <a:rPr lang="ja-JP" altLang="en-US" sz="1400" dirty="0">
                <a:solidFill>
                  <a:srgbClr val="0A0028"/>
                </a:solidFill>
                <a:latin typeface="Noto Sans JP" pitchFamily="34" charset="0"/>
                <a:ea typeface="Noto Sans JP" pitchFamily="34" charset="-122"/>
                <a:cs typeface="Noto Sans JP" pitchFamily="34" charset="-120"/>
              </a:rPr>
              <a:t>が攻撃側</a:t>
            </a:r>
            <a:r>
              <a:rPr lang="en-US" sz="1400" dirty="0">
                <a:solidFill>
                  <a:srgbClr val="0A0028"/>
                </a:solidFill>
                <a:latin typeface="Noto Sans JP" pitchFamily="34" charset="0"/>
                <a:ea typeface="Noto Sans JP" pitchFamily="34" charset="-122"/>
                <a:cs typeface="Noto Sans JP" pitchFamily="34" charset="-120"/>
              </a:rPr>
              <a:t>。</a:t>
            </a:r>
            <a:endParaRPr lang="en-US" sz="1400" dirty="0"/>
          </a:p>
        </p:txBody>
      </p:sp>
      <p:grpSp>
        <p:nvGrpSpPr>
          <p:cNvPr id="24" name="グループ化 23">
            <a:extLst>
              <a:ext uri="{FF2B5EF4-FFF2-40B4-BE49-F238E27FC236}">
                <a16:creationId xmlns:a16="http://schemas.microsoft.com/office/drawing/2014/main" id="{67A58913-0416-8DB9-23AC-328A1B8EB7F7}"/>
              </a:ext>
            </a:extLst>
          </p:cNvPr>
          <p:cNvGrpSpPr/>
          <p:nvPr/>
        </p:nvGrpSpPr>
        <p:grpSpPr>
          <a:xfrm>
            <a:off x="812800" y="3121670"/>
            <a:ext cx="5385864" cy="307330"/>
            <a:chOff x="812800" y="2250380"/>
            <a:chExt cx="5385864" cy="307330"/>
          </a:xfrm>
        </p:grpSpPr>
        <p:sp>
          <p:nvSpPr>
            <p:cNvPr id="10" name="Text 8">
              <a:extLst>
                <a:ext uri="{FF2B5EF4-FFF2-40B4-BE49-F238E27FC236}">
                  <a16:creationId xmlns:a16="http://schemas.microsoft.com/office/drawing/2014/main" id="{4CB6E836-656F-7A0C-7627-99E341535B61}"/>
                </a:ext>
              </a:extLst>
            </p:cNvPr>
            <p:cNvSpPr/>
            <p:nvPr/>
          </p:nvSpPr>
          <p:spPr>
            <a:xfrm>
              <a:off x="812800" y="228848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Bの手札</a:t>
              </a:r>
              <a:endParaRPr lang="en-US" sz="1300" dirty="0"/>
            </a:p>
          </p:txBody>
        </p:sp>
        <p:sp>
          <p:nvSpPr>
            <p:cNvPr id="11" name="Text 9">
              <a:extLst>
                <a:ext uri="{FF2B5EF4-FFF2-40B4-BE49-F238E27FC236}">
                  <a16:creationId xmlns:a16="http://schemas.microsoft.com/office/drawing/2014/main" id="{079C52F5-1ED2-EF96-40B9-1AD8BEEC09CB}"/>
                </a:ext>
              </a:extLst>
            </p:cNvPr>
            <p:cNvSpPr/>
            <p:nvPr/>
          </p:nvSpPr>
          <p:spPr>
            <a:xfrm>
              <a:off x="1866900" y="2250380"/>
              <a:ext cx="11515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スイング×1</a:t>
              </a:r>
              <a:endParaRPr lang="en-US" sz="1300" dirty="0"/>
            </a:p>
          </p:txBody>
        </p:sp>
        <p:sp>
          <p:nvSpPr>
            <p:cNvPr id="12" name="Text 10">
              <a:extLst>
                <a:ext uri="{FF2B5EF4-FFF2-40B4-BE49-F238E27FC236}">
                  <a16:creationId xmlns:a16="http://schemas.microsoft.com/office/drawing/2014/main" id="{A9FA38DB-04F6-0AB7-E125-3823B7288A9E}"/>
                </a:ext>
              </a:extLst>
            </p:cNvPr>
            <p:cNvSpPr/>
            <p:nvPr/>
          </p:nvSpPr>
          <p:spPr>
            <a:xfrm>
              <a:off x="3120033" y="2250380"/>
              <a:ext cx="8213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刺突×2</a:t>
              </a:r>
              <a:endParaRPr lang="en-US" sz="1300" dirty="0"/>
            </a:p>
          </p:txBody>
        </p:sp>
        <p:sp>
          <p:nvSpPr>
            <p:cNvPr id="13" name="Text 11">
              <a:extLst>
                <a:ext uri="{FF2B5EF4-FFF2-40B4-BE49-F238E27FC236}">
                  <a16:creationId xmlns:a16="http://schemas.microsoft.com/office/drawing/2014/main" id="{5D362140-EDD9-79A9-41B5-EBA4C8AD85EE}"/>
                </a:ext>
              </a:extLst>
            </p:cNvPr>
            <p:cNvSpPr/>
            <p:nvPr/>
          </p:nvSpPr>
          <p:spPr>
            <a:xfrm>
              <a:off x="4042967" y="2250380"/>
              <a:ext cx="1124062" cy="307330"/>
            </a:xfrm>
            <a:prstGeom prst="roundRect">
              <a:avLst>
                <a:gd name="adj" fmla="val 16529"/>
              </a:avLst>
            </a:prstGeom>
            <a:solidFill>
              <a:schemeClr val="tx1">
                <a:lumMod val="25000"/>
                <a:lumOff val="75000"/>
              </a:schemeClr>
            </a:solidFill>
            <a:ln/>
          </p:spPr>
          <p:txBody>
            <a:bodyPr wrap="none" lIns="0" tIns="0" rIns="0" bIns="0" rtlCol="0" anchor="ctr">
              <a:normAutofit/>
            </a:bodyPr>
            <a:lstStyle/>
            <a:p>
              <a:pPr marL="0" indent="0" algn="ctr">
                <a:lnSpc>
                  <a:spcPts val="1820"/>
                </a:lnSpc>
                <a:buNone/>
              </a:pPr>
              <a:r>
                <a:rPr lang="ja-JP" altLang="en-US" sz="1300" b="1" dirty="0">
                  <a:solidFill>
                    <a:srgbClr val="0A0028"/>
                  </a:solidFill>
                  <a:latin typeface="Noto Sans JP" pitchFamily="34" charset="0"/>
                  <a:ea typeface="Noto Sans JP" pitchFamily="34" charset="-122"/>
                  <a:cs typeface="Noto Sans JP" pitchFamily="34" charset="-120"/>
                </a:rPr>
                <a:t>押しのけ</a:t>
              </a:r>
              <a:r>
                <a:rPr lang="en-US" altLang="ja-JP" sz="1300" b="1" dirty="0">
                  <a:solidFill>
                    <a:srgbClr val="0A0028"/>
                  </a:solidFill>
                  <a:latin typeface="Noto Sans JP" pitchFamily="34" charset="0"/>
                  <a:ea typeface="Noto Sans JP" pitchFamily="34" charset="-122"/>
                  <a:cs typeface="Noto Sans JP" pitchFamily="34" charset="-120"/>
                </a:rPr>
                <a:t>×1</a:t>
              </a:r>
              <a:endParaRPr lang="en-US" sz="1300" dirty="0"/>
            </a:p>
          </p:txBody>
        </p:sp>
        <p:sp>
          <p:nvSpPr>
            <p:cNvPr id="14" name="Text 12">
              <a:extLst>
                <a:ext uri="{FF2B5EF4-FFF2-40B4-BE49-F238E27FC236}">
                  <a16:creationId xmlns:a16="http://schemas.microsoft.com/office/drawing/2014/main" id="{B9BFF4D1-402E-64DF-B5AF-CEDA6D6B1E96}"/>
                </a:ext>
              </a:extLst>
            </p:cNvPr>
            <p:cNvSpPr/>
            <p:nvPr/>
          </p:nvSpPr>
          <p:spPr>
            <a:xfrm>
              <a:off x="5212231" y="2250380"/>
              <a:ext cx="986433" cy="307330"/>
            </a:xfrm>
            <a:prstGeom prst="roundRect">
              <a:avLst>
                <a:gd name="adj" fmla="val 16529"/>
              </a:avLst>
            </a:prstGeom>
            <a:solidFill>
              <a:srgbClr val="A8E89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キック×2</a:t>
              </a:r>
              <a:endParaRPr lang="en-US" sz="1300" dirty="0"/>
            </a:p>
          </p:txBody>
        </p:sp>
      </p:grpSp>
      <p:pic>
        <p:nvPicPr>
          <p:cNvPr id="30" name="図 29">
            <a:extLst>
              <a:ext uri="{FF2B5EF4-FFF2-40B4-BE49-F238E27FC236}">
                <a16:creationId xmlns:a16="http://schemas.microsoft.com/office/drawing/2014/main" id="{A7F228DF-17DF-F9F5-8DDF-6F6C44438059}"/>
              </a:ext>
            </a:extLst>
          </p:cNvPr>
          <p:cNvPicPr>
            <a:picLocks noChangeAspect="1"/>
          </p:cNvPicPr>
          <p:nvPr/>
        </p:nvPicPr>
        <p:blipFill>
          <a:blip r:embed="rId3"/>
          <a:stretch>
            <a:fillRect/>
          </a:stretch>
        </p:blipFill>
        <p:spPr>
          <a:xfrm>
            <a:off x="1888960" y="3526103"/>
            <a:ext cx="607271" cy="732913"/>
          </a:xfrm>
          <a:prstGeom prst="rect">
            <a:avLst/>
          </a:prstGeom>
        </p:spPr>
      </p:pic>
      <p:pic>
        <p:nvPicPr>
          <p:cNvPr id="38" name="図 37">
            <a:extLst>
              <a:ext uri="{FF2B5EF4-FFF2-40B4-BE49-F238E27FC236}">
                <a16:creationId xmlns:a16="http://schemas.microsoft.com/office/drawing/2014/main" id="{AC167CC7-01D4-8BF4-FED8-E06B743580A4}"/>
              </a:ext>
            </a:extLst>
          </p:cNvPr>
          <p:cNvPicPr>
            <a:picLocks noChangeAspect="1"/>
          </p:cNvPicPr>
          <p:nvPr/>
        </p:nvPicPr>
        <p:blipFill>
          <a:blip r:embed="rId4"/>
          <a:stretch>
            <a:fillRect/>
          </a:stretch>
        </p:blipFill>
        <p:spPr>
          <a:xfrm>
            <a:off x="1895346" y="2212118"/>
            <a:ext cx="607271" cy="732913"/>
          </a:xfrm>
          <a:prstGeom prst="rect">
            <a:avLst/>
          </a:prstGeom>
        </p:spPr>
      </p:pic>
      <p:pic>
        <p:nvPicPr>
          <p:cNvPr id="39" name="図 38">
            <a:extLst>
              <a:ext uri="{FF2B5EF4-FFF2-40B4-BE49-F238E27FC236}">
                <a16:creationId xmlns:a16="http://schemas.microsoft.com/office/drawing/2014/main" id="{13091915-DC3C-E8E8-FADB-4277D52C5E27}"/>
              </a:ext>
            </a:extLst>
          </p:cNvPr>
          <p:cNvPicPr>
            <a:picLocks noChangeAspect="1"/>
          </p:cNvPicPr>
          <p:nvPr/>
        </p:nvPicPr>
        <p:blipFill>
          <a:blip r:embed="rId5"/>
          <a:stretch>
            <a:fillRect/>
          </a:stretch>
        </p:blipFill>
        <p:spPr>
          <a:xfrm>
            <a:off x="2636849" y="3530438"/>
            <a:ext cx="607271" cy="732913"/>
          </a:xfrm>
          <a:prstGeom prst="rect">
            <a:avLst/>
          </a:prstGeom>
        </p:spPr>
      </p:pic>
      <p:pic>
        <p:nvPicPr>
          <p:cNvPr id="40" name="図 39">
            <a:extLst>
              <a:ext uri="{FF2B5EF4-FFF2-40B4-BE49-F238E27FC236}">
                <a16:creationId xmlns:a16="http://schemas.microsoft.com/office/drawing/2014/main" id="{FA8892BE-55CE-7A64-C900-406503689F3F}"/>
              </a:ext>
            </a:extLst>
          </p:cNvPr>
          <p:cNvPicPr>
            <a:picLocks noChangeAspect="1"/>
          </p:cNvPicPr>
          <p:nvPr/>
        </p:nvPicPr>
        <p:blipFill>
          <a:blip r:embed="rId5"/>
          <a:stretch>
            <a:fillRect/>
          </a:stretch>
        </p:blipFill>
        <p:spPr>
          <a:xfrm>
            <a:off x="3312802" y="3538600"/>
            <a:ext cx="607271" cy="732913"/>
          </a:xfrm>
          <a:prstGeom prst="rect">
            <a:avLst/>
          </a:prstGeom>
        </p:spPr>
      </p:pic>
      <p:pic>
        <p:nvPicPr>
          <p:cNvPr id="42" name="図 41">
            <a:extLst>
              <a:ext uri="{FF2B5EF4-FFF2-40B4-BE49-F238E27FC236}">
                <a16:creationId xmlns:a16="http://schemas.microsoft.com/office/drawing/2014/main" id="{5FAE8633-300F-169D-2AFF-A33E28EA3CD6}"/>
              </a:ext>
            </a:extLst>
          </p:cNvPr>
          <p:cNvPicPr>
            <a:picLocks noChangeAspect="1"/>
          </p:cNvPicPr>
          <p:nvPr/>
        </p:nvPicPr>
        <p:blipFill>
          <a:blip r:embed="rId6"/>
          <a:stretch>
            <a:fillRect/>
          </a:stretch>
        </p:blipFill>
        <p:spPr>
          <a:xfrm>
            <a:off x="4076375" y="3538600"/>
            <a:ext cx="607271" cy="732913"/>
          </a:xfrm>
          <a:prstGeom prst="rect">
            <a:avLst/>
          </a:prstGeom>
        </p:spPr>
      </p:pic>
      <p:grpSp>
        <p:nvGrpSpPr>
          <p:cNvPr id="61" name="グループ化 60">
            <a:extLst>
              <a:ext uri="{FF2B5EF4-FFF2-40B4-BE49-F238E27FC236}">
                <a16:creationId xmlns:a16="http://schemas.microsoft.com/office/drawing/2014/main" id="{8F009FF8-3138-58E5-41E5-8CDA8532C009}"/>
              </a:ext>
            </a:extLst>
          </p:cNvPr>
          <p:cNvGrpSpPr/>
          <p:nvPr/>
        </p:nvGrpSpPr>
        <p:grpSpPr>
          <a:xfrm>
            <a:off x="428152" y="4339710"/>
            <a:ext cx="11268040" cy="2372240"/>
            <a:chOff x="812800" y="4339710"/>
            <a:chExt cx="11268040" cy="2372240"/>
          </a:xfrm>
        </p:grpSpPr>
        <p:grpSp>
          <p:nvGrpSpPr>
            <p:cNvPr id="22" name="グループ化 21">
              <a:extLst>
                <a:ext uri="{FF2B5EF4-FFF2-40B4-BE49-F238E27FC236}">
                  <a16:creationId xmlns:a16="http://schemas.microsoft.com/office/drawing/2014/main" id="{0A17649F-3CD1-E0E3-99F7-F22F62E7A1E1}"/>
                </a:ext>
              </a:extLst>
            </p:cNvPr>
            <p:cNvGrpSpPr/>
            <p:nvPr/>
          </p:nvGrpSpPr>
          <p:grpSpPr>
            <a:xfrm>
              <a:off x="812800" y="4339710"/>
              <a:ext cx="11268040" cy="2372240"/>
              <a:chOff x="819150" y="2703760"/>
              <a:chExt cx="11268040" cy="2372240"/>
            </a:xfrm>
          </p:grpSpPr>
          <p:sp>
            <p:nvSpPr>
              <p:cNvPr id="15" name="Shape 13">
                <a:extLst>
                  <a:ext uri="{FF2B5EF4-FFF2-40B4-BE49-F238E27FC236}">
                    <a16:creationId xmlns:a16="http://schemas.microsoft.com/office/drawing/2014/main" id="{EB91F289-713A-E350-4EBD-F80656F7E4DE}"/>
                  </a:ext>
                </a:extLst>
              </p:cNvPr>
              <p:cNvSpPr/>
              <p:nvPr/>
            </p:nvSpPr>
            <p:spPr>
              <a:xfrm>
                <a:off x="819150" y="2703760"/>
                <a:ext cx="11268040" cy="2372240"/>
              </a:xfrm>
              <a:prstGeom prst="roundRect">
                <a:avLst>
                  <a:gd name="adj" fmla="val 5778"/>
                </a:avLst>
              </a:prstGeom>
              <a:solidFill>
                <a:srgbClr val="FFFFFF"/>
              </a:solidFill>
              <a:ln w="12700">
                <a:solidFill>
                  <a:srgbClr val="0A0028"/>
                </a:solidFill>
                <a:prstDash val="solid"/>
              </a:ln>
            </p:spPr>
            <p:txBody>
              <a:bodyPr/>
              <a:lstStyle/>
              <a:p>
                <a:endParaRPr lang="ja-JP" altLang="en-US"/>
              </a:p>
            </p:txBody>
          </p:sp>
          <p:sp>
            <p:nvSpPr>
              <p:cNvPr id="16" name="Text 14">
                <a:extLst>
                  <a:ext uri="{FF2B5EF4-FFF2-40B4-BE49-F238E27FC236}">
                    <a16:creationId xmlns:a16="http://schemas.microsoft.com/office/drawing/2014/main" id="{52451E80-B493-DF45-3734-6888EC89BA08}"/>
                  </a:ext>
                </a:extLst>
              </p:cNvPr>
              <p:cNvSpPr/>
              <p:nvPr/>
            </p:nvSpPr>
            <p:spPr>
              <a:xfrm>
                <a:off x="1028700" y="2887911"/>
                <a:ext cx="1043863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A0028"/>
                    </a:solidFill>
                    <a:latin typeface="Noto Sans JP" pitchFamily="34" charset="0"/>
                    <a:ea typeface="Noto Sans JP" pitchFamily="34" charset="-122"/>
                    <a:cs typeface="Noto Sans JP" pitchFamily="34" charset="-120"/>
                  </a:rPr>
                  <a:t>行動1:攻撃 対 </a:t>
                </a:r>
                <a:r>
                  <a:rPr lang="ja-JP" altLang="en-US" b="1" dirty="0">
                    <a:solidFill>
                      <a:srgbClr val="0A0028"/>
                    </a:solidFill>
                    <a:latin typeface="Noto Sans JP" pitchFamily="34" charset="0"/>
                    <a:ea typeface="Noto Sans JP" pitchFamily="34" charset="-122"/>
                    <a:cs typeface="Noto Sans JP" pitchFamily="34" charset="-120"/>
                  </a:rPr>
                  <a:t>反撃　</a:t>
                </a:r>
                <a:r>
                  <a:rPr lang="en-US" altLang="ja-JP" b="1" dirty="0">
                    <a:solidFill>
                      <a:srgbClr val="0A0028"/>
                    </a:solidFill>
                    <a:latin typeface="Noto Sans JP" pitchFamily="34" charset="0"/>
                    <a:ea typeface="Noto Sans JP" pitchFamily="34" charset="-122"/>
                    <a:cs typeface="Noto Sans JP" pitchFamily="34" charset="-120"/>
                  </a:rPr>
                  <a:t>(</a:t>
                </a:r>
                <a:r>
                  <a:rPr lang="ja-JP" altLang="en-US" b="1" dirty="0">
                    <a:solidFill>
                      <a:srgbClr val="0A0028"/>
                    </a:solidFill>
                    <a:latin typeface="Noto Sans JP" pitchFamily="34" charset="0"/>
                    <a:ea typeface="Noto Sans JP" pitchFamily="34" charset="-122"/>
                    <a:cs typeface="Noto Sans JP" pitchFamily="34" charset="-120"/>
                  </a:rPr>
                  <a:t>失敗</a:t>
                </a:r>
                <a:r>
                  <a:rPr lang="en-US" altLang="ja-JP" b="1" dirty="0">
                    <a:solidFill>
                      <a:srgbClr val="0A0028"/>
                    </a:solidFill>
                    <a:latin typeface="Noto Sans JP" pitchFamily="34" charset="0"/>
                    <a:ea typeface="Noto Sans JP" pitchFamily="34" charset="-122"/>
                    <a:cs typeface="Noto Sans JP" pitchFamily="34" charset="-120"/>
                  </a:rPr>
                  <a:t>)</a:t>
                </a:r>
                <a:endParaRPr lang="en-US" sz="1800" dirty="0"/>
              </a:p>
            </p:txBody>
          </p:sp>
          <p:sp>
            <p:nvSpPr>
              <p:cNvPr id="17" name="Text 15">
                <a:extLst>
                  <a:ext uri="{FF2B5EF4-FFF2-40B4-BE49-F238E27FC236}">
                    <a16:creationId xmlns:a16="http://schemas.microsoft.com/office/drawing/2014/main" id="{D2F6A10D-E3EC-197C-C360-2A07E0D85988}"/>
                  </a:ext>
                </a:extLst>
              </p:cNvPr>
              <p:cNvSpPr/>
              <p:nvPr/>
            </p:nvSpPr>
            <p:spPr>
              <a:xfrm>
                <a:off x="1028700" y="3263801"/>
                <a:ext cx="2350492"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A:振り下ろし</a:t>
                </a:r>
                <a:r>
                  <a:rPr lang="en-US" altLang="ja-JP" sz="1300" b="1" dirty="0">
                    <a:solidFill>
                      <a:srgbClr val="0A0028"/>
                    </a:solidFill>
                    <a:latin typeface="Noto Sans JP" pitchFamily="34" charset="0"/>
                    <a:ea typeface="Noto Sans JP" pitchFamily="34" charset="-122"/>
                    <a:cs typeface="Noto Sans JP" pitchFamily="34" charset="-120"/>
                  </a:rPr>
                  <a:t>×1</a:t>
                </a:r>
                <a:r>
                  <a:rPr lang="en-US" sz="1300" b="1" dirty="0">
                    <a:solidFill>
                      <a:srgbClr val="0A0028"/>
                    </a:solidFill>
                    <a:latin typeface="Noto Sans JP" pitchFamily="34" charset="0"/>
                    <a:ea typeface="Noto Sans JP" pitchFamily="34" charset="-122"/>
                    <a:cs typeface="Noto Sans JP" pitchFamily="34" charset="-120"/>
                  </a:rPr>
                  <a:t>(ダメージ2)</a:t>
                </a:r>
                <a:endParaRPr lang="en-US" sz="1300" dirty="0"/>
              </a:p>
            </p:txBody>
          </p:sp>
          <p:sp>
            <p:nvSpPr>
              <p:cNvPr id="18" name="Text 16">
                <a:extLst>
                  <a:ext uri="{FF2B5EF4-FFF2-40B4-BE49-F238E27FC236}">
                    <a16:creationId xmlns:a16="http://schemas.microsoft.com/office/drawing/2014/main" id="{C0B12F09-1551-DFDB-613A-26E4BA7CCBB2}"/>
                  </a:ext>
                </a:extLst>
              </p:cNvPr>
              <p:cNvSpPr/>
              <p:nvPr/>
            </p:nvSpPr>
            <p:spPr>
              <a:xfrm>
                <a:off x="3480792" y="3301901"/>
                <a:ext cx="2159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A0028"/>
                    </a:solidFill>
                    <a:latin typeface="Noto Sans JP" pitchFamily="34" charset="0"/>
                    <a:ea typeface="Noto Sans JP" pitchFamily="34" charset="-122"/>
                    <a:cs typeface="Noto Sans JP" pitchFamily="34" charset="-120"/>
                  </a:rPr>
                  <a:t>対</a:t>
                </a:r>
                <a:endParaRPr lang="en-US" sz="1300" dirty="0"/>
              </a:p>
            </p:txBody>
          </p:sp>
          <p:sp>
            <p:nvSpPr>
              <p:cNvPr id="19" name="Text 17">
                <a:extLst>
                  <a:ext uri="{FF2B5EF4-FFF2-40B4-BE49-F238E27FC236}">
                    <a16:creationId xmlns:a16="http://schemas.microsoft.com/office/drawing/2014/main" id="{AB0CC1A2-F776-2FAB-B002-64C1031696FE}"/>
                  </a:ext>
                </a:extLst>
              </p:cNvPr>
              <p:cNvSpPr/>
              <p:nvPr/>
            </p:nvSpPr>
            <p:spPr>
              <a:xfrm>
                <a:off x="3747492" y="3263801"/>
                <a:ext cx="1810535" cy="307330"/>
              </a:xfrm>
              <a:prstGeom prst="roundRect">
                <a:avLst>
                  <a:gd name="adj" fmla="val 16529"/>
                </a:avLst>
              </a:prstGeom>
              <a:solidFill>
                <a:schemeClr val="accent1"/>
              </a:solidFill>
              <a:ln/>
            </p:spPr>
            <p:txBody>
              <a:bodyPr wrap="none" lIns="0" tIns="0" rIns="0" bIns="0" rtlCol="0" anchor="ctr">
                <a:normAutofit/>
              </a:bodyPr>
              <a:lstStyle/>
              <a:p>
                <a:pPr algn="ctr">
                  <a:lnSpc>
                    <a:spcPts val="1820"/>
                  </a:lnSpc>
                </a:pPr>
                <a:r>
                  <a:rPr lang="en-US" sz="1300" b="1" dirty="0">
                    <a:solidFill>
                      <a:srgbClr val="0A0028"/>
                    </a:solidFill>
                    <a:latin typeface="Noto Sans JP" pitchFamily="34" charset="0"/>
                    <a:ea typeface="Noto Sans JP" pitchFamily="34" charset="-122"/>
                    <a:cs typeface="Noto Sans JP" pitchFamily="34" charset="-120"/>
                  </a:rPr>
                  <a:t>B</a:t>
                </a:r>
                <a:r>
                  <a:rPr lang="ja-JP" altLang="en-US" sz="1300" b="1" dirty="0">
                    <a:solidFill>
                      <a:srgbClr val="0A0028"/>
                    </a:solidFill>
                    <a:latin typeface="Noto Sans JP" pitchFamily="34" charset="0"/>
                    <a:ea typeface="Noto Sans JP" pitchFamily="34" charset="-122"/>
                    <a:cs typeface="Noto Sans JP" pitchFamily="34" charset="-120"/>
                  </a:rPr>
                  <a:t>の反撃</a:t>
                </a:r>
                <a:r>
                  <a:rPr lang="en-US" altLang="ja-JP" sz="1300" b="1" dirty="0">
                    <a:solidFill>
                      <a:srgbClr val="0A0028"/>
                    </a:solidFill>
                    <a:latin typeface="Noto Sans JP" pitchFamily="34" charset="0"/>
                    <a:ea typeface="Noto Sans JP" pitchFamily="34" charset="-122"/>
                    <a:cs typeface="Noto Sans JP" pitchFamily="34" charset="-120"/>
                  </a:rPr>
                  <a:t>:</a:t>
                </a:r>
                <a:r>
                  <a:rPr lang="ja-JP" altLang="en-US" sz="1300" b="1" dirty="0">
                    <a:solidFill>
                      <a:srgbClr val="0A0028"/>
                    </a:solidFill>
                    <a:latin typeface="Noto Sans JP" pitchFamily="34" charset="0"/>
                    <a:ea typeface="Noto Sans JP" pitchFamily="34" charset="-122"/>
                    <a:cs typeface="Noto Sans JP" pitchFamily="34" charset="-120"/>
                  </a:rPr>
                  <a:t>スイング</a:t>
                </a:r>
                <a:r>
                  <a:rPr lang="en-US" altLang="ja-JP" sz="1300" b="1" dirty="0">
                    <a:solidFill>
                      <a:srgbClr val="0A0028"/>
                    </a:solidFill>
                    <a:latin typeface="Noto Sans JP" pitchFamily="34" charset="0"/>
                    <a:ea typeface="Noto Sans JP" pitchFamily="34" charset="-122"/>
                    <a:cs typeface="Noto Sans JP" pitchFamily="34" charset="-120"/>
                  </a:rPr>
                  <a:t>×1</a:t>
                </a:r>
                <a:endParaRPr lang="en-US" sz="1300" dirty="0"/>
              </a:p>
            </p:txBody>
          </p:sp>
          <p:sp>
            <p:nvSpPr>
              <p:cNvPr id="20" name="Text 18">
                <a:extLst>
                  <a:ext uri="{FF2B5EF4-FFF2-40B4-BE49-F238E27FC236}">
                    <a16:creationId xmlns:a16="http://schemas.microsoft.com/office/drawing/2014/main" id="{DFD7B30E-D4A3-83A6-46D8-27737E7D00FA}"/>
                  </a:ext>
                </a:extLst>
              </p:cNvPr>
              <p:cNvSpPr/>
              <p:nvPr/>
            </p:nvSpPr>
            <p:spPr>
              <a:xfrm>
                <a:off x="1028700" y="4430953"/>
                <a:ext cx="10438638" cy="520700"/>
              </a:xfrm>
              <a:prstGeom prst="rect">
                <a:avLst/>
              </a:prstGeom>
              <a:noFill/>
              <a:ln/>
            </p:spPr>
            <p:txBody>
              <a:bodyPr wrap="square" lIns="0" tIns="0" rIns="0" bIns="0" rtlCol="0" anchor="t">
                <a:normAutofit/>
              </a:bodyPr>
              <a:lstStyle/>
              <a:p>
                <a:pPr marL="0" indent="0" algn="l">
                  <a:lnSpc>
                    <a:spcPts val="1950"/>
                  </a:lnSpc>
                  <a:buNone/>
                </a:pPr>
                <a:r>
                  <a:rPr lang="en-US" sz="1300" dirty="0" err="1">
                    <a:solidFill>
                      <a:srgbClr val="0A0028"/>
                    </a:solidFill>
                    <a:latin typeface="Noto Sans JP" pitchFamily="34" charset="0"/>
                    <a:ea typeface="Noto Sans JP" pitchFamily="34" charset="-122"/>
                    <a:cs typeface="Noto Sans JP" pitchFamily="34" charset="-120"/>
                  </a:rPr>
                  <a:t>結果:A</a:t>
                </a:r>
                <a:r>
                  <a:rPr lang="ja-JP" altLang="en-US" sz="1300" dirty="0">
                    <a:solidFill>
                      <a:srgbClr val="0A0028"/>
                    </a:solidFill>
                    <a:latin typeface="Noto Sans JP" pitchFamily="34" charset="0"/>
                    <a:ea typeface="Noto Sans JP" pitchFamily="34" charset="-122"/>
                    <a:cs typeface="Noto Sans JP" pitchFamily="34" charset="-120"/>
                  </a:rPr>
                  <a:t>の振り下ろしに対して、</a:t>
                </a:r>
                <a:r>
                  <a:rPr lang="en-US" altLang="ja-JP" sz="1300" dirty="0">
                    <a:solidFill>
                      <a:srgbClr val="0A0028"/>
                    </a:solidFill>
                    <a:latin typeface="Noto Sans JP" pitchFamily="34" charset="0"/>
                    <a:ea typeface="Noto Sans JP" pitchFamily="34" charset="-122"/>
                    <a:cs typeface="Noto Sans JP" pitchFamily="34" charset="-120"/>
                  </a:rPr>
                  <a:t>B</a:t>
                </a:r>
                <a:r>
                  <a:rPr lang="ja-JP" altLang="en-US" sz="1300" dirty="0">
                    <a:solidFill>
                      <a:srgbClr val="0A0028"/>
                    </a:solidFill>
                    <a:latin typeface="Noto Sans JP" pitchFamily="34" charset="0"/>
                    <a:ea typeface="Noto Sans JP" pitchFamily="34" charset="-122"/>
                    <a:cs typeface="Noto Sans JP" pitchFamily="34" charset="-120"/>
                  </a:rPr>
                  <a:t>は振り下ろしを</a:t>
                </a:r>
                <a:r>
                  <a:rPr lang="ja-JP" altLang="en-US" sz="1300" b="1" dirty="0">
                    <a:solidFill>
                      <a:srgbClr val="0A0028"/>
                    </a:solidFill>
                    <a:latin typeface="Noto Sans JP" pitchFamily="34" charset="0"/>
                    <a:ea typeface="Noto Sans JP" pitchFamily="34" charset="-122"/>
                    <a:cs typeface="Noto Sans JP" pitchFamily="34" charset="-120"/>
                  </a:rPr>
                  <a:t>持ち合わせていない</a:t>
                </a:r>
                <a:r>
                  <a:rPr lang="ja-JP" altLang="en-US" sz="1300" dirty="0">
                    <a:solidFill>
                      <a:srgbClr val="0A0028"/>
                    </a:solidFill>
                    <a:latin typeface="Noto Sans JP" pitchFamily="34" charset="0"/>
                    <a:ea typeface="Noto Sans JP" pitchFamily="34" charset="-122"/>
                    <a:cs typeface="Noto Sans JP" pitchFamily="34" charset="-120"/>
                  </a:rPr>
                  <a:t>。したがって、反撃は</a:t>
                </a:r>
                <a:r>
                  <a:rPr lang="ja-JP" altLang="en-US" sz="1300" b="1" dirty="0">
                    <a:solidFill>
                      <a:srgbClr val="0A0028"/>
                    </a:solidFill>
                    <a:latin typeface="Noto Sans JP" pitchFamily="34" charset="0"/>
                    <a:ea typeface="Noto Sans JP" pitchFamily="34" charset="-122"/>
                    <a:cs typeface="Noto Sans JP" pitchFamily="34" charset="-120"/>
                  </a:rPr>
                  <a:t>失敗</a:t>
                </a:r>
                <a:r>
                  <a:rPr lang="ja-JP" altLang="en-US" sz="1300" dirty="0">
                    <a:solidFill>
                      <a:srgbClr val="0A0028"/>
                    </a:solidFill>
                    <a:latin typeface="Noto Sans JP" pitchFamily="34" charset="0"/>
                    <a:ea typeface="Noto Sans JP" pitchFamily="34" charset="-122"/>
                    <a:cs typeface="Noto Sans JP" pitchFamily="34" charset="-120"/>
                  </a:rPr>
                  <a:t>となり</a:t>
                </a:r>
                <a:r>
                  <a:rPr lang="en-US" altLang="ja-JP" sz="1300" dirty="0">
                    <a:solidFill>
                      <a:srgbClr val="0A0028"/>
                    </a:solidFill>
                    <a:latin typeface="Noto Sans JP" pitchFamily="34" charset="0"/>
                    <a:ea typeface="Noto Sans JP" pitchFamily="34" charset="-122"/>
                    <a:cs typeface="Noto Sans JP" pitchFamily="34" charset="-120"/>
                  </a:rPr>
                  <a:t>B</a:t>
                </a:r>
                <a:r>
                  <a:rPr lang="ja-JP" altLang="en-US" sz="1300" dirty="0">
                    <a:solidFill>
                      <a:srgbClr val="0A0028"/>
                    </a:solidFill>
                    <a:latin typeface="Noto Sans JP" pitchFamily="34" charset="0"/>
                    <a:ea typeface="Noto Sans JP" pitchFamily="34" charset="-122"/>
                    <a:cs typeface="Noto Sans JP" pitchFamily="34" charset="-120"/>
                  </a:rPr>
                  <a:t>はダメージを受ける。</a:t>
                </a:r>
                <a:endParaRPr lang="en-US" altLang="ja-JP" sz="1300" dirty="0">
                  <a:solidFill>
                    <a:srgbClr val="0A0028"/>
                  </a:solidFill>
                  <a:latin typeface="Noto Sans JP" pitchFamily="34" charset="0"/>
                  <a:ea typeface="Noto Sans JP" pitchFamily="34" charset="-122"/>
                  <a:cs typeface="Noto Sans JP" pitchFamily="34" charset="-120"/>
                </a:endParaRPr>
              </a:p>
              <a:p>
                <a:pPr marL="0" indent="0" algn="l">
                  <a:lnSpc>
                    <a:spcPts val="1950"/>
                  </a:lnSpc>
                  <a:buNone/>
                </a:pPr>
                <a:r>
                  <a:rPr lang="en-US" altLang="ja-JP" sz="1300" dirty="0">
                    <a:solidFill>
                      <a:srgbClr val="0A0028"/>
                    </a:solidFill>
                    <a:latin typeface="Noto Sans JP" pitchFamily="34" charset="0"/>
                    <a:ea typeface="Noto Sans JP" pitchFamily="34" charset="-122"/>
                    <a:cs typeface="Noto Sans JP" pitchFamily="34" charset="-120"/>
                  </a:rPr>
                  <a:t>2</a:t>
                </a:r>
                <a:r>
                  <a:rPr lang="ja-JP" altLang="en-US" sz="1300" dirty="0">
                    <a:solidFill>
                      <a:srgbClr val="0A0028"/>
                    </a:solidFill>
                    <a:latin typeface="Noto Sans JP" pitchFamily="34" charset="0"/>
                    <a:ea typeface="Noto Sans JP" pitchFamily="34" charset="-122"/>
                    <a:cs typeface="Noto Sans JP" pitchFamily="34" charset="-120"/>
                  </a:rPr>
                  <a:t>ダメージを受け、</a:t>
                </a:r>
                <a:r>
                  <a:rPr lang="en-US" altLang="ja-JP" sz="1300" dirty="0">
                    <a:solidFill>
                      <a:srgbClr val="0A0028"/>
                    </a:solidFill>
                    <a:latin typeface="Noto Sans JP" pitchFamily="34" charset="0"/>
                    <a:ea typeface="Noto Sans JP" pitchFamily="34" charset="-122"/>
                    <a:cs typeface="Noto Sans JP" pitchFamily="34" charset="-120"/>
                  </a:rPr>
                  <a:t>A</a:t>
                </a:r>
                <a:r>
                  <a:rPr lang="ja-JP" altLang="en-US" sz="1300" dirty="0">
                    <a:solidFill>
                      <a:srgbClr val="0A0028"/>
                    </a:solidFill>
                    <a:latin typeface="Noto Sans JP" pitchFamily="34" charset="0"/>
                    <a:ea typeface="Noto Sans JP" pitchFamily="34" charset="-122"/>
                    <a:cs typeface="Noto Sans JP" pitchFamily="34" charset="-120"/>
                  </a:rPr>
                  <a:t>が伏せたまま</a:t>
                </a:r>
                <a:r>
                  <a:rPr lang="en-US" altLang="ja-JP" sz="1300" b="1" dirty="0">
                    <a:solidFill>
                      <a:srgbClr val="0A0028"/>
                    </a:solidFill>
                    <a:latin typeface="Noto Sans JP" pitchFamily="34" charset="0"/>
                    <a:ea typeface="Noto Sans JP" pitchFamily="34" charset="-122"/>
                    <a:cs typeface="Noto Sans JP" pitchFamily="34" charset="-120"/>
                  </a:rPr>
                  <a:t>B</a:t>
                </a:r>
                <a:r>
                  <a:rPr lang="ja-JP" altLang="en-US" sz="1300" b="1" dirty="0">
                    <a:solidFill>
                      <a:srgbClr val="0A0028"/>
                    </a:solidFill>
                    <a:latin typeface="Noto Sans JP" pitchFamily="34" charset="0"/>
                    <a:ea typeface="Noto Sans JP" pitchFamily="34" charset="-122"/>
                    <a:cs typeface="Noto Sans JP" pitchFamily="34" charset="-120"/>
                  </a:rPr>
                  <a:t>の手札から</a:t>
                </a:r>
                <a:r>
                  <a:rPr lang="en-US" altLang="ja-JP" sz="1300" b="1" dirty="0">
                    <a:solidFill>
                      <a:srgbClr val="0A0028"/>
                    </a:solidFill>
                    <a:latin typeface="Noto Sans JP" pitchFamily="34" charset="0"/>
                    <a:ea typeface="Noto Sans JP" pitchFamily="34" charset="-122"/>
                    <a:cs typeface="Noto Sans JP" pitchFamily="34" charset="-120"/>
                  </a:rPr>
                  <a:t>2</a:t>
                </a:r>
                <a:r>
                  <a:rPr lang="ja-JP" altLang="en-US" sz="1300" b="1" dirty="0">
                    <a:solidFill>
                      <a:srgbClr val="0A0028"/>
                    </a:solidFill>
                    <a:latin typeface="Noto Sans JP" pitchFamily="34" charset="0"/>
                    <a:ea typeface="Noto Sans JP" pitchFamily="34" charset="-122"/>
                    <a:cs typeface="Noto Sans JP" pitchFamily="34" charset="-120"/>
                  </a:rPr>
                  <a:t>枚を捨てさせる</a:t>
                </a:r>
                <a:r>
                  <a:rPr lang="ja-JP" altLang="en-US" sz="1300" dirty="0">
                    <a:solidFill>
                      <a:srgbClr val="0A0028"/>
                    </a:solidFill>
                    <a:latin typeface="Noto Sans JP" pitchFamily="34" charset="0"/>
                    <a:ea typeface="Noto Sans JP" pitchFamily="34" charset="-122"/>
                    <a:cs typeface="Noto Sans JP" pitchFamily="34" charset="-120"/>
                  </a:rPr>
                  <a:t>。今回</a:t>
                </a:r>
                <a:r>
                  <a:rPr lang="en-US" altLang="ja-JP" sz="1300" dirty="0">
                    <a:solidFill>
                      <a:srgbClr val="0A0028"/>
                    </a:solidFill>
                    <a:latin typeface="Noto Sans JP" pitchFamily="34" charset="0"/>
                    <a:ea typeface="Noto Sans JP" pitchFamily="34" charset="-122"/>
                    <a:cs typeface="Noto Sans JP" pitchFamily="34" charset="-120"/>
                  </a:rPr>
                  <a:t>B</a:t>
                </a:r>
                <a:r>
                  <a:rPr lang="ja-JP" altLang="en-US" sz="1300" dirty="0">
                    <a:solidFill>
                      <a:srgbClr val="0A0028"/>
                    </a:solidFill>
                    <a:latin typeface="Noto Sans JP" pitchFamily="34" charset="0"/>
                    <a:ea typeface="Noto Sans JP" pitchFamily="34" charset="-122"/>
                    <a:cs typeface="Noto Sans JP" pitchFamily="34" charset="-120"/>
                  </a:rPr>
                  <a:t>は</a:t>
                </a:r>
                <a:r>
                  <a:rPr lang="ja-JP" altLang="en-US" sz="1300" b="1" dirty="0">
                    <a:solidFill>
                      <a:srgbClr val="0A0028"/>
                    </a:solidFill>
                    <a:latin typeface="Noto Sans JP" pitchFamily="34" charset="0"/>
                    <a:ea typeface="Noto Sans JP" pitchFamily="34" charset="-122"/>
                    <a:cs typeface="Noto Sans JP" pitchFamily="34" charset="-120"/>
                  </a:rPr>
                  <a:t>「キック」</a:t>
                </a:r>
                <a:r>
                  <a:rPr lang="ja-JP" altLang="en-US" sz="1300" dirty="0">
                    <a:solidFill>
                      <a:srgbClr val="0A0028"/>
                    </a:solidFill>
                    <a:latin typeface="Noto Sans JP" pitchFamily="34" charset="0"/>
                    <a:ea typeface="Noto Sans JP" pitchFamily="34" charset="-122"/>
                    <a:cs typeface="Noto Sans JP" pitchFamily="34" charset="-120"/>
                  </a:rPr>
                  <a:t>と</a:t>
                </a:r>
                <a:r>
                  <a:rPr lang="ja-JP" altLang="en-US" sz="1300" b="1" dirty="0">
                    <a:solidFill>
                      <a:srgbClr val="0A0028"/>
                    </a:solidFill>
                    <a:latin typeface="Noto Sans JP" pitchFamily="34" charset="0"/>
                    <a:ea typeface="Noto Sans JP" pitchFamily="34" charset="-122"/>
                    <a:cs typeface="Noto Sans JP" pitchFamily="34" charset="-120"/>
                  </a:rPr>
                  <a:t>「押しのけ」</a:t>
                </a:r>
                <a:r>
                  <a:rPr lang="ja-JP" altLang="en-US" sz="1300" dirty="0">
                    <a:solidFill>
                      <a:srgbClr val="0A0028"/>
                    </a:solidFill>
                    <a:latin typeface="Noto Sans JP" pitchFamily="34" charset="0"/>
                    <a:ea typeface="Noto Sans JP" pitchFamily="34" charset="-122"/>
                    <a:cs typeface="Noto Sans JP" pitchFamily="34" charset="-120"/>
                  </a:rPr>
                  <a:t>を失った。</a:t>
                </a:r>
                <a:endParaRPr lang="en-US" altLang="ja-JP" sz="1300" dirty="0">
                  <a:solidFill>
                    <a:srgbClr val="0A0028"/>
                  </a:solidFill>
                  <a:latin typeface="Noto Sans JP" pitchFamily="34" charset="0"/>
                  <a:ea typeface="Noto Sans JP" pitchFamily="34" charset="-122"/>
                  <a:cs typeface="Noto Sans JP" pitchFamily="34" charset="-120"/>
                </a:endParaRPr>
              </a:p>
            </p:txBody>
          </p:sp>
        </p:grpSp>
        <p:pic>
          <p:nvPicPr>
            <p:cNvPr id="45" name="図 44">
              <a:extLst>
                <a:ext uri="{FF2B5EF4-FFF2-40B4-BE49-F238E27FC236}">
                  <a16:creationId xmlns:a16="http://schemas.microsoft.com/office/drawing/2014/main" id="{5D5AA686-9A3A-5EDF-DEC2-6145AC2F6333}"/>
                </a:ext>
              </a:extLst>
            </p:cNvPr>
            <p:cNvPicPr>
              <a:picLocks noChangeAspect="1"/>
            </p:cNvPicPr>
            <p:nvPr/>
          </p:nvPicPr>
          <p:blipFill>
            <a:blip r:embed="rId4"/>
            <a:stretch>
              <a:fillRect/>
            </a:stretch>
          </p:blipFill>
          <p:spPr>
            <a:xfrm>
              <a:off x="1969972" y="5270536"/>
              <a:ext cx="607271" cy="732913"/>
            </a:xfrm>
            <a:prstGeom prst="rect">
              <a:avLst/>
            </a:prstGeom>
          </p:spPr>
        </p:pic>
      </p:grpSp>
      <p:pic>
        <p:nvPicPr>
          <p:cNvPr id="25" name="図 24">
            <a:extLst>
              <a:ext uri="{FF2B5EF4-FFF2-40B4-BE49-F238E27FC236}">
                <a16:creationId xmlns:a16="http://schemas.microsoft.com/office/drawing/2014/main" id="{0B3BEE9A-8CB0-3686-8788-932B88C6C637}"/>
              </a:ext>
            </a:extLst>
          </p:cNvPr>
          <p:cNvPicPr>
            <a:picLocks noChangeAspect="1"/>
          </p:cNvPicPr>
          <p:nvPr/>
        </p:nvPicPr>
        <p:blipFill>
          <a:blip r:embed="rId7"/>
          <a:stretch>
            <a:fillRect/>
          </a:stretch>
        </p:blipFill>
        <p:spPr>
          <a:xfrm>
            <a:off x="5488728" y="3529305"/>
            <a:ext cx="607271" cy="733961"/>
          </a:xfrm>
          <a:prstGeom prst="rect">
            <a:avLst/>
          </a:prstGeom>
        </p:spPr>
      </p:pic>
      <p:pic>
        <p:nvPicPr>
          <p:cNvPr id="26" name="図 25">
            <a:extLst>
              <a:ext uri="{FF2B5EF4-FFF2-40B4-BE49-F238E27FC236}">
                <a16:creationId xmlns:a16="http://schemas.microsoft.com/office/drawing/2014/main" id="{8663DBCC-249F-DB95-29E1-5BD5F9E22B96}"/>
              </a:ext>
            </a:extLst>
          </p:cNvPr>
          <p:cNvPicPr>
            <a:picLocks noChangeAspect="1"/>
          </p:cNvPicPr>
          <p:nvPr/>
        </p:nvPicPr>
        <p:blipFill>
          <a:blip r:embed="rId6"/>
          <a:stretch>
            <a:fillRect/>
          </a:stretch>
        </p:blipFill>
        <p:spPr>
          <a:xfrm>
            <a:off x="4752328" y="3530353"/>
            <a:ext cx="607271" cy="732913"/>
          </a:xfrm>
          <a:prstGeom prst="rect">
            <a:avLst/>
          </a:prstGeom>
        </p:spPr>
      </p:pic>
      <p:pic>
        <p:nvPicPr>
          <p:cNvPr id="27" name="図 26">
            <a:extLst>
              <a:ext uri="{FF2B5EF4-FFF2-40B4-BE49-F238E27FC236}">
                <a16:creationId xmlns:a16="http://schemas.microsoft.com/office/drawing/2014/main" id="{314A33D0-28BC-BFA8-039C-B30EED517BA0}"/>
              </a:ext>
            </a:extLst>
          </p:cNvPr>
          <p:cNvPicPr>
            <a:picLocks noChangeAspect="1"/>
          </p:cNvPicPr>
          <p:nvPr/>
        </p:nvPicPr>
        <p:blipFill>
          <a:blip r:embed="rId3"/>
          <a:stretch>
            <a:fillRect/>
          </a:stretch>
        </p:blipFill>
        <p:spPr>
          <a:xfrm>
            <a:off x="3318454" y="2217123"/>
            <a:ext cx="607271" cy="732913"/>
          </a:xfrm>
          <a:prstGeom prst="rect">
            <a:avLst/>
          </a:prstGeom>
        </p:spPr>
      </p:pic>
      <p:pic>
        <p:nvPicPr>
          <p:cNvPr id="29" name="図 28">
            <a:extLst>
              <a:ext uri="{FF2B5EF4-FFF2-40B4-BE49-F238E27FC236}">
                <a16:creationId xmlns:a16="http://schemas.microsoft.com/office/drawing/2014/main" id="{E6D2719E-4C8E-04A4-EB83-806699776FD5}"/>
              </a:ext>
            </a:extLst>
          </p:cNvPr>
          <p:cNvPicPr>
            <a:picLocks noChangeAspect="1"/>
          </p:cNvPicPr>
          <p:nvPr/>
        </p:nvPicPr>
        <p:blipFill>
          <a:blip r:embed="rId5"/>
          <a:stretch>
            <a:fillRect/>
          </a:stretch>
        </p:blipFill>
        <p:spPr>
          <a:xfrm>
            <a:off x="2597089" y="2212118"/>
            <a:ext cx="607271" cy="732913"/>
          </a:xfrm>
          <a:prstGeom prst="rect">
            <a:avLst/>
          </a:prstGeom>
        </p:spPr>
      </p:pic>
      <p:pic>
        <p:nvPicPr>
          <p:cNvPr id="33" name="図 32">
            <a:extLst>
              <a:ext uri="{FF2B5EF4-FFF2-40B4-BE49-F238E27FC236}">
                <a16:creationId xmlns:a16="http://schemas.microsoft.com/office/drawing/2014/main" id="{36BD4296-FC54-11D2-0A1A-F31320E553AD}"/>
              </a:ext>
            </a:extLst>
          </p:cNvPr>
          <p:cNvPicPr>
            <a:picLocks noChangeAspect="1"/>
          </p:cNvPicPr>
          <p:nvPr/>
        </p:nvPicPr>
        <p:blipFill>
          <a:blip r:embed="rId6"/>
          <a:stretch>
            <a:fillRect/>
          </a:stretch>
        </p:blipFill>
        <p:spPr>
          <a:xfrm>
            <a:off x="4039819" y="2214807"/>
            <a:ext cx="607271" cy="732913"/>
          </a:xfrm>
          <a:prstGeom prst="rect">
            <a:avLst/>
          </a:prstGeom>
        </p:spPr>
      </p:pic>
      <p:pic>
        <p:nvPicPr>
          <p:cNvPr id="43" name="図 42">
            <a:extLst>
              <a:ext uri="{FF2B5EF4-FFF2-40B4-BE49-F238E27FC236}">
                <a16:creationId xmlns:a16="http://schemas.microsoft.com/office/drawing/2014/main" id="{9BFDF38C-842E-62FC-BFB3-2A420AB6C9CE}"/>
              </a:ext>
            </a:extLst>
          </p:cNvPr>
          <p:cNvPicPr>
            <a:picLocks noChangeAspect="1"/>
          </p:cNvPicPr>
          <p:nvPr/>
        </p:nvPicPr>
        <p:blipFill>
          <a:blip r:embed="rId7"/>
          <a:stretch>
            <a:fillRect/>
          </a:stretch>
        </p:blipFill>
        <p:spPr>
          <a:xfrm>
            <a:off x="5488729" y="2197268"/>
            <a:ext cx="607271" cy="733961"/>
          </a:xfrm>
          <a:prstGeom prst="rect">
            <a:avLst/>
          </a:prstGeom>
        </p:spPr>
      </p:pic>
      <p:pic>
        <p:nvPicPr>
          <p:cNvPr id="44" name="図 43">
            <a:extLst>
              <a:ext uri="{FF2B5EF4-FFF2-40B4-BE49-F238E27FC236}">
                <a16:creationId xmlns:a16="http://schemas.microsoft.com/office/drawing/2014/main" id="{D54DD7C8-0EA4-2FF1-B2E8-538BB588584E}"/>
              </a:ext>
            </a:extLst>
          </p:cNvPr>
          <p:cNvPicPr>
            <a:picLocks noChangeAspect="1"/>
          </p:cNvPicPr>
          <p:nvPr/>
        </p:nvPicPr>
        <p:blipFill>
          <a:blip r:embed="rId6"/>
          <a:stretch>
            <a:fillRect/>
          </a:stretch>
        </p:blipFill>
        <p:spPr>
          <a:xfrm>
            <a:off x="4721941" y="2204737"/>
            <a:ext cx="607271" cy="732913"/>
          </a:xfrm>
          <a:prstGeom prst="rect">
            <a:avLst/>
          </a:prstGeom>
        </p:spPr>
      </p:pic>
      <p:grpSp>
        <p:nvGrpSpPr>
          <p:cNvPr id="66" name="グループ化 65">
            <a:extLst>
              <a:ext uri="{FF2B5EF4-FFF2-40B4-BE49-F238E27FC236}">
                <a16:creationId xmlns:a16="http://schemas.microsoft.com/office/drawing/2014/main" id="{C63C552D-192C-D44E-AB44-6A638FB8609A}"/>
              </a:ext>
            </a:extLst>
          </p:cNvPr>
          <p:cNvGrpSpPr/>
          <p:nvPr/>
        </p:nvGrpSpPr>
        <p:grpSpPr>
          <a:xfrm>
            <a:off x="812800" y="1798158"/>
            <a:ext cx="6921500" cy="312522"/>
            <a:chOff x="812800" y="1798158"/>
            <a:chExt cx="6921500" cy="312522"/>
          </a:xfrm>
        </p:grpSpPr>
        <p:grpSp>
          <p:nvGrpSpPr>
            <p:cNvPr id="23" name="グループ化 22">
              <a:extLst>
                <a:ext uri="{FF2B5EF4-FFF2-40B4-BE49-F238E27FC236}">
                  <a16:creationId xmlns:a16="http://schemas.microsoft.com/office/drawing/2014/main" id="{57C3FA91-EADD-8336-221E-3D45B38ACE41}"/>
                </a:ext>
              </a:extLst>
            </p:cNvPr>
            <p:cNvGrpSpPr/>
            <p:nvPr/>
          </p:nvGrpSpPr>
          <p:grpSpPr>
            <a:xfrm>
              <a:off x="812800" y="1803350"/>
              <a:ext cx="5634831" cy="307330"/>
              <a:chOff x="812800" y="1803350"/>
              <a:chExt cx="5634831" cy="307330"/>
            </a:xfrm>
          </p:grpSpPr>
          <p:sp>
            <p:nvSpPr>
              <p:cNvPr id="5" name="Text 3">
                <a:extLst>
                  <a:ext uri="{FF2B5EF4-FFF2-40B4-BE49-F238E27FC236}">
                    <a16:creationId xmlns:a16="http://schemas.microsoft.com/office/drawing/2014/main" id="{33535001-07FA-2430-E44E-E1128899989B}"/>
                  </a:ext>
                </a:extLst>
              </p:cNvPr>
              <p:cNvSpPr/>
              <p:nvPr/>
            </p:nvSpPr>
            <p:spPr>
              <a:xfrm>
                <a:off x="812800" y="184145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sp>
            <p:nvSpPr>
              <p:cNvPr id="6" name="Text 4">
                <a:extLst>
                  <a:ext uri="{FF2B5EF4-FFF2-40B4-BE49-F238E27FC236}">
                    <a16:creationId xmlns:a16="http://schemas.microsoft.com/office/drawing/2014/main" id="{14B71C73-6B21-7131-B500-729F8DCF779D}"/>
                  </a:ext>
                </a:extLst>
              </p:cNvPr>
              <p:cNvSpPr/>
              <p:nvPr/>
            </p:nvSpPr>
            <p:spPr>
              <a:xfrm>
                <a:off x="1866900" y="1803350"/>
                <a:ext cx="13166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振り下ろし×1</a:t>
                </a:r>
                <a:endParaRPr lang="en-US" sz="1300" dirty="0"/>
              </a:p>
            </p:txBody>
          </p:sp>
          <p:sp>
            <p:nvSpPr>
              <p:cNvPr id="7" name="Text 5">
                <a:extLst>
                  <a:ext uri="{FF2B5EF4-FFF2-40B4-BE49-F238E27FC236}">
                    <a16:creationId xmlns:a16="http://schemas.microsoft.com/office/drawing/2014/main" id="{98B9F407-B158-0779-004E-9785D65479B6}"/>
                  </a:ext>
                </a:extLst>
              </p:cNvPr>
              <p:cNvSpPr/>
              <p:nvPr/>
            </p:nvSpPr>
            <p:spPr>
              <a:xfrm>
                <a:off x="3285133" y="1803350"/>
                <a:ext cx="8213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刺突×1</a:t>
                </a:r>
                <a:endParaRPr lang="en-US" sz="1300" dirty="0"/>
              </a:p>
            </p:txBody>
          </p:sp>
          <p:sp>
            <p:nvSpPr>
              <p:cNvPr id="8" name="Text 6">
                <a:extLst>
                  <a:ext uri="{FF2B5EF4-FFF2-40B4-BE49-F238E27FC236}">
                    <a16:creationId xmlns:a16="http://schemas.microsoft.com/office/drawing/2014/main" id="{FC381D48-7331-CBB7-1A26-382F202927C4}"/>
                  </a:ext>
                </a:extLst>
              </p:cNvPr>
              <p:cNvSpPr/>
              <p:nvPr/>
            </p:nvSpPr>
            <p:spPr>
              <a:xfrm>
                <a:off x="4208066" y="1803350"/>
                <a:ext cx="11515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スイング×1</a:t>
                </a:r>
                <a:endParaRPr lang="en-US" sz="1300" dirty="0"/>
              </a:p>
            </p:txBody>
          </p:sp>
          <p:sp>
            <p:nvSpPr>
              <p:cNvPr id="9" name="Text 7">
                <a:extLst>
                  <a:ext uri="{FF2B5EF4-FFF2-40B4-BE49-F238E27FC236}">
                    <a16:creationId xmlns:a16="http://schemas.microsoft.com/office/drawing/2014/main" id="{AF245F3A-6810-6E6D-67FD-A290A5F0081B}"/>
                  </a:ext>
                </a:extLst>
              </p:cNvPr>
              <p:cNvSpPr/>
              <p:nvPr/>
            </p:nvSpPr>
            <p:spPr>
              <a:xfrm>
                <a:off x="5461198" y="1803350"/>
                <a:ext cx="986433" cy="307330"/>
              </a:xfrm>
              <a:prstGeom prst="roundRect">
                <a:avLst>
                  <a:gd name="adj" fmla="val 16529"/>
                </a:avLst>
              </a:prstGeom>
              <a:solidFill>
                <a:srgbClr val="A8E89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キック×2</a:t>
                </a:r>
                <a:endParaRPr lang="en-US" sz="1300" dirty="0"/>
              </a:p>
            </p:txBody>
          </p:sp>
        </p:grpSp>
        <p:sp>
          <p:nvSpPr>
            <p:cNvPr id="63" name="Text 7">
              <a:extLst>
                <a:ext uri="{FF2B5EF4-FFF2-40B4-BE49-F238E27FC236}">
                  <a16:creationId xmlns:a16="http://schemas.microsoft.com/office/drawing/2014/main" id="{F809235E-A590-DDFB-E270-7F9FC0618DAD}"/>
                </a:ext>
              </a:extLst>
            </p:cNvPr>
            <p:cNvSpPr/>
            <p:nvPr/>
          </p:nvSpPr>
          <p:spPr>
            <a:xfrm>
              <a:off x="6549230" y="1798158"/>
              <a:ext cx="1185070" cy="307330"/>
            </a:xfrm>
            <a:prstGeom prst="roundRect">
              <a:avLst>
                <a:gd name="adj" fmla="val 16529"/>
              </a:avLst>
            </a:prstGeom>
            <a:solidFill>
              <a:schemeClr val="tx1">
                <a:lumMod val="25000"/>
                <a:lumOff val="75000"/>
              </a:schemeClr>
            </a:solidFill>
            <a:ln/>
          </p:spPr>
          <p:txBody>
            <a:bodyPr wrap="none" lIns="0" tIns="0" rIns="0" bIns="0" rtlCol="0" anchor="ctr">
              <a:normAutofit/>
            </a:bodyPr>
            <a:lstStyle/>
            <a:p>
              <a:pPr marL="0" indent="0" algn="ctr">
                <a:lnSpc>
                  <a:spcPts val="1820"/>
                </a:lnSpc>
                <a:buNone/>
              </a:pPr>
              <a:r>
                <a:rPr lang="ja-JP" altLang="en-US" sz="1300" b="1" dirty="0">
                  <a:solidFill>
                    <a:srgbClr val="0A0028"/>
                  </a:solidFill>
                  <a:latin typeface="Noto Sans JP" pitchFamily="34" charset="0"/>
                  <a:ea typeface="Noto Sans JP" pitchFamily="34" charset="-122"/>
                  <a:cs typeface="Noto Sans JP" pitchFamily="34" charset="-120"/>
                </a:rPr>
                <a:t>押しのけ</a:t>
              </a:r>
              <a:r>
                <a:rPr lang="en-US" sz="1300" b="1" dirty="0">
                  <a:solidFill>
                    <a:srgbClr val="0A0028"/>
                  </a:solidFill>
                  <a:latin typeface="Noto Sans JP" pitchFamily="34" charset="0"/>
                  <a:ea typeface="Noto Sans JP" pitchFamily="34" charset="-122"/>
                  <a:cs typeface="Noto Sans JP" pitchFamily="34" charset="-120"/>
                </a:rPr>
                <a:t>×1</a:t>
              </a:r>
              <a:endParaRPr lang="en-US" sz="1300" dirty="0"/>
            </a:p>
          </p:txBody>
        </p:sp>
      </p:grpSp>
      <p:pic>
        <p:nvPicPr>
          <p:cNvPr id="65" name="図 64">
            <a:extLst>
              <a:ext uri="{FF2B5EF4-FFF2-40B4-BE49-F238E27FC236}">
                <a16:creationId xmlns:a16="http://schemas.microsoft.com/office/drawing/2014/main" id="{D2AA62B4-4E10-345E-B425-DE6362BE6122}"/>
              </a:ext>
            </a:extLst>
          </p:cNvPr>
          <p:cNvPicPr>
            <a:picLocks noChangeAspect="1"/>
          </p:cNvPicPr>
          <p:nvPr/>
        </p:nvPicPr>
        <p:blipFill>
          <a:blip r:embed="rId3"/>
          <a:stretch>
            <a:fillRect/>
          </a:stretch>
        </p:blipFill>
        <p:spPr>
          <a:xfrm>
            <a:off x="3904430" y="5299891"/>
            <a:ext cx="607271" cy="732913"/>
          </a:xfrm>
          <a:prstGeom prst="rect">
            <a:avLst/>
          </a:prstGeom>
        </p:spPr>
      </p:pic>
      <p:grpSp>
        <p:nvGrpSpPr>
          <p:cNvPr id="67" name="グループ化 66">
            <a:extLst>
              <a:ext uri="{FF2B5EF4-FFF2-40B4-BE49-F238E27FC236}">
                <a16:creationId xmlns:a16="http://schemas.microsoft.com/office/drawing/2014/main" id="{AA7D6C22-8C4A-3749-460D-A0E3B93E3237}"/>
              </a:ext>
            </a:extLst>
          </p:cNvPr>
          <p:cNvGrpSpPr/>
          <p:nvPr/>
        </p:nvGrpSpPr>
        <p:grpSpPr>
          <a:xfrm>
            <a:off x="5272913" y="5313867"/>
            <a:ext cx="5385864" cy="307330"/>
            <a:chOff x="812800" y="2250380"/>
            <a:chExt cx="5385864" cy="307330"/>
          </a:xfrm>
        </p:grpSpPr>
        <p:sp>
          <p:nvSpPr>
            <p:cNvPr id="68" name="Text 8">
              <a:extLst>
                <a:ext uri="{FF2B5EF4-FFF2-40B4-BE49-F238E27FC236}">
                  <a16:creationId xmlns:a16="http://schemas.microsoft.com/office/drawing/2014/main" id="{3B9EB8CF-5B0F-7FA7-8F9D-CEB64D866ACF}"/>
                </a:ext>
              </a:extLst>
            </p:cNvPr>
            <p:cNvSpPr/>
            <p:nvPr/>
          </p:nvSpPr>
          <p:spPr>
            <a:xfrm>
              <a:off x="812800" y="228848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Bの手札</a:t>
              </a:r>
              <a:endParaRPr lang="en-US" sz="1300" dirty="0"/>
            </a:p>
          </p:txBody>
        </p:sp>
        <p:sp>
          <p:nvSpPr>
            <p:cNvPr id="69" name="Text 9">
              <a:extLst>
                <a:ext uri="{FF2B5EF4-FFF2-40B4-BE49-F238E27FC236}">
                  <a16:creationId xmlns:a16="http://schemas.microsoft.com/office/drawing/2014/main" id="{334B8AB9-BAA0-DC31-825C-04C19514857D}"/>
                </a:ext>
              </a:extLst>
            </p:cNvPr>
            <p:cNvSpPr/>
            <p:nvPr/>
          </p:nvSpPr>
          <p:spPr>
            <a:xfrm>
              <a:off x="1866900" y="2250380"/>
              <a:ext cx="11515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70" name="Text 10">
              <a:extLst>
                <a:ext uri="{FF2B5EF4-FFF2-40B4-BE49-F238E27FC236}">
                  <a16:creationId xmlns:a16="http://schemas.microsoft.com/office/drawing/2014/main" id="{8A829B80-95EC-33D1-47BA-727215643085}"/>
                </a:ext>
              </a:extLst>
            </p:cNvPr>
            <p:cNvSpPr/>
            <p:nvPr/>
          </p:nvSpPr>
          <p:spPr>
            <a:xfrm>
              <a:off x="3120033" y="2250380"/>
              <a:ext cx="8213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刺突×2</a:t>
              </a:r>
              <a:endParaRPr lang="en-US" sz="1300" dirty="0"/>
            </a:p>
          </p:txBody>
        </p:sp>
        <p:sp>
          <p:nvSpPr>
            <p:cNvPr id="71" name="Text 11">
              <a:extLst>
                <a:ext uri="{FF2B5EF4-FFF2-40B4-BE49-F238E27FC236}">
                  <a16:creationId xmlns:a16="http://schemas.microsoft.com/office/drawing/2014/main" id="{1B213A9A-26E4-9FE4-2EC5-CC6073BDD348}"/>
                </a:ext>
              </a:extLst>
            </p:cNvPr>
            <p:cNvSpPr/>
            <p:nvPr/>
          </p:nvSpPr>
          <p:spPr>
            <a:xfrm>
              <a:off x="4042967" y="2250380"/>
              <a:ext cx="1124062" cy="307330"/>
            </a:xfrm>
            <a:prstGeom prst="roundRect">
              <a:avLst>
                <a:gd name="adj" fmla="val 16529"/>
              </a:avLst>
            </a:prstGeom>
            <a:solidFill>
              <a:schemeClr val="tx1">
                <a:lumMod val="25000"/>
                <a:lumOff val="75000"/>
              </a:schemeClr>
            </a:solidFill>
            <a:ln w="19050">
              <a:solidFill>
                <a:schemeClr val="tx1"/>
              </a:solidFill>
            </a:ln>
          </p:spPr>
          <p:txBody>
            <a:bodyPr wrap="none" lIns="0" tIns="0" rIns="0" bIns="0" rtlCol="0" anchor="ctr">
              <a:normAutofit/>
            </a:bodyPr>
            <a:lstStyle/>
            <a:p>
              <a:pPr marL="0" indent="0" algn="ctr">
                <a:lnSpc>
                  <a:spcPts val="1820"/>
                </a:lnSpc>
                <a:buNone/>
              </a:pPr>
              <a:r>
                <a:rPr lang="ja-JP" altLang="en-US" sz="1300" b="1" dirty="0">
                  <a:solidFill>
                    <a:srgbClr val="0A0028"/>
                  </a:solidFill>
                  <a:latin typeface="Noto Sans JP" pitchFamily="34" charset="0"/>
                  <a:ea typeface="Noto Sans JP" pitchFamily="34" charset="-122"/>
                  <a:cs typeface="Noto Sans JP" pitchFamily="34" charset="-120"/>
                </a:rPr>
                <a:t>押しのけ</a:t>
              </a:r>
              <a:r>
                <a:rPr lang="en-US" altLang="ja-JP" sz="1300" b="1" dirty="0">
                  <a:solidFill>
                    <a:srgbClr val="0A0028"/>
                  </a:solidFill>
                  <a:latin typeface="Noto Sans JP" pitchFamily="34" charset="0"/>
                  <a:ea typeface="Noto Sans JP" pitchFamily="34" charset="-122"/>
                  <a:cs typeface="Noto Sans JP" pitchFamily="34" charset="-120"/>
                </a:rPr>
                <a:t>×1</a:t>
              </a:r>
              <a:endParaRPr lang="en-US" sz="1300" dirty="0"/>
            </a:p>
          </p:txBody>
        </p:sp>
        <p:sp>
          <p:nvSpPr>
            <p:cNvPr id="72" name="Text 12">
              <a:extLst>
                <a:ext uri="{FF2B5EF4-FFF2-40B4-BE49-F238E27FC236}">
                  <a16:creationId xmlns:a16="http://schemas.microsoft.com/office/drawing/2014/main" id="{12EF6A4A-961E-52BC-5202-334D3170B65B}"/>
                </a:ext>
              </a:extLst>
            </p:cNvPr>
            <p:cNvSpPr/>
            <p:nvPr/>
          </p:nvSpPr>
          <p:spPr>
            <a:xfrm>
              <a:off x="5212231" y="2250380"/>
              <a:ext cx="986433" cy="307330"/>
            </a:xfrm>
            <a:prstGeom prst="roundRect">
              <a:avLst>
                <a:gd name="adj" fmla="val 16529"/>
              </a:avLst>
            </a:prstGeom>
            <a:solidFill>
              <a:srgbClr val="A8E89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キック×2</a:t>
              </a:r>
              <a:endParaRPr lang="en-US" sz="1300" dirty="0"/>
            </a:p>
          </p:txBody>
        </p:sp>
      </p:grpSp>
      <p:grpSp>
        <p:nvGrpSpPr>
          <p:cNvPr id="73" name="グループ化 72">
            <a:extLst>
              <a:ext uri="{FF2B5EF4-FFF2-40B4-BE49-F238E27FC236}">
                <a16:creationId xmlns:a16="http://schemas.microsoft.com/office/drawing/2014/main" id="{E59E44C0-B100-BFB8-9885-67BBE619179C}"/>
              </a:ext>
            </a:extLst>
          </p:cNvPr>
          <p:cNvGrpSpPr/>
          <p:nvPr/>
        </p:nvGrpSpPr>
        <p:grpSpPr>
          <a:xfrm>
            <a:off x="5272913" y="4532114"/>
            <a:ext cx="5634831" cy="691019"/>
            <a:chOff x="812800" y="1803350"/>
            <a:chExt cx="5634831" cy="691019"/>
          </a:xfrm>
        </p:grpSpPr>
        <p:grpSp>
          <p:nvGrpSpPr>
            <p:cNvPr id="74" name="グループ化 73">
              <a:extLst>
                <a:ext uri="{FF2B5EF4-FFF2-40B4-BE49-F238E27FC236}">
                  <a16:creationId xmlns:a16="http://schemas.microsoft.com/office/drawing/2014/main" id="{07BF15B8-49EC-347A-50CD-3B738EB81CCB}"/>
                </a:ext>
              </a:extLst>
            </p:cNvPr>
            <p:cNvGrpSpPr/>
            <p:nvPr/>
          </p:nvGrpSpPr>
          <p:grpSpPr>
            <a:xfrm>
              <a:off x="812800" y="1803350"/>
              <a:ext cx="5634831" cy="307330"/>
              <a:chOff x="812800" y="1803350"/>
              <a:chExt cx="5634831" cy="307330"/>
            </a:xfrm>
          </p:grpSpPr>
          <p:sp>
            <p:nvSpPr>
              <p:cNvPr id="76" name="Text 3">
                <a:extLst>
                  <a:ext uri="{FF2B5EF4-FFF2-40B4-BE49-F238E27FC236}">
                    <a16:creationId xmlns:a16="http://schemas.microsoft.com/office/drawing/2014/main" id="{CAE6C13B-550C-9FBD-9BB8-01D5155F9AC7}"/>
                  </a:ext>
                </a:extLst>
              </p:cNvPr>
              <p:cNvSpPr/>
              <p:nvPr/>
            </p:nvSpPr>
            <p:spPr>
              <a:xfrm>
                <a:off x="812800" y="184145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sp>
            <p:nvSpPr>
              <p:cNvPr id="77" name="Text 4">
                <a:extLst>
                  <a:ext uri="{FF2B5EF4-FFF2-40B4-BE49-F238E27FC236}">
                    <a16:creationId xmlns:a16="http://schemas.microsoft.com/office/drawing/2014/main" id="{DD9F1F89-1D1F-97BC-1029-1C90509F7BC9}"/>
                  </a:ext>
                </a:extLst>
              </p:cNvPr>
              <p:cNvSpPr/>
              <p:nvPr/>
            </p:nvSpPr>
            <p:spPr>
              <a:xfrm>
                <a:off x="1866900" y="1803350"/>
                <a:ext cx="13166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78" name="Text 5">
                <a:extLst>
                  <a:ext uri="{FF2B5EF4-FFF2-40B4-BE49-F238E27FC236}">
                    <a16:creationId xmlns:a16="http://schemas.microsoft.com/office/drawing/2014/main" id="{5A312652-9015-A9E2-F87C-FF3F0AA78F3D}"/>
                  </a:ext>
                </a:extLst>
              </p:cNvPr>
              <p:cNvSpPr/>
              <p:nvPr/>
            </p:nvSpPr>
            <p:spPr>
              <a:xfrm>
                <a:off x="3285133" y="1803350"/>
                <a:ext cx="8213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刺突×1</a:t>
                </a:r>
                <a:endParaRPr lang="en-US" sz="1300" dirty="0"/>
              </a:p>
            </p:txBody>
          </p:sp>
          <p:sp>
            <p:nvSpPr>
              <p:cNvPr id="79" name="Text 6">
                <a:extLst>
                  <a:ext uri="{FF2B5EF4-FFF2-40B4-BE49-F238E27FC236}">
                    <a16:creationId xmlns:a16="http://schemas.microsoft.com/office/drawing/2014/main" id="{F565D27F-6CC5-2C82-EF99-42C670D3E41A}"/>
                  </a:ext>
                </a:extLst>
              </p:cNvPr>
              <p:cNvSpPr/>
              <p:nvPr/>
            </p:nvSpPr>
            <p:spPr>
              <a:xfrm>
                <a:off x="4208066" y="1803350"/>
                <a:ext cx="11515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スイング×1</a:t>
                </a:r>
                <a:endParaRPr lang="en-US" sz="1300" dirty="0"/>
              </a:p>
            </p:txBody>
          </p:sp>
          <p:sp>
            <p:nvSpPr>
              <p:cNvPr id="80" name="Text 7">
                <a:extLst>
                  <a:ext uri="{FF2B5EF4-FFF2-40B4-BE49-F238E27FC236}">
                    <a16:creationId xmlns:a16="http://schemas.microsoft.com/office/drawing/2014/main" id="{325A1431-D4B0-E1C3-BEF7-786A9188E854}"/>
                  </a:ext>
                </a:extLst>
              </p:cNvPr>
              <p:cNvSpPr/>
              <p:nvPr/>
            </p:nvSpPr>
            <p:spPr>
              <a:xfrm>
                <a:off x="5461198" y="1803350"/>
                <a:ext cx="986433" cy="307330"/>
              </a:xfrm>
              <a:prstGeom prst="roundRect">
                <a:avLst>
                  <a:gd name="adj" fmla="val 16529"/>
                </a:avLst>
              </a:prstGeom>
              <a:solidFill>
                <a:srgbClr val="A8E89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キック×2</a:t>
                </a:r>
                <a:endParaRPr lang="en-US" sz="1300" dirty="0"/>
              </a:p>
            </p:txBody>
          </p:sp>
        </p:grpSp>
        <p:sp>
          <p:nvSpPr>
            <p:cNvPr id="75" name="Text 7">
              <a:extLst>
                <a:ext uri="{FF2B5EF4-FFF2-40B4-BE49-F238E27FC236}">
                  <a16:creationId xmlns:a16="http://schemas.microsoft.com/office/drawing/2014/main" id="{4413EA72-421B-6F7D-F0B1-8648BF650A4B}"/>
                </a:ext>
              </a:extLst>
            </p:cNvPr>
            <p:cNvSpPr/>
            <p:nvPr/>
          </p:nvSpPr>
          <p:spPr>
            <a:xfrm>
              <a:off x="1866900" y="2187039"/>
              <a:ext cx="1185070" cy="307330"/>
            </a:xfrm>
            <a:prstGeom prst="roundRect">
              <a:avLst>
                <a:gd name="adj" fmla="val 16529"/>
              </a:avLst>
            </a:prstGeom>
            <a:solidFill>
              <a:schemeClr val="tx1">
                <a:lumMod val="25000"/>
                <a:lumOff val="75000"/>
              </a:schemeClr>
            </a:solidFill>
            <a:ln/>
          </p:spPr>
          <p:txBody>
            <a:bodyPr wrap="none" lIns="0" tIns="0" rIns="0" bIns="0" rtlCol="0" anchor="ctr">
              <a:normAutofit/>
            </a:bodyPr>
            <a:lstStyle/>
            <a:p>
              <a:pPr marL="0" indent="0" algn="ctr">
                <a:lnSpc>
                  <a:spcPts val="1820"/>
                </a:lnSpc>
                <a:buNone/>
              </a:pPr>
              <a:r>
                <a:rPr lang="ja-JP" altLang="en-US" sz="1300" b="1" dirty="0">
                  <a:solidFill>
                    <a:srgbClr val="0A0028"/>
                  </a:solidFill>
                  <a:latin typeface="Noto Sans JP" pitchFamily="34" charset="0"/>
                  <a:ea typeface="Noto Sans JP" pitchFamily="34" charset="-122"/>
                  <a:cs typeface="Noto Sans JP" pitchFamily="34" charset="-120"/>
                </a:rPr>
                <a:t>押しのけ</a:t>
              </a:r>
              <a:r>
                <a:rPr lang="en-US" sz="1300" b="1" dirty="0">
                  <a:solidFill>
                    <a:srgbClr val="0A0028"/>
                  </a:solidFill>
                  <a:latin typeface="Noto Sans JP" pitchFamily="34" charset="0"/>
                  <a:ea typeface="Noto Sans JP" pitchFamily="34" charset="-122"/>
                  <a:cs typeface="Noto Sans JP" pitchFamily="34" charset="-120"/>
                </a:rPr>
                <a:t>×1</a:t>
              </a:r>
              <a:endParaRPr lang="en-US" sz="1300" dirty="0"/>
            </a:p>
          </p:txBody>
        </p:sp>
      </p:grpSp>
    </p:spTree>
    <p:extLst>
      <p:ext uri="{BB962C8B-B14F-4D97-AF65-F5344CB8AC3E}">
        <p14:creationId xmlns:p14="http://schemas.microsoft.com/office/powerpoint/2010/main" val="930013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a:extLst>
            <a:ext uri="{FF2B5EF4-FFF2-40B4-BE49-F238E27FC236}">
              <a16:creationId xmlns:a16="http://schemas.microsoft.com/office/drawing/2014/main" id="{CBFF6B90-6EF4-4301-9CD3-2763E76994B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6FF5F18-1AC1-393B-EEC3-8F2F0D9237E1}"/>
              </a:ext>
            </a:extLst>
          </p:cNvPr>
          <p:cNvSpPr/>
          <p:nvPr/>
        </p:nvSpPr>
        <p:spPr>
          <a:xfrm>
            <a:off x="800100" y="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34A00"/>
                </a:solidFill>
                <a:latin typeface="Noto Sans JP" pitchFamily="34" charset="0"/>
                <a:ea typeface="Noto Sans JP" pitchFamily="34" charset="-122"/>
                <a:cs typeface="Noto Sans JP" pitchFamily="34" charset="-120"/>
              </a:rPr>
              <a:t>SAMPLE PLAY 2</a:t>
            </a:r>
            <a:endParaRPr lang="en-US" sz="1200" dirty="0"/>
          </a:p>
        </p:txBody>
      </p:sp>
      <p:sp>
        <p:nvSpPr>
          <p:cNvPr id="3" name="Text 1">
            <a:extLst>
              <a:ext uri="{FF2B5EF4-FFF2-40B4-BE49-F238E27FC236}">
                <a16:creationId xmlns:a16="http://schemas.microsoft.com/office/drawing/2014/main" id="{213AFF6F-337A-605C-4C3D-5F57A10452B7}"/>
              </a:ext>
            </a:extLst>
          </p:cNvPr>
          <p:cNvSpPr>
            <a:spLocks noGrp="1"/>
          </p:cNvSpPr>
          <p:nvPr>
            <p:ph type="title"/>
          </p:nvPr>
        </p:nvSpPr>
        <p:spPr>
          <a:xfrm>
            <a:off x="812800" y="291518"/>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A0028"/>
                </a:solidFill>
                <a:latin typeface="Noto Sans JP" pitchFamily="34" charset="0"/>
                <a:ea typeface="Noto Sans JP" pitchFamily="34" charset="-122"/>
                <a:cs typeface="Noto Sans JP" pitchFamily="34" charset="-120"/>
              </a:rPr>
              <a:t>行動2:</a:t>
            </a:r>
            <a:r>
              <a:rPr lang="ja-JP" altLang="en-US" b="1" dirty="0"/>
              <a:t>ガード 対 反撃（枚数不足）</a:t>
            </a:r>
            <a:endParaRPr lang="en-US" sz="3200" dirty="0"/>
          </a:p>
        </p:txBody>
      </p:sp>
      <p:grpSp>
        <p:nvGrpSpPr>
          <p:cNvPr id="80" name="グループ化 79">
            <a:extLst>
              <a:ext uri="{FF2B5EF4-FFF2-40B4-BE49-F238E27FC236}">
                <a16:creationId xmlns:a16="http://schemas.microsoft.com/office/drawing/2014/main" id="{DFE2F671-2F33-7155-9770-41CF8134CFCD}"/>
              </a:ext>
            </a:extLst>
          </p:cNvPr>
          <p:cNvGrpSpPr/>
          <p:nvPr/>
        </p:nvGrpSpPr>
        <p:grpSpPr>
          <a:xfrm>
            <a:off x="819150" y="831800"/>
            <a:ext cx="10648188" cy="2896898"/>
            <a:chOff x="819150" y="1403300"/>
            <a:chExt cx="10648188" cy="2896898"/>
          </a:xfrm>
        </p:grpSpPr>
        <p:grpSp>
          <p:nvGrpSpPr>
            <p:cNvPr id="18" name="グループ化 17">
              <a:extLst>
                <a:ext uri="{FF2B5EF4-FFF2-40B4-BE49-F238E27FC236}">
                  <a16:creationId xmlns:a16="http://schemas.microsoft.com/office/drawing/2014/main" id="{539D0D4C-2368-07FD-A354-89B753BBCC52}"/>
                </a:ext>
              </a:extLst>
            </p:cNvPr>
            <p:cNvGrpSpPr/>
            <p:nvPr/>
          </p:nvGrpSpPr>
          <p:grpSpPr>
            <a:xfrm>
              <a:off x="819150" y="1403300"/>
              <a:ext cx="10648188" cy="2896898"/>
              <a:chOff x="819150" y="1403300"/>
              <a:chExt cx="10648188" cy="2896898"/>
            </a:xfrm>
          </p:grpSpPr>
          <p:sp>
            <p:nvSpPr>
              <p:cNvPr id="4" name="Shape 2">
                <a:extLst>
                  <a:ext uri="{FF2B5EF4-FFF2-40B4-BE49-F238E27FC236}">
                    <a16:creationId xmlns:a16="http://schemas.microsoft.com/office/drawing/2014/main" id="{B4481128-F87D-BC50-9B86-47D3469ECBB3}"/>
                  </a:ext>
                </a:extLst>
              </p:cNvPr>
              <p:cNvSpPr/>
              <p:nvPr/>
            </p:nvSpPr>
            <p:spPr>
              <a:xfrm>
                <a:off x="819150" y="1403300"/>
                <a:ext cx="10553700" cy="2896898"/>
              </a:xfrm>
              <a:prstGeom prst="roundRect">
                <a:avLst>
                  <a:gd name="adj" fmla="val 6800"/>
                </a:avLst>
              </a:prstGeom>
              <a:solidFill>
                <a:srgbClr val="FFFFFF"/>
              </a:solidFill>
              <a:ln w="12700">
                <a:solidFill>
                  <a:srgbClr val="0A0028"/>
                </a:solidFill>
                <a:prstDash val="solid"/>
              </a:ln>
            </p:spPr>
            <p:txBody>
              <a:bodyPr/>
              <a:lstStyle/>
              <a:p>
                <a:endParaRPr lang="ja-JP" altLang="en-US"/>
              </a:p>
            </p:txBody>
          </p:sp>
          <p:sp>
            <p:nvSpPr>
              <p:cNvPr id="5" name="Text 3">
                <a:extLst>
                  <a:ext uri="{FF2B5EF4-FFF2-40B4-BE49-F238E27FC236}">
                    <a16:creationId xmlns:a16="http://schemas.microsoft.com/office/drawing/2014/main" id="{05399E83-5BB0-94C8-EB78-1222E467A0FA}"/>
                  </a:ext>
                </a:extLst>
              </p:cNvPr>
              <p:cNvSpPr/>
              <p:nvPr/>
            </p:nvSpPr>
            <p:spPr>
              <a:xfrm>
                <a:off x="1028700" y="1587450"/>
                <a:ext cx="1043863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A0028"/>
                    </a:solidFill>
                    <a:latin typeface="Noto Sans JP" pitchFamily="34" charset="0"/>
                    <a:ea typeface="Noto Sans JP" pitchFamily="34" charset="-122"/>
                    <a:cs typeface="Noto Sans JP" pitchFamily="34" charset="-120"/>
                  </a:rPr>
                  <a:t> </a:t>
                </a:r>
                <a:r>
                  <a:rPr lang="en-US" sz="1800" b="1" dirty="0" err="1">
                    <a:solidFill>
                      <a:srgbClr val="0A0028"/>
                    </a:solidFill>
                    <a:latin typeface="Noto Sans JP" pitchFamily="34" charset="0"/>
                    <a:ea typeface="Noto Sans JP" pitchFamily="34" charset="-122"/>
                    <a:cs typeface="Noto Sans JP" pitchFamily="34" charset="-120"/>
                  </a:rPr>
                  <a:t>Aの</a:t>
                </a:r>
                <a:r>
                  <a:rPr lang="ja-JP" altLang="en-US" sz="1800" b="1" dirty="0">
                    <a:solidFill>
                      <a:srgbClr val="0A0028"/>
                    </a:solidFill>
                    <a:latin typeface="Noto Sans JP" pitchFamily="34" charset="0"/>
                    <a:ea typeface="Noto Sans JP" pitchFamily="34" charset="-122"/>
                    <a:cs typeface="Noto Sans JP" pitchFamily="34" charset="-120"/>
                  </a:rPr>
                  <a:t>ガード</a:t>
                </a:r>
                <a:r>
                  <a:rPr lang="en-US" sz="1800" b="1" dirty="0">
                    <a:solidFill>
                      <a:srgbClr val="0A0028"/>
                    </a:solidFill>
                    <a:latin typeface="Noto Sans JP" pitchFamily="34" charset="0"/>
                    <a:ea typeface="Noto Sans JP" pitchFamily="34" charset="-122"/>
                    <a:cs typeface="Noto Sans JP" pitchFamily="34" charset="-120"/>
                  </a:rPr>
                  <a:t> 対 Bの反撃</a:t>
                </a:r>
                <a:endParaRPr lang="en-US" sz="1800" dirty="0"/>
              </a:p>
            </p:txBody>
          </p:sp>
          <p:sp>
            <p:nvSpPr>
              <p:cNvPr id="7" name="Text 5">
                <a:extLst>
                  <a:ext uri="{FF2B5EF4-FFF2-40B4-BE49-F238E27FC236}">
                    <a16:creationId xmlns:a16="http://schemas.microsoft.com/office/drawing/2014/main" id="{7297C0D6-9D03-7356-B4B1-5264B2FCDDF5}"/>
                  </a:ext>
                </a:extLst>
              </p:cNvPr>
              <p:cNvSpPr/>
              <p:nvPr/>
            </p:nvSpPr>
            <p:spPr>
              <a:xfrm>
                <a:off x="3391644" y="1963373"/>
                <a:ext cx="2159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A0028"/>
                    </a:solidFill>
                    <a:latin typeface="Noto Sans JP" pitchFamily="34" charset="0"/>
                    <a:ea typeface="Noto Sans JP" pitchFamily="34" charset="-122"/>
                    <a:cs typeface="Noto Sans JP" pitchFamily="34" charset="-120"/>
                  </a:rPr>
                  <a:t>対</a:t>
                </a:r>
                <a:endParaRPr lang="en-US" sz="1300" dirty="0"/>
              </a:p>
            </p:txBody>
          </p:sp>
          <p:sp>
            <p:nvSpPr>
              <p:cNvPr id="8" name="Text 6">
                <a:extLst>
                  <a:ext uri="{FF2B5EF4-FFF2-40B4-BE49-F238E27FC236}">
                    <a16:creationId xmlns:a16="http://schemas.microsoft.com/office/drawing/2014/main" id="{EFB40A4C-48A2-8D3C-0DF6-0FAF6DB62772}"/>
                  </a:ext>
                </a:extLst>
              </p:cNvPr>
              <p:cNvSpPr/>
              <p:nvPr/>
            </p:nvSpPr>
            <p:spPr>
              <a:xfrm>
                <a:off x="3658344" y="1925273"/>
                <a:ext cx="1685280"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B:反撃 </a:t>
                </a:r>
                <a:r>
                  <a:rPr lang="ja-JP" altLang="en-US" sz="1300" b="1" dirty="0">
                    <a:solidFill>
                      <a:srgbClr val="0A0028"/>
                    </a:solidFill>
                    <a:latin typeface="Noto Sans JP" pitchFamily="34" charset="0"/>
                    <a:ea typeface="Noto Sans JP" pitchFamily="34" charset="-122"/>
                    <a:cs typeface="Noto Sans JP" pitchFamily="34" charset="-120"/>
                  </a:rPr>
                  <a:t>刺突</a:t>
                </a:r>
                <a:r>
                  <a:rPr lang="en-US" altLang="ja-JP" sz="1300" b="1" dirty="0">
                    <a:solidFill>
                      <a:srgbClr val="0A0028"/>
                    </a:solidFill>
                    <a:latin typeface="Noto Sans JP" pitchFamily="34" charset="0"/>
                    <a:ea typeface="Noto Sans JP" pitchFamily="34" charset="-122"/>
                    <a:cs typeface="Noto Sans JP" pitchFamily="34" charset="-120"/>
                  </a:rPr>
                  <a:t>×2</a:t>
                </a:r>
                <a:endParaRPr lang="en-US" sz="1300" dirty="0"/>
              </a:p>
            </p:txBody>
          </p:sp>
          <p:sp>
            <p:nvSpPr>
              <p:cNvPr id="9" name="Text 7">
                <a:extLst>
                  <a:ext uri="{FF2B5EF4-FFF2-40B4-BE49-F238E27FC236}">
                    <a16:creationId xmlns:a16="http://schemas.microsoft.com/office/drawing/2014/main" id="{FFAA10D7-2358-5ECB-83AB-78E84EA0146A}"/>
                  </a:ext>
                </a:extLst>
              </p:cNvPr>
              <p:cNvSpPr/>
              <p:nvPr/>
            </p:nvSpPr>
            <p:spPr>
              <a:xfrm>
                <a:off x="1040507" y="3185548"/>
                <a:ext cx="10241856" cy="1048881"/>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A0028"/>
                    </a:solidFill>
                    <a:latin typeface="Noto Sans JP" pitchFamily="34" charset="0"/>
                    <a:ea typeface="Noto Sans JP" pitchFamily="34" charset="-122"/>
                    <a:cs typeface="Noto Sans JP" pitchFamily="34" charset="-120"/>
                  </a:rPr>
                  <a:t>B</a:t>
                </a:r>
                <a:r>
                  <a:rPr lang="ja-JP" altLang="en-US" sz="1300" dirty="0">
                    <a:solidFill>
                      <a:srgbClr val="0A0028"/>
                    </a:solidFill>
                    <a:latin typeface="Noto Sans JP" pitchFamily="34" charset="0"/>
                    <a:ea typeface="Noto Sans JP" pitchFamily="34" charset="-122"/>
                    <a:cs typeface="Noto Sans JP" pitchFamily="34" charset="-120"/>
                  </a:rPr>
                  <a:t>は</a:t>
                </a:r>
                <a:r>
                  <a:rPr lang="en-US" altLang="ja-JP" sz="1300" dirty="0">
                    <a:solidFill>
                      <a:srgbClr val="0A0028"/>
                    </a:solidFill>
                    <a:latin typeface="Noto Sans JP" pitchFamily="34" charset="0"/>
                    <a:ea typeface="Noto Sans JP" pitchFamily="34" charset="-122"/>
                    <a:cs typeface="Noto Sans JP" pitchFamily="34" charset="-120"/>
                  </a:rPr>
                  <a:t>A</a:t>
                </a:r>
                <a:r>
                  <a:rPr lang="ja-JP" altLang="en-US" sz="1300" dirty="0">
                    <a:solidFill>
                      <a:srgbClr val="0A0028"/>
                    </a:solidFill>
                    <a:latin typeface="Noto Sans JP" pitchFamily="34" charset="0"/>
                    <a:ea typeface="Noto Sans JP" pitchFamily="34" charset="-122"/>
                    <a:cs typeface="Noto Sans JP" pitchFamily="34" charset="-120"/>
                  </a:rPr>
                  <a:t>のカードを「キック」と読んで、タメ攻撃の「反撃」を行った。</a:t>
                </a:r>
                <a:r>
                  <a:rPr lang="en-US" altLang="ja-JP" sz="1300" dirty="0">
                    <a:solidFill>
                      <a:srgbClr val="0A0028"/>
                    </a:solidFill>
                    <a:latin typeface="Noto Sans JP" pitchFamily="34" charset="0"/>
                    <a:ea typeface="Noto Sans JP" pitchFamily="34" charset="-122"/>
                    <a:cs typeface="Noto Sans JP" pitchFamily="34" charset="-120"/>
                  </a:rPr>
                  <a:t>A</a:t>
                </a:r>
                <a:r>
                  <a:rPr lang="ja-JP" altLang="en-US" sz="1300" dirty="0">
                    <a:solidFill>
                      <a:srgbClr val="0A0028"/>
                    </a:solidFill>
                    <a:latin typeface="Noto Sans JP" pitchFamily="34" charset="0"/>
                    <a:ea typeface="Noto Sans JP" pitchFamily="34" charset="-122"/>
                    <a:cs typeface="Noto Sans JP" pitchFamily="34" charset="-120"/>
                  </a:rPr>
                  <a:t>はまずいと思ったが行動をすでに選択しているため行動を変更することはできない。</a:t>
                </a:r>
                <a:endParaRPr lang="en-US" sz="1300" dirty="0">
                  <a:solidFill>
                    <a:srgbClr val="0A0028"/>
                  </a:solidFill>
                  <a:latin typeface="Noto Sans JP" pitchFamily="34" charset="0"/>
                  <a:ea typeface="Noto Sans JP" pitchFamily="34" charset="-122"/>
                  <a:cs typeface="Noto Sans JP" pitchFamily="34" charset="-120"/>
                </a:endParaRPr>
              </a:p>
              <a:p>
                <a:pPr marL="0" indent="0" algn="l">
                  <a:lnSpc>
                    <a:spcPts val="1950"/>
                  </a:lnSpc>
                  <a:buNone/>
                </a:pPr>
                <a:r>
                  <a:rPr lang="en-US" sz="1300" dirty="0" err="1">
                    <a:solidFill>
                      <a:srgbClr val="0A0028"/>
                    </a:solidFill>
                    <a:latin typeface="Noto Sans JP" pitchFamily="34" charset="0"/>
                    <a:ea typeface="Noto Sans JP" pitchFamily="34" charset="-122"/>
                    <a:cs typeface="Noto Sans JP" pitchFamily="34" charset="-120"/>
                  </a:rPr>
                  <a:t>結果</a:t>
                </a:r>
                <a:r>
                  <a:rPr lang="ja-JP" altLang="en-US" sz="1300" dirty="0">
                    <a:solidFill>
                      <a:srgbClr val="0A0028"/>
                    </a:solidFill>
                    <a:latin typeface="Noto Sans JP" pitchFamily="34" charset="0"/>
                    <a:ea typeface="Noto Sans JP" pitchFamily="34" charset="-122"/>
                    <a:cs typeface="Noto Sans JP" pitchFamily="34" charset="-120"/>
                  </a:rPr>
                  <a:t>：</a:t>
                </a:r>
                <a:r>
                  <a:rPr lang="en-US" sz="1300" dirty="0">
                    <a:solidFill>
                      <a:srgbClr val="0A0028"/>
                    </a:solidFill>
                    <a:latin typeface="Noto Sans JP" pitchFamily="34" charset="0"/>
                    <a:ea typeface="Noto Sans JP" pitchFamily="34" charset="-122"/>
                    <a:cs typeface="Noto Sans JP" pitchFamily="34" charset="-120"/>
                  </a:rPr>
                  <a:t>A</a:t>
                </a:r>
                <a:r>
                  <a:rPr lang="ja-JP" altLang="en-US" sz="1300" dirty="0">
                    <a:solidFill>
                      <a:srgbClr val="0A0028"/>
                    </a:solidFill>
                    <a:latin typeface="Noto Sans JP" pitchFamily="34" charset="0"/>
                    <a:ea typeface="Noto Sans JP" pitchFamily="34" charset="-122"/>
                    <a:cs typeface="Noto Sans JP" pitchFamily="34" charset="-120"/>
                  </a:rPr>
                  <a:t>のガードは、反撃の</a:t>
                </a:r>
                <a:r>
                  <a:rPr lang="en-US" altLang="ja-JP" sz="1300" dirty="0">
                    <a:solidFill>
                      <a:srgbClr val="0A0028"/>
                    </a:solidFill>
                    <a:latin typeface="Noto Sans JP" pitchFamily="34" charset="0"/>
                    <a:ea typeface="Noto Sans JP" pitchFamily="34" charset="-122"/>
                    <a:cs typeface="Noto Sans JP" pitchFamily="34" charset="-120"/>
                  </a:rPr>
                  <a:t>2</a:t>
                </a:r>
                <a:r>
                  <a:rPr lang="ja-JP" altLang="en-US" sz="1300" dirty="0">
                    <a:solidFill>
                      <a:srgbClr val="0A0028"/>
                    </a:solidFill>
                    <a:latin typeface="Noto Sans JP" pitchFamily="34" charset="0"/>
                    <a:ea typeface="Noto Sans JP" pitchFamily="34" charset="-122"/>
                    <a:cs typeface="Noto Sans JP" pitchFamily="34" charset="-120"/>
                  </a:rPr>
                  <a:t>枚より</a:t>
                </a:r>
                <a:r>
                  <a:rPr lang="en-US" altLang="ja-JP" sz="1300" b="1" dirty="0">
                    <a:solidFill>
                      <a:srgbClr val="0A0028"/>
                    </a:solidFill>
                    <a:latin typeface="Noto Sans JP" pitchFamily="34" charset="0"/>
                    <a:ea typeface="Noto Sans JP" pitchFamily="34" charset="-122"/>
                    <a:cs typeface="Noto Sans JP" pitchFamily="34" charset="-120"/>
                  </a:rPr>
                  <a:t>1</a:t>
                </a:r>
                <a:r>
                  <a:rPr lang="ja-JP" altLang="en-US" sz="1300" b="1" dirty="0">
                    <a:solidFill>
                      <a:srgbClr val="0A0028"/>
                    </a:solidFill>
                    <a:latin typeface="Noto Sans JP" pitchFamily="34" charset="0"/>
                    <a:ea typeface="Noto Sans JP" pitchFamily="34" charset="-122"/>
                    <a:cs typeface="Noto Sans JP" pitchFamily="34" charset="-120"/>
                  </a:rPr>
                  <a:t>枚少ない</a:t>
                </a:r>
                <a:r>
                  <a:rPr lang="ja-JP" altLang="en-US" sz="1300" dirty="0">
                    <a:solidFill>
                      <a:srgbClr val="0A0028"/>
                    </a:solidFill>
                    <a:latin typeface="Noto Sans JP" pitchFamily="34" charset="0"/>
                    <a:ea typeface="Noto Sans JP" pitchFamily="34" charset="-122"/>
                    <a:cs typeface="Noto Sans JP" pitchFamily="34" charset="-120"/>
                  </a:rPr>
                  <a:t>ため、追加で</a:t>
                </a:r>
                <a:r>
                  <a:rPr lang="en-US" altLang="ja-JP" sz="1300" b="1" dirty="0">
                    <a:solidFill>
                      <a:srgbClr val="0A0028"/>
                    </a:solidFill>
                    <a:latin typeface="Noto Sans JP" pitchFamily="34" charset="0"/>
                    <a:ea typeface="Noto Sans JP" pitchFamily="34" charset="-122"/>
                    <a:cs typeface="Noto Sans JP" pitchFamily="34" charset="-120"/>
                  </a:rPr>
                  <a:t>1(</a:t>
                </a:r>
                <a:r>
                  <a:rPr lang="ja-JP" altLang="en-US" sz="1300" b="1" dirty="0">
                    <a:solidFill>
                      <a:srgbClr val="0A0028"/>
                    </a:solidFill>
                    <a:latin typeface="Noto Sans JP" pitchFamily="34" charset="0"/>
                    <a:ea typeface="Noto Sans JP" pitchFamily="34" charset="-122"/>
                    <a:cs typeface="Noto Sans JP" pitchFamily="34" charset="-120"/>
                  </a:rPr>
                  <a:t>不足分</a:t>
                </a:r>
                <a:r>
                  <a:rPr lang="en-US" altLang="ja-JP" sz="1300" b="1" dirty="0">
                    <a:solidFill>
                      <a:srgbClr val="0A0028"/>
                    </a:solidFill>
                    <a:latin typeface="Noto Sans JP" pitchFamily="34" charset="0"/>
                    <a:ea typeface="Noto Sans JP" pitchFamily="34" charset="-122"/>
                    <a:cs typeface="Noto Sans JP" pitchFamily="34" charset="-120"/>
                  </a:rPr>
                  <a:t>)+1</a:t>
                </a:r>
                <a:r>
                  <a:rPr lang="ja-JP" altLang="en-US" sz="1300" b="1" dirty="0">
                    <a:solidFill>
                      <a:srgbClr val="0A0028"/>
                    </a:solidFill>
                    <a:latin typeface="Noto Sans JP" pitchFamily="34" charset="0"/>
                    <a:ea typeface="Noto Sans JP" pitchFamily="34" charset="-122"/>
                    <a:cs typeface="Noto Sans JP" pitchFamily="34" charset="-120"/>
                  </a:rPr>
                  <a:t>枚</a:t>
                </a:r>
                <a:r>
                  <a:rPr lang="ja-JP" altLang="en-US" sz="1300" dirty="0">
                    <a:solidFill>
                      <a:srgbClr val="0A0028"/>
                    </a:solidFill>
                    <a:latin typeface="Noto Sans JP" pitchFamily="34" charset="0"/>
                    <a:ea typeface="Noto Sans JP" pitchFamily="34" charset="-122"/>
                    <a:cs typeface="Noto Sans JP" pitchFamily="34" charset="-120"/>
                  </a:rPr>
                  <a:t>の計</a:t>
                </a:r>
                <a:r>
                  <a:rPr lang="en-US" altLang="ja-JP" sz="1300" dirty="0">
                    <a:solidFill>
                      <a:srgbClr val="0A0028"/>
                    </a:solidFill>
                    <a:latin typeface="Noto Sans JP" pitchFamily="34" charset="0"/>
                    <a:ea typeface="Noto Sans JP" pitchFamily="34" charset="-122"/>
                    <a:cs typeface="Noto Sans JP" pitchFamily="34" charset="-120"/>
                  </a:rPr>
                  <a:t>2</a:t>
                </a:r>
                <a:r>
                  <a:rPr lang="ja-JP" altLang="en-US" sz="1300" dirty="0">
                    <a:solidFill>
                      <a:srgbClr val="0A0028"/>
                    </a:solidFill>
                    <a:latin typeface="Noto Sans JP" pitchFamily="34" charset="0"/>
                    <a:ea typeface="Noto Sans JP" pitchFamily="34" charset="-122"/>
                    <a:cs typeface="Noto Sans JP" pitchFamily="34" charset="-120"/>
                  </a:rPr>
                  <a:t>枚を</a:t>
                </a:r>
                <a:r>
                  <a:rPr lang="ja-JP" altLang="en-US" sz="1300" b="1" dirty="0">
                    <a:solidFill>
                      <a:srgbClr val="0A0028"/>
                    </a:solidFill>
                    <a:latin typeface="Noto Sans JP" pitchFamily="34" charset="0"/>
                    <a:ea typeface="Noto Sans JP" pitchFamily="34" charset="-122"/>
                    <a:cs typeface="Noto Sans JP" pitchFamily="34" charset="-120"/>
                  </a:rPr>
                  <a:t>自分の手札から選んで</a:t>
                </a:r>
                <a:r>
                  <a:rPr lang="ja-JP" altLang="en-US" sz="1300" dirty="0">
                    <a:solidFill>
                      <a:srgbClr val="0A0028"/>
                    </a:solidFill>
                    <a:latin typeface="Noto Sans JP" pitchFamily="34" charset="0"/>
                    <a:ea typeface="Noto Sans JP" pitchFamily="34" charset="-122"/>
                    <a:cs typeface="Noto Sans JP" pitchFamily="34" charset="-120"/>
                  </a:rPr>
                  <a:t>捨てなければならない。</a:t>
                </a:r>
                <a:endParaRPr lang="en-US" altLang="ja-JP" sz="1300" dirty="0">
                  <a:solidFill>
                    <a:srgbClr val="0A0028"/>
                  </a:solidFill>
                  <a:latin typeface="Noto Sans JP" pitchFamily="34" charset="0"/>
                  <a:ea typeface="Noto Sans JP" pitchFamily="34" charset="-122"/>
                  <a:cs typeface="Noto Sans JP" pitchFamily="34" charset="-120"/>
                </a:endParaRPr>
              </a:p>
              <a:p>
                <a:pPr marL="0" indent="0" algn="l">
                  <a:lnSpc>
                    <a:spcPts val="1950"/>
                  </a:lnSpc>
                  <a:buNone/>
                </a:pPr>
                <a:r>
                  <a:rPr lang="ja-JP" altLang="en-US" sz="1300" dirty="0">
                    <a:solidFill>
                      <a:srgbClr val="0A0028"/>
                    </a:solidFill>
                    <a:latin typeface="Noto Sans JP" pitchFamily="34" charset="0"/>
                    <a:ea typeface="Noto Sans JP" pitchFamily="34" charset="-122"/>
                  </a:rPr>
                  <a:t>　　　</a:t>
                </a:r>
                <a:r>
                  <a:rPr lang="en-US" sz="1300" dirty="0">
                    <a:solidFill>
                      <a:srgbClr val="0A0028"/>
                    </a:solidFill>
                    <a:latin typeface="Noto Sans JP" pitchFamily="34" charset="0"/>
                    <a:ea typeface="Noto Sans JP" pitchFamily="34" charset="-122"/>
                  </a:rPr>
                  <a:t>A</a:t>
                </a:r>
                <a:r>
                  <a:rPr lang="ja-JP" altLang="en-US" sz="1300" dirty="0">
                    <a:solidFill>
                      <a:srgbClr val="0A0028"/>
                    </a:solidFill>
                    <a:latin typeface="Noto Sans JP" pitchFamily="34" charset="0"/>
                    <a:ea typeface="Noto Sans JP" pitchFamily="34" charset="-122"/>
                  </a:rPr>
                  <a:t>は</a:t>
                </a:r>
                <a:r>
                  <a:rPr lang="ja-JP" altLang="en-US" sz="1300" b="1" dirty="0">
                    <a:solidFill>
                      <a:srgbClr val="0A0028"/>
                    </a:solidFill>
                    <a:latin typeface="Noto Sans JP" pitchFamily="34" charset="0"/>
                    <a:ea typeface="Noto Sans JP" pitchFamily="34" charset="-122"/>
                  </a:rPr>
                  <a:t>「キック」</a:t>
                </a:r>
                <a:r>
                  <a:rPr lang="ja-JP" altLang="en-US" sz="1300" dirty="0">
                    <a:solidFill>
                      <a:srgbClr val="0A0028"/>
                    </a:solidFill>
                    <a:latin typeface="Noto Sans JP" pitchFamily="34" charset="0"/>
                    <a:ea typeface="Noto Sans JP" pitchFamily="34" charset="-122"/>
                  </a:rPr>
                  <a:t>と</a:t>
                </a:r>
                <a:r>
                  <a:rPr lang="ja-JP" altLang="en-US" sz="1300" b="1" dirty="0">
                    <a:solidFill>
                      <a:srgbClr val="0A0028"/>
                    </a:solidFill>
                    <a:latin typeface="Noto Sans JP" pitchFamily="34" charset="0"/>
                    <a:ea typeface="Noto Sans JP" pitchFamily="34" charset="-122"/>
                  </a:rPr>
                  <a:t>「押しのけ」</a:t>
                </a:r>
                <a:r>
                  <a:rPr lang="ja-JP" altLang="en-US" sz="1300" dirty="0">
                    <a:solidFill>
                      <a:srgbClr val="0A0028"/>
                    </a:solidFill>
                    <a:latin typeface="Noto Sans JP" pitchFamily="34" charset="0"/>
                    <a:ea typeface="Noto Sans JP" pitchFamily="34" charset="-122"/>
                  </a:rPr>
                  <a:t>を捨てることにした。</a:t>
                </a:r>
                <a:endParaRPr lang="en-US" sz="1300" dirty="0"/>
              </a:p>
            </p:txBody>
          </p:sp>
        </p:grpSp>
        <p:pic>
          <p:nvPicPr>
            <p:cNvPr id="20" name="図 19">
              <a:extLst>
                <a:ext uri="{FF2B5EF4-FFF2-40B4-BE49-F238E27FC236}">
                  <a16:creationId xmlns:a16="http://schemas.microsoft.com/office/drawing/2014/main" id="{B9AFD121-43DB-63F7-9337-2FF53E2850A8}"/>
                </a:ext>
              </a:extLst>
            </p:cNvPr>
            <p:cNvPicPr>
              <a:picLocks noChangeAspect="1"/>
            </p:cNvPicPr>
            <p:nvPr/>
          </p:nvPicPr>
          <p:blipFill>
            <a:blip r:embed="rId3"/>
            <a:stretch>
              <a:fillRect/>
            </a:stretch>
          </p:blipFill>
          <p:spPr>
            <a:xfrm rot="5400000">
              <a:off x="1867543" y="2320271"/>
              <a:ext cx="607271" cy="732913"/>
            </a:xfrm>
            <a:prstGeom prst="rect">
              <a:avLst/>
            </a:prstGeom>
          </p:spPr>
        </p:pic>
        <p:grpSp>
          <p:nvGrpSpPr>
            <p:cNvPr id="52" name="グループ化 51">
              <a:extLst>
                <a:ext uri="{FF2B5EF4-FFF2-40B4-BE49-F238E27FC236}">
                  <a16:creationId xmlns:a16="http://schemas.microsoft.com/office/drawing/2014/main" id="{02EE99D4-4BBF-9B4A-DD0E-075514BB821E}"/>
                </a:ext>
              </a:extLst>
            </p:cNvPr>
            <p:cNvGrpSpPr/>
            <p:nvPr/>
          </p:nvGrpSpPr>
          <p:grpSpPr>
            <a:xfrm>
              <a:off x="5528469" y="2398695"/>
              <a:ext cx="5385864" cy="307330"/>
              <a:chOff x="812800" y="2250380"/>
              <a:chExt cx="5385864" cy="307330"/>
            </a:xfrm>
          </p:grpSpPr>
          <p:sp>
            <p:nvSpPr>
              <p:cNvPr id="53" name="Text 8">
                <a:extLst>
                  <a:ext uri="{FF2B5EF4-FFF2-40B4-BE49-F238E27FC236}">
                    <a16:creationId xmlns:a16="http://schemas.microsoft.com/office/drawing/2014/main" id="{7826A34A-19B6-6E26-9DFF-517F007A7D00}"/>
                  </a:ext>
                </a:extLst>
              </p:cNvPr>
              <p:cNvSpPr/>
              <p:nvPr/>
            </p:nvSpPr>
            <p:spPr>
              <a:xfrm>
                <a:off x="812800" y="228848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Bの手札</a:t>
                </a:r>
                <a:endParaRPr lang="en-US" sz="1300" dirty="0"/>
              </a:p>
            </p:txBody>
          </p:sp>
          <p:sp>
            <p:nvSpPr>
              <p:cNvPr id="54" name="Text 9">
                <a:extLst>
                  <a:ext uri="{FF2B5EF4-FFF2-40B4-BE49-F238E27FC236}">
                    <a16:creationId xmlns:a16="http://schemas.microsoft.com/office/drawing/2014/main" id="{331A5BDF-A0D7-B869-BADA-95EF1838C50F}"/>
                  </a:ext>
                </a:extLst>
              </p:cNvPr>
              <p:cNvSpPr/>
              <p:nvPr/>
            </p:nvSpPr>
            <p:spPr>
              <a:xfrm>
                <a:off x="1866900" y="2250380"/>
                <a:ext cx="11515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55" name="Text 10">
                <a:extLst>
                  <a:ext uri="{FF2B5EF4-FFF2-40B4-BE49-F238E27FC236}">
                    <a16:creationId xmlns:a16="http://schemas.microsoft.com/office/drawing/2014/main" id="{F5CCD9EA-7782-6587-8422-1DB2150159A5}"/>
                  </a:ext>
                </a:extLst>
              </p:cNvPr>
              <p:cNvSpPr/>
              <p:nvPr/>
            </p:nvSpPr>
            <p:spPr>
              <a:xfrm>
                <a:off x="3120033" y="2250380"/>
                <a:ext cx="8213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56" name="Text 11">
                <a:extLst>
                  <a:ext uri="{FF2B5EF4-FFF2-40B4-BE49-F238E27FC236}">
                    <a16:creationId xmlns:a16="http://schemas.microsoft.com/office/drawing/2014/main" id="{0ECB1E98-8DFA-3D4B-E7F3-2F1FEC7EF9D8}"/>
                  </a:ext>
                </a:extLst>
              </p:cNvPr>
              <p:cNvSpPr/>
              <p:nvPr/>
            </p:nvSpPr>
            <p:spPr>
              <a:xfrm>
                <a:off x="4042967" y="2250380"/>
                <a:ext cx="1124062"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57" name="Text 12">
                <a:extLst>
                  <a:ext uri="{FF2B5EF4-FFF2-40B4-BE49-F238E27FC236}">
                    <a16:creationId xmlns:a16="http://schemas.microsoft.com/office/drawing/2014/main" id="{1E4B4B7E-1C77-A19C-641B-AEDAEC43081F}"/>
                  </a:ext>
                </a:extLst>
              </p:cNvPr>
              <p:cNvSpPr/>
              <p:nvPr/>
            </p:nvSpPr>
            <p:spPr>
              <a:xfrm>
                <a:off x="5212231" y="2250380"/>
                <a:ext cx="986433" cy="307330"/>
              </a:xfrm>
              <a:prstGeom prst="roundRect">
                <a:avLst>
                  <a:gd name="adj" fmla="val 16529"/>
                </a:avLst>
              </a:prstGeom>
              <a:solidFill>
                <a:srgbClr val="A8E89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キック</a:t>
                </a:r>
                <a:r>
                  <a:rPr lang="en-US" sz="1300" b="1" u="sng" dirty="0">
                    <a:solidFill>
                      <a:srgbClr val="0A0028"/>
                    </a:solidFill>
                    <a:latin typeface="Noto Sans JP" pitchFamily="34" charset="0"/>
                    <a:ea typeface="Noto Sans JP" pitchFamily="34" charset="-122"/>
                    <a:cs typeface="Noto Sans JP" pitchFamily="34" charset="-120"/>
                  </a:rPr>
                  <a:t>×1</a:t>
                </a:r>
                <a:endParaRPr lang="en-US" sz="1300" u="sng" dirty="0"/>
              </a:p>
            </p:txBody>
          </p:sp>
        </p:grpSp>
        <p:grpSp>
          <p:nvGrpSpPr>
            <p:cNvPr id="58" name="グループ化 57">
              <a:extLst>
                <a:ext uri="{FF2B5EF4-FFF2-40B4-BE49-F238E27FC236}">
                  <a16:creationId xmlns:a16="http://schemas.microsoft.com/office/drawing/2014/main" id="{C64C872D-2391-9F7E-B525-DB09DB1C03CA}"/>
                </a:ext>
              </a:extLst>
            </p:cNvPr>
            <p:cNvGrpSpPr/>
            <p:nvPr/>
          </p:nvGrpSpPr>
          <p:grpSpPr>
            <a:xfrm>
              <a:off x="5528469" y="1541630"/>
              <a:ext cx="5634831" cy="691019"/>
              <a:chOff x="812800" y="1803350"/>
              <a:chExt cx="5634831" cy="691019"/>
            </a:xfrm>
          </p:grpSpPr>
          <p:grpSp>
            <p:nvGrpSpPr>
              <p:cNvPr id="59" name="グループ化 58">
                <a:extLst>
                  <a:ext uri="{FF2B5EF4-FFF2-40B4-BE49-F238E27FC236}">
                    <a16:creationId xmlns:a16="http://schemas.microsoft.com/office/drawing/2014/main" id="{FD26CEB9-FB99-DD0C-1979-0D4FED57E5E7}"/>
                  </a:ext>
                </a:extLst>
              </p:cNvPr>
              <p:cNvGrpSpPr/>
              <p:nvPr/>
            </p:nvGrpSpPr>
            <p:grpSpPr>
              <a:xfrm>
                <a:off x="812800" y="1803350"/>
                <a:ext cx="5634831" cy="307330"/>
                <a:chOff x="812800" y="1803350"/>
                <a:chExt cx="5634831" cy="307330"/>
              </a:xfrm>
            </p:grpSpPr>
            <p:sp>
              <p:nvSpPr>
                <p:cNvPr id="61" name="Text 3">
                  <a:extLst>
                    <a:ext uri="{FF2B5EF4-FFF2-40B4-BE49-F238E27FC236}">
                      <a16:creationId xmlns:a16="http://schemas.microsoft.com/office/drawing/2014/main" id="{67628045-6880-FCD4-5488-F95F49F73F34}"/>
                    </a:ext>
                  </a:extLst>
                </p:cNvPr>
                <p:cNvSpPr/>
                <p:nvPr/>
              </p:nvSpPr>
              <p:spPr>
                <a:xfrm>
                  <a:off x="812800" y="184145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sp>
              <p:nvSpPr>
                <p:cNvPr id="62" name="Text 4">
                  <a:extLst>
                    <a:ext uri="{FF2B5EF4-FFF2-40B4-BE49-F238E27FC236}">
                      <a16:creationId xmlns:a16="http://schemas.microsoft.com/office/drawing/2014/main" id="{64D35B35-FDFD-C48E-6A84-83FAF6B2326D}"/>
                    </a:ext>
                  </a:extLst>
                </p:cNvPr>
                <p:cNvSpPr/>
                <p:nvPr/>
              </p:nvSpPr>
              <p:spPr>
                <a:xfrm>
                  <a:off x="1866900" y="1803350"/>
                  <a:ext cx="13166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63" name="Text 5">
                  <a:extLst>
                    <a:ext uri="{FF2B5EF4-FFF2-40B4-BE49-F238E27FC236}">
                      <a16:creationId xmlns:a16="http://schemas.microsoft.com/office/drawing/2014/main" id="{64E09F1D-D38F-CC1C-320E-CA00C84984BF}"/>
                    </a:ext>
                  </a:extLst>
                </p:cNvPr>
                <p:cNvSpPr/>
                <p:nvPr/>
              </p:nvSpPr>
              <p:spPr>
                <a:xfrm>
                  <a:off x="3285133" y="1803350"/>
                  <a:ext cx="8213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刺突×1</a:t>
                  </a:r>
                  <a:endParaRPr lang="en-US" sz="1300" dirty="0"/>
                </a:p>
              </p:txBody>
            </p:sp>
            <p:sp>
              <p:nvSpPr>
                <p:cNvPr id="64" name="Text 6">
                  <a:extLst>
                    <a:ext uri="{FF2B5EF4-FFF2-40B4-BE49-F238E27FC236}">
                      <a16:creationId xmlns:a16="http://schemas.microsoft.com/office/drawing/2014/main" id="{4CBE0E17-994C-AAE6-0B9B-85BF6E43901D}"/>
                    </a:ext>
                  </a:extLst>
                </p:cNvPr>
                <p:cNvSpPr/>
                <p:nvPr/>
              </p:nvSpPr>
              <p:spPr>
                <a:xfrm>
                  <a:off x="4208066" y="1803350"/>
                  <a:ext cx="11515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65" name="Text 7">
                  <a:extLst>
                    <a:ext uri="{FF2B5EF4-FFF2-40B4-BE49-F238E27FC236}">
                      <a16:creationId xmlns:a16="http://schemas.microsoft.com/office/drawing/2014/main" id="{575BF026-2D14-57EC-F05F-A9CB1656DD21}"/>
                    </a:ext>
                  </a:extLst>
                </p:cNvPr>
                <p:cNvSpPr/>
                <p:nvPr/>
              </p:nvSpPr>
              <p:spPr>
                <a:xfrm>
                  <a:off x="5461198" y="1803350"/>
                  <a:ext cx="986433" cy="307330"/>
                </a:xfrm>
                <a:prstGeom prst="roundRect">
                  <a:avLst>
                    <a:gd name="adj" fmla="val 16529"/>
                  </a:avLst>
                </a:prstGeom>
                <a:solidFill>
                  <a:srgbClr val="A8E89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キック×2</a:t>
                  </a:r>
                  <a:endParaRPr lang="en-US" sz="1300" dirty="0"/>
                </a:p>
              </p:txBody>
            </p:sp>
          </p:grpSp>
          <p:sp>
            <p:nvSpPr>
              <p:cNvPr id="60" name="Text 7">
                <a:extLst>
                  <a:ext uri="{FF2B5EF4-FFF2-40B4-BE49-F238E27FC236}">
                    <a16:creationId xmlns:a16="http://schemas.microsoft.com/office/drawing/2014/main" id="{A4E810B5-9CF2-515E-3A8D-076FA1481191}"/>
                  </a:ext>
                </a:extLst>
              </p:cNvPr>
              <p:cNvSpPr/>
              <p:nvPr/>
            </p:nvSpPr>
            <p:spPr>
              <a:xfrm>
                <a:off x="1866900" y="2187039"/>
                <a:ext cx="1185070" cy="307330"/>
              </a:xfrm>
              <a:prstGeom prst="roundRect">
                <a:avLst>
                  <a:gd name="adj" fmla="val 16529"/>
                </a:avLst>
              </a:prstGeom>
              <a:solidFill>
                <a:schemeClr val="tx1">
                  <a:lumMod val="25000"/>
                  <a:lumOff val="75000"/>
                </a:schemeClr>
              </a:solidFill>
              <a:ln/>
            </p:spPr>
            <p:txBody>
              <a:bodyPr wrap="none" lIns="0" tIns="0" rIns="0" bIns="0" rtlCol="0" anchor="ctr">
                <a:normAutofit/>
              </a:bodyPr>
              <a:lstStyle/>
              <a:p>
                <a:pPr marL="0" indent="0" algn="ctr">
                  <a:lnSpc>
                    <a:spcPts val="1820"/>
                  </a:lnSpc>
                  <a:buNone/>
                </a:pPr>
                <a:r>
                  <a:rPr lang="ja-JP" altLang="en-US" sz="1300" b="1" dirty="0">
                    <a:solidFill>
                      <a:srgbClr val="0A0028"/>
                    </a:solidFill>
                    <a:latin typeface="Noto Sans JP" pitchFamily="34" charset="0"/>
                    <a:ea typeface="Noto Sans JP" pitchFamily="34" charset="-122"/>
                    <a:cs typeface="Noto Sans JP" pitchFamily="34" charset="-120"/>
                  </a:rPr>
                  <a:t>押しのけ</a:t>
                </a:r>
                <a:r>
                  <a:rPr lang="en-US" sz="1300" b="1" dirty="0">
                    <a:solidFill>
                      <a:srgbClr val="0A0028"/>
                    </a:solidFill>
                    <a:latin typeface="Noto Sans JP" pitchFamily="34" charset="0"/>
                    <a:ea typeface="Noto Sans JP" pitchFamily="34" charset="-122"/>
                    <a:cs typeface="Noto Sans JP" pitchFamily="34" charset="-120"/>
                  </a:rPr>
                  <a:t>×1</a:t>
                </a:r>
                <a:endParaRPr lang="en-US" sz="1300" dirty="0"/>
              </a:p>
            </p:txBody>
          </p:sp>
        </p:grpSp>
        <p:sp>
          <p:nvSpPr>
            <p:cNvPr id="67" name="Text 10">
              <a:extLst>
                <a:ext uri="{FF2B5EF4-FFF2-40B4-BE49-F238E27FC236}">
                  <a16:creationId xmlns:a16="http://schemas.microsoft.com/office/drawing/2014/main" id="{DF9A58ED-2A3E-C0B3-6A69-1EAA4898E2CE}"/>
                </a:ext>
              </a:extLst>
            </p:cNvPr>
            <p:cNvSpPr/>
            <p:nvPr/>
          </p:nvSpPr>
          <p:spPr>
            <a:xfrm>
              <a:off x="939800" y="1930703"/>
              <a:ext cx="2401044" cy="307330"/>
            </a:xfrm>
            <a:prstGeom prst="roundRect">
              <a:avLst>
                <a:gd name="adj" fmla="val 16529"/>
              </a:avLst>
            </a:prstGeom>
            <a:solidFill>
              <a:srgbClr val="E6E0A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A:ガード(</a:t>
              </a:r>
              <a:r>
                <a:rPr lang="ja-JP" altLang="en-US" sz="1300" b="1" dirty="0">
                  <a:solidFill>
                    <a:srgbClr val="0A0028"/>
                  </a:solidFill>
                  <a:latin typeface="Noto Sans JP" pitchFamily="34" charset="0"/>
                  <a:ea typeface="Noto Sans JP" pitchFamily="34" charset="-122"/>
                  <a:cs typeface="Noto Sans JP" pitchFamily="34" charset="-120"/>
                </a:rPr>
                <a:t>スイング</a:t>
              </a:r>
              <a:r>
                <a:rPr lang="en-US" sz="1300" b="1" dirty="0">
                  <a:solidFill>
                    <a:srgbClr val="0A0028"/>
                  </a:solidFill>
                  <a:latin typeface="Noto Sans JP" pitchFamily="34" charset="0"/>
                  <a:ea typeface="Noto Sans JP" pitchFamily="34" charset="-122"/>
                  <a:cs typeface="Noto Sans JP" pitchFamily="34" charset="-120"/>
                </a:rPr>
                <a:t>×1を横向き)</a:t>
              </a:r>
              <a:endParaRPr lang="en-US" sz="1300" dirty="0"/>
            </a:p>
          </p:txBody>
        </p:sp>
        <p:pic>
          <p:nvPicPr>
            <p:cNvPr id="69" name="図 68">
              <a:extLst>
                <a:ext uri="{FF2B5EF4-FFF2-40B4-BE49-F238E27FC236}">
                  <a16:creationId xmlns:a16="http://schemas.microsoft.com/office/drawing/2014/main" id="{E8ACA837-CC12-FEF0-53EF-DD5A47BF2E25}"/>
                </a:ext>
              </a:extLst>
            </p:cNvPr>
            <p:cNvPicPr>
              <a:picLocks noChangeAspect="1"/>
            </p:cNvPicPr>
            <p:nvPr/>
          </p:nvPicPr>
          <p:blipFill>
            <a:blip r:embed="rId4"/>
            <a:stretch>
              <a:fillRect/>
            </a:stretch>
          </p:blipFill>
          <p:spPr>
            <a:xfrm>
              <a:off x="3823908" y="2358502"/>
              <a:ext cx="607271" cy="732913"/>
            </a:xfrm>
            <a:prstGeom prst="rect">
              <a:avLst/>
            </a:prstGeom>
          </p:spPr>
        </p:pic>
        <p:pic>
          <p:nvPicPr>
            <p:cNvPr id="71" name="図 70">
              <a:extLst>
                <a:ext uri="{FF2B5EF4-FFF2-40B4-BE49-F238E27FC236}">
                  <a16:creationId xmlns:a16="http://schemas.microsoft.com/office/drawing/2014/main" id="{07E098C0-C25F-949D-5A3C-39182C75F01D}"/>
                </a:ext>
              </a:extLst>
            </p:cNvPr>
            <p:cNvPicPr>
              <a:picLocks noChangeAspect="1"/>
            </p:cNvPicPr>
            <p:nvPr/>
          </p:nvPicPr>
          <p:blipFill>
            <a:blip r:embed="rId4"/>
            <a:stretch>
              <a:fillRect/>
            </a:stretch>
          </p:blipFill>
          <p:spPr>
            <a:xfrm>
              <a:off x="4499861" y="2366664"/>
              <a:ext cx="607271" cy="732913"/>
            </a:xfrm>
            <a:prstGeom prst="rect">
              <a:avLst/>
            </a:prstGeom>
          </p:spPr>
        </p:pic>
      </p:grpSp>
      <p:sp>
        <p:nvSpPr>
          <p:cNvPr id="72" name="Text 1">
            <a:extLst>
              <a:ext uri="{FF2B5EF4-FFF2-40B4-BE49-F238E27FC236}">
                <a16:creationId xmlns:a16="http://schemas.microsoft.com/office/drawing/2014/main" id="{96C06A99-15EB-4589-7DFE-E304BC2ED067}"/>
              </a:ext>
            </a:extLst>
          </p:cNvPr>
          <p:cNvSpPr txBox="1">
            <a:spLocks/>
          </p:cNvSpPr>
          <p:nvPr/>
        </p:nvSpPr>
        <p:spPr>
          <a:xfrm>
            <a:off x="825500" y="3856581"/>
            <a:ext cx="10883392" cy="472430"/>
          </a:xfrm>
          <a:prstGeom prst="rect">
            <a:avLst/>
          </a:prstGeom>
          <a:noFill/>
          <a:ln/>
        </p:spPr>
        <p:txBody>
          <a:bodyPr wrap="square" lIns="0" tIns="0" rIns="0" bIns="0" rtlCol="0" anchor="t">
            <a:normAutofit/>
          </a:bodyPr>
          <a:lstStyle>
            <a:lvl1pPr marL="0" indent="0" algn="l" defTabSz="914400" rtl="0" eaLnBrk="1" latinLnBrk="0" hangingPunct="1">
              <a:lnSpc>
                <a:spcPct val="115000"/>
              </a:lnSpc>
              <a:spcBef>
                <a:spcPct val="0"/>
              </a:spcBef>
              <a:buNone/>
              <a:defRPr lang="en-US" sz="3200" kern="1200" dirty="0">
                <a:solidFill>
                  <a:srgbClr val="0A0028"/>
                </a:solidFill>
                <a:latin typeface="Noto Sans JP" pitchFamily="34" charset="0"/>
                <a:ea typeface="Noto Sans JP" pitchFamily="34" charset="-122"/>
                <a:cs typeface="Noto Sans JP" pitchFamily="34" charset="-120"/>
              </a:defRPr>
            </a:lvl1pPr>
          </a:lstStyle>
          <a:p>
            <a:pPr>
              <a:lnSpc>
                <a:spcPts val="3520"/>
              </a:lnSpc>
            </a:pPr>
            <a:r>
              <a:rPr lang="ja-JP" altLang="en-US" b="1" dirty="0"/>
              <a:t>行動</a:t>
            </a:r>
            <a:r>
              <a:rPr lang="en-US" altLang="ja-JP" b="1" dirty="0"/>
              <a:t>3:</a:t>
            </a:r>
            <a:r>
              <a:rPr lang="ja-JP" altLang="en-US" b="1" dirty="0"/>
              <a:t>キック 対 ガード</a:t>
            </a:r>
            <a:endParaRPr lang="ja-JP" altLang="en-US" dirty="0"/>
          </a:p>
        </p:txBody>
      </p:sp>
      <p:grpSp>
        <p:nvGrpSpPr>
          <p:cNvPr id="126" name="グループ化 125">
            <a:extLst>
              <a:ext uri="{FF2B5EF4-FFF2-40B4-BE49-F238E27FC236}">
                <a16:creationId xmlns:a16="http://schemas.microsoft.com/office/drawing/2014/main" id="{411671A0-1DBE-7818-F83B-B0B0A533D4FB}"/>
              </a:ext>
            </a:extLst>
          </p:cNvPr>
          <p:cNvGrpSpPr/>
          <p:nvPr/>
        </p:nvGrpSpPr>
        <p:grpSpPr>
          <a:xfrm>
            <a:off x="819150" y="4330247"/>
            <a:ext cx="10648188" cy="2461138"/>
            <a:chOff x="819150" y="4396863"/>
            <a:chExt cx="10648188" cy="2461138"/>
          </a:xfrm>
        </p:grpSpPr>
        <p:grpSp>
          <p:nvGrpSpPr>
            <p:cNvPr id="81" name="グループ化 80">
              <a:extLst>
                <a:ext uri="{FF2B5EF4-FFF2-40B4-BE49-F238E27FC236}">
                  <a16:creationId xmlns:a16="http://schemas.microsoft.com/office/drawing/2014/main" id="{ED2FF445-46BE-040F-3564-5F0622097DFD}"/>
                </a:ext>
              </a:extLst>
            </p:cNvPr>
            <p:cNvGrpSpPr/>
            <p:nvPr/>
          </p:nvGrpSpPr>
          <p:grpSpPr>
            <a:xfrm>
              <a:off x="819150" y="4396863"/>
              <a:ext cx="10648188" cy="2461138"/>
              <a:chOff x="819150" y="1403300"/>
              <a:chExt cx="10648188" cy="2461138"/>
            </a:xfrm>
          </p:grpSpPr>
          <p:grpSp>
            <p:nvGrpSpPr>
              <p:cNvPr id="82" name="グループ化 81">
                <a:extLst>
                  <a:ext uri="{FF2B5EF4-FFF2-40B4-BE49-F238E27FC236}">
                    <a16:creationId xmlns:a16="http://schemas.microsoft.com/office/drawing/2014/main" id="{6FE8F933-B983-57ED-FDD4-69AF7EC69A6C}"/>
                  </a:ext>
                </a:extLst>
              </p:cNvPr>
              <p:cNvGrpSpPr/>
              <p:nvPr/>
            </p:nvGrpSpPr>
            <p:grpSpPr>
              <a:xfrm>
                <a:off x="819150" y="1403300"/>
                <a:ext cx="10648188" cy="2461138"/>
                <a:chOff x="819150" y="1403300"/>
                <a:chExt cx="10648188" cy="2461138"/>
              </a:xfrm>
            </p:grpSpPr>
            <p:sp>
              <p:nvSpPr>
                <p:cNvPr id="117" name="Shape 2">
                  <a:extLst>
                    <a:ext uri="{FF2B5EF4-FFF2-40B4-BE49-F238E27FC236}">
                      <a16:creationId xmlns:a16="http://schemas.microsoft.com/office/drawing/2014/main" id="{02CCE3CE-03FA-4C8F-1C67-516D6DC81506}"/>
                    </a:ext>
                  </a:extLst>
                </p:cNvPr>
                <p:cNvSpPr/>
                <p:nvPr/>
              </p:nvSpPr>
              <p:spPr>
                <a:xfrm>
                  <a:off x="819150" y="1403300"/>
                  <a:ext cx="10553700" cy="2424468"/>
                </a:xfrm>
                <a:prstGeom prst="roundRect">
                  <a:avLst>
                    <a:gd name="adj" fmla="val 6800"/>
                  </a:avLst>
                </a:prstGeom>
                <a:solidFill>
                  <a:srgbClr val="FFFFFF"/>
                </a:solidFill>
                <a:ln w="12700">
                  <a:solidFill>
                    <a:srgbClr val="0A0028"/>
                  </a:solidFill>
                  <a:prstDash val="solid"/>
                </a:ln>
              </p:spPr>
              <p:txBody>
                <a:bodyPr/>
                <a:lstStyle/>
                <a:p>
                  <a:endParaRPr lang="ja-JP" altLang="en-US"/>
                </a:p>
              </p:txBody>
            </p:sp>
            <p:sp>
              <p:nvSpPr>
                <p:cNvPr id="118" name="Text 3">
                  <a:extLst>
                    <a:ext uri="{FF2B5EF4-FFF2-40B4-BE49-F238E27FC236}">
                      <a16:creationId xmlns:a16="http://schemas.microsoft.com/office/drawing/2014/main" id="{71340EDD-6CE2-DD66-FB72-33006AB12E24}"/>
                    </a:ext>
                  </a:extLst>
                </p:cNvPr>
                <p:cNvSpPr/>
                <p:nvPr/>
              </p:nvSpPr>
              <p:spPr>
                <a:xfrm>
                  <a:off x="1028700" y="1587450"/>
                  <a:ext cx="1043863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A0028"/>
                      </a:solidFill>
                      <a:latin typeface="Noto Sans JP" pitchFamily="34" charset="0"/>
                      <a:ea typeface="Noto Sans JP" pitchFamily="34" charset="-122"/>
                      <a:cs typeface="Noto Sans JP" pitchFamily="34" charset="-120"/>
                    </a:rPr>
                    <a:t>① </a:t>
                  </a:r>
                  <a:r>
                    <a:rPr lang="en-US" sz="1800" b="1" dirty="0" err="1">
                      <a:solidFill>
                        <a:srgbClr val="0A0028"/>
                      </a:solidFill>
                      <a:latin typeface="Noto Sans JP" pitchFamily="34" charset="0"/>
                      <a:ea typeface="Noto Sans JP" pitchFamily="34" charset="-122"/>
                      <a:cs typeface="Noto Sans JP" pitchFamily="34" charset="-120"/>
                    </a:rPr>
                    <a:t>Aの</a:t>
                  </a:r>
                  <a:r>
                    <a:rPr lang="ja-JP" altLang="en-US" b="1" dirty="0">
                      <a:solidFill>
                        <a:srgbClr val="0A0028"/>
                      </a:solidFill>
                      <a:latin typeface="Noto Sans JP" pitchFamily="34" charset="0"/>
                      <a:ea typeface="Noto Sans JP" pitchFamily="34" charset="-122"/>
                      <a:cs typeface="Noto Sans JP" pitchFamily="34" charset="-120"/>
                    </a:rPr>
                    <a:t>キック</a:t>
                  </a:r>
                  <a:r>
                    <a:rPr lang="en-US" sz="1800" b="1" dirty="0">
                      <a:solidFill>
                        <a:srgbClr val="0A0028"/>
                      </a:solidFill>
                      <a:latin typeface="Noto Sans JP" pitchFamily="34" charset="0"/>
                      <a:ea typeface="Noto Sans JP" pitchFamily="34" charset="-122"/>
                      <a:cs typeface="Noto Sans JP" pitchFamily="34" charset="-120"/>
                    </a:rPr>
                    <a:t> 対 </a:t>
                  </a:r>
                  <a:r>
                    <a:rPr lang="en-US" sz="1800" b="1" dirty="0" err="1">
                      <a:solidFill>
                        <a:srgbClr val="0A0028"/>
                      </a:solidFill>
                      <a:latin typeface="Noto Sans JP" pitchFamily="34" charset="0"/>
                      <a:ea typeface="Noto Sans JP" pitchFamily="34" charset="-122"/>
                      <a:cs typeface="Noto Sans JP" pitchFamily="34" charset="-120"/>
                    </a:rPr>
                    <a:t>Bの</a:t>
                  </a:r>
                  <a:r>
                    <a:rPr lang="ja-JP" altLang="en-US" sz="1800" b="1" dirty="0">
                      <a:solidFill>
                        <a:srgbClr val="0A0028"/>
                      </a:solidFill>
                      <a:latin typeface="Noto Sans JP" pitchFamily="34" charset="0"/>
                      <a:ea typeface="Noto Sans JP" pitchFamily="34" charset="-122"/>
                      <a:cs typeface="Noto Sans JP" pitchFamily="34" charset="-120"/>
                    </a:rPr>
                    <a:t>ガード</a:t>
                  </a:r>
                  <a:endParaRPr lang="en-US" sz="1800" b="1" dirty="0">
                    <a:solidFill>
                      <a:srgbClr val="0A0028"/>
                    </a:solidFill>
                    <a:latin typeface="Noto Sans JP" pitchFamily="34" charset="0"/>
                    <a:ea typeface="Noto Sans JP" pitchFamily="34" charset="-122"/>
                    <a:cs typeface="Noto Sans JP" pitchFamily="34" charset="-120"/>
                  </a:endParaRPr>
                </a:p>
              </p:txBody>
            </p:sp>
            <p:sp>
              <p:nvSpPr>
                <p:cNvPr id="119" name="Text 5">
                  <a:extLst>
                    <a:ext uri="{FF2B5EF4-FFF2-40B4-BE49-F238E27FC236}">
                      <a16:creationId xmlns:a16="http://schemas.microsoft.com/office/drawing/2014/main" id="{830C11F7-5F9D-4EFC-E5D9-473E4CCE54E9}"/>
                    </a:ext>
                  </a:extLst>
                </p:cNvPr>
                <p:cNvSpPr/>
                <p:nvPr/>
              </p:nvSpPr>
              <p:spPr>
                <a:xfrm>
                  <a:off x="2385955" y="1963373"/>
                  <a:ext cx="2159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A0028"/>
                      </a:solidFill>
                      <a:latin typeface="Noto Sans JP" pitchFamily="34" charset="0"/>
                      <a:ea typeface="Noto Sans JP" pitchFamily="34" charset="-122"/>
                      <a:cs typeface="Noto Sans JP" pitchFamily="34" charset="-120"/>
                    </a:rPr>
                    <a:t>対</a:t>
                  </a:r>
                  <a:endParaRPr lang="en-US" sz="1300" dirty="0"/>
                </a:p>
              </p:txBody>
            </p:sp>
            <p:sp>
              <p:nvSpPr>
                <p:cNvPr id="120" name="Text 6">
                  <a:extLst>
                    <a:ext uri="{FF2B5EF4-FFF2-40B4-BE49-F238E27FC236}">
                      <a16:creationId xmlns:a16="http://schemas.microsoft.com/office/drawing/2014/main" id="{6B75EE99-8A37-AE61-42A3-3274EB403644}"/>
                    </a:ext>
                  </a:extLst>
                </p:cNvPr>
                <p:cNvSpPr/>
                <p:nvPr/>
              </p:nvSpPr>
              <p:spPr>
                <a:xfrm>
                  <a:off x="1061492" y="1914395"/>
                  <a:ext cx="1255745"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A:</a:t>
                  </a:r>
                  <a:r>
                    <a:rPr lang="ja-JP" altLang="en-US" sz="1300" b="1" dirty="0">
                      <a:solidFill>
                        <a:srgbClr val="0A0028"/>
                      </a:solidFill>
                      <a:latin typeface="Noto Sans JP" pitchFamily="34" charset="0"/>
                      <a:ea typeface="Noto Sans JP" pitchFamily="34" charset="-122"/>
                      <a:cs typeface="Noto Sans JP" pitchFamily="34" charset="-120"/>
                    </a:rPr>
                    <a:t>キック</a:t>
                  </a:r>
                  <a:r>
                    <a:rPr lang="en-US" altLang="ja-JP" sz="1300" b="1" dirty="0">
                      <a:solidFill>
                        <a:srgbClr val="0A0028"/>
                      </a:solidFill>
                      <a:latin typeface="Noto Sans JP" pitchFamily="34" charset="0"/>
                      <a:ea typeface="Noto Sans JP" pitchFamily="34" charset="-122"/>
                      <a:cs typeface="Noto Sans JP" pitchFamily="34" charset="-120"/>
                    </a:rPr>
                    <a:t>×1</a:t>
                  </a:r>
                  <a:endParaRPr lang="en-US" sz="1300" dirty="0"/>
                </a:p>
              </p:txBody>
            </p:sp>
            <p:sp>
              <p:nvSpPr>
                <p:cNvPr id="121" name="Text 7">
                  <a:extLst>
                    <a:ext uri="{FF2B5EF4-FFF2-40B4-BE49-F238E27FC236}">
                      <a16:creationId xmlns:a16="http://schemas.microsoft.com/office/drawing/2014/main" id="{9CCEFC8F-B47F-9ADA-A0FB-565099564C18}"/>
                    </a:ext>
                  </a:extLst>
                </p:cNvPr>
                <p:cNvSpPr/>
                <p:nvPr/>
              </p:nvSpPr>
              <p:spPr>
                <a:xfrm>
                  <a:off x="1040507" y="2997822"/>
                  <a:ext cx="10241856" cy="866616"/>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A0028"/>
                      </a:solidFill>
                      <a:latin typeface="Noto Sans JP" pitchFamily="34" charset="0"/>
                      <a:ea typeface="Noto Sans JP" pitchFamily="34" charset="-122"/>
                      <a:cs typeface="Noto Sans JP" pitchFamily="34" charset="-120"/>
                    </a:rPr>
                    <a:t>B</a:t>
                  </a:r>
                  <a:r>
                    <a:rPr lang="ja-JP" altLang="en-US" sz="1300" dirty="0">
                      <a:solidFill>
                        <a:srgbClr val="0A0028"/>
                      </a:solidFill>
                      <a:latin typeface="Noto Sans JP" pitchFamily="34" charset="0"/>
                      <a:ea typeface="Noto Sans JP" pitchFamily="34" charset="-122"/>
                      <a:cs typeface="Noto Sans JP" pitchFamily="34" charset="-120"/>
                    </a:rPr>
                    <a:t>は</a:t>
                  </a:r>
                  <a:r>
                    <a:rPr lang="en-US" altLang="ja-JP" sz="1300" dirty="0">
                      <a:solidFill>
                        <a:srgbClr val="0A0028"/>
                      </a:solidFill>
                      <a:latin typeface="Noto Sans JP" pitchFamily="34" charset="0"/>
                      <a:ea typeface="Noto Sans JP" pitchFamily="34" charset="-122"/>
                      <a:cs typeface="Noto Sans JP" pitchFamily="34" charset="-120"/>
                    </a:rPr>
                    <a:t>A</a:t>
                  </a:r>
                  <a:r>
                    <a:rPr lang="ja-JP" altLang="en-US" sz="1300" dirty="0">
                      <a:solidFill>
                        <a:srgbClr val="0A0028"/>
                      </a:solidFill>
                      <a:latin typeface="Noto Sans JP" pitchFamily="34" charset="0"/>
                      <a:ea typeface="Noto Sans JP" pitchFamily="34" charset="-122"/>
                      <a:cs typeface="Noto Sans JP" pitchFamily="34" charset="-120"/>
                    </a:rPr>
                    <a:t>の手札には「キック」はないと読んで、「ガード」を選択した。</a:t>
                  </a:r>
                  <a:endParaRPr lang="en-US" sz="1300" dirty="0">
                    <a:solidFill>
                      <a:srgbClr val="0A0028"/>
                    </a:solidFill>
                    <a:latin typeface="Noto Sans JP" pitchFamily="34" charset="0"/>
                    <a:ea typeface="Noto Sans JP" pitchFamily="34" charset="-122"/>
                    <a:cs typeface="Noto Sans JP" pitchFamily="34" charset="-120"/>
                  </a:endParaRPr>
                </a:p>
                <a:p>
                  <a:pPr marL="0" indent="0" algn="l">
                    <a:lnSpc>
                      <a:spcPts val="1950"/>
                    </a:lnSpc>
                    <a:buNone/>
                  </a:pPr>
                  <a:r>
                    <a:rPr lang="en-US" sz="1300" dirty="0" err="1">
                      <a:solidFill>
                        <a:srgbClr val="0A0028"/>
                      </a:solidFill>
                      <a:latin typeface="Noto Sans JP" pitchFamily="34" charset="0"/>
                      <a:ea typeface="Noto Sans JP" pitchFamily="34" charset="-122"/>
                      <a:cs typeface="Noto Sans JP" pitchFamily="34" charset="-120"/>
                    </a:rPr>
                    <a:t>結果</a:t>
                  </a:r>
                  <a:r>
                    <a:rPr lang="ja-JP" altLang="en-US" sz="1300" dirty="0">
                      <a:solidFill>
                        <a:srgbClr val="0A0028"/>
                      </a:solidFill>
                      <a:latin typeface="Noto Sans JP" pitchFamily="34" charset="0"/>
                      <a:ea typeface="Noto Sans JP" pitchFamily="34" charset="-122"/>
                      <a:cs typeface="Noto Sans JP" pitchFamily="34" charset="-120"/>
                    </a:rPr>
                    <a:t>：</a:t>
                  </a:r>
                  <a:r>
                    <a:rPr lang="en-US" altLang="ja-JP" sz="1300" dirty="0">
                      <a:solidFill>
                        <a:srgbClr val="0A0028"/>
                      </a:solidFill>
                      <a:latin typeface="Noto Sans JP" pitchFamily="34" charset="0"/>
                      <a:ea typeface="Noto Sans JP" pitchFamily="34" charset="-122"/>
                      <a:cs typeface="Noto Sans JP" pitchFamily="34" charset="-120"/>
                    </a:rPr>
                    <a:t>B</a:t>
                  </a:r>
                  <a:r>
                    <a:rPr lang="ja-JP" altLang="en-US" sz="1300" dirty="0">
                      <a:solidFill>
                        <a:srgbClr val="0A0028"/>
                      </a:solidFill>
                      <a:latin typeface="Noto Sans JP" pitchFamily="34" charset="0"/>
                      <a:ea typeface="Noto Sans JP" pitchFamily="34" charset="-122"/>
                      <a:cs typeface="Noto Sans JP" pitchFamily="34" charset="-120"/>
                    </a:rPr>
                    <a:t>のガードに対して、</a:t>
                  </a:r>
                  <a:r>
                    <a:rPr lang="en-US" altLang="ja-JP" sz="1300" dirty="0">
                      <a:solidFill>
                        <a:srgbClr val="0A0028"/>
                      </a:solidFill>
                      <a:latin typeface="Noto Sans JP" pitchFamily="34" charset="0"/>
                      <a:ea typeface="Noto Sans JP" pitchFamily="34" charset="-122"/>
                      <a:cs typeface="Noto Sans JP" pitchFamily="34" charset="-120"/>
                    </a:rPr>
                    <a:t>A</a:t>
                  </a:r>
                  <a:r>
                    <a:rPr lang="ja-JP" altLang="en-US" sz="1300" dirty="0">
                      <a:solidFill>
                        <a:srgbClr val="0A0028"/>
                      </a:solidFill>
                      <a:latin typeface="Noto Sans JP" pitchFamily="34" charset="0"/>
                      <a:ea typeface="Noto Sans JP" pitchFamily="34" charset="-122"/>
                      <a:cs typeface="Noto Sans JP" pitchFamily="34" charset="-120"/>
                    </a:rPr>
                    <a:t>のキックが成功した。キックが成功したため、続けて</a:t>
                  </a:r>
                  <a:r>
                    <a:rPr lang="en-US" altLang="ja-JP" sz="1300" dirty="0">
                      <a:solidFill>
                        <a:srgbClr val="0A0028"/>
                      </a:solidFill>
                      <a:latin typeface="Noto Sans JP" pitchFamily="34" charset="0"/>
                      <a:ea typeface="Noto Sans JP" pitchFamily="34" charset="-122"/>
                      <a:cs typeface="Noto Sans JP" pitchFamily="34" charset="-120"/>
                    </a:rPr>
                    <a:t>B</a:t>
                  </a:r>
                  <a:r>
                    <a:rPr lang="ja-JP" altLang="en-US" sz="1300" dirty="0">
                      <a:solidFill>
                        <a:srgbClr val="0A0028"/>
                      </a:solidFill>
                      <a:latin typeface="Noto Sans JP" pitchFamily="34" charset="0"/>
                      <a:ea typeface="Noto Sans JP" pitchFamily="34" charset="-122"/>
                      <a:cs typeface="Noto Sans JP" pitchFamily="34" charset="-120"/>
                    </a:rPr>
                    <a:t>は対処不可能の</a:t>
                  </a:r>
                  <a:r>
                    <a:rPr lang="en-US" altLang="ja-JP" sz="1300" dirty="0">
                      <a:solidFill>
                        <a:srgbClr val="0A0028"/>
                      </a:solidFill>
                      <a:latin typeface="Noto Sans JP" pitchFamily="34" charset="0"/>
                      <a:ea typeface="Noto Sans JP" pitchFamily="34" charset="-122"/>
                      <a:cs typeface="Noto Sans JP" pitchFamily="34" charset="-120"/>
                    </a:rPr>
                    <a:t>A</a:t>
                  </a:r>
                  <a:r>
                    <a:rPr lang="ja-JP" altLang="en-US" sz="1300" dirty="0">
                      <a:solidFill>
                        <a:srgbClr val="0A0028"/>
                      </a:solidFill>
                      <a:latin typeface="Noto Sans JP" pitchFamily="34" charset="0"/>
                      <a:ea typeface="Noto Sans JP" pitchFamily="34" charset="-122"/>
                      <a:cs typeface="Noto Sans JP" pitchFamily="34" charset="-120"/>
                    </a:rPr>
                    <a:t>の攻撃を受けることになる。（もとより手札がないが）</a:t>
                  </a:r>
                  <a:endParaRPr lang="en-US" sz="1300" dirty="0"/>
                </a:p>
              </p:txBody>
            </p:sp>
          </p:grpSp>
          <p:grpSp>
            <p:nvGrpSpPr>
              <p:cNvPr id="84" name="グループ化 83">
                <a:extLst>
                  <a:ext uri="{FF2B5EF4-FFF2-40B4-BE49-F238E27FC236}">
                    <a16:creationId xmlns:a16="http://schemas.microsoft.com/office/drawing/2014/main" id="{9BD5BB83-175A-457A-404A-FDFAC35BC067}"/>
                  </a:ext>
                </a:extLst>
              </p:cNvPr>
              <p:cNvGrpSpPr/>
              <p:nvPr/>
            </p:nvGrpSpPr>
            <p:grpSpPr>
              <a:xfrm>
                <a:off x="5528469" y="2398695"/>
                <a:ext cx="5434312" cy="307330"/>
                <a:chOff x="812800" y="2250380"/>
                <a:chExt cx="5434312" cy="307330"/>
              </a:xfrm>
            </p:grpSpPr>
            <p:sp>
              <p:nvSpPr>
                <p:cNvPr id="110" name="Text 8">
                  <a:extLst>
                    <a:ext uri="{FF2B5EF4-FFF2-40B4-BE49-F238E27FC236}">
                      <a16:creationId xmlns:a16="http://schemas.microsoft.com/office/drawing/2014/main" id="{9C1A9A1C-986A-2DE5-B5F0-141CC3E92914}"/>
                    </a:ext>
                  </a:extLst>
                </p:cNvPr>
                <p:cNvSpPr/>
                <p:nvPr/>
              </p:nvSpPr>
              <p:spPr>
                <a:xfrm>
                  <a:off x="812800" y="228848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Bの手札</a:t>
                  </a:r>
                  <a:endParaRPr lang="en-US" sz="1300" dirty="0"/>
                </a:p>
              </p:txBody>
            </p:sp>
            <p:sp>
              <p:nvSpPr>
                <p:cNvPr id="112" name="Text 9">
                  <a:extLst>
                    <a:ext uri="{FF2B5EF4-FFF2-40B4-BE49-F238E27FC236}">
                      <a16:creationId xmlns:a16="http://schemas.microsoft.com/office/drawing/2014/main" id="{FFABF60F-CE23-A1B5-AF0B-184F61774B7B}"/>
                    </a:ext>
                  </a:extLst>
                </p:cNvPr>
                <p:cNvSpPr/>
                <p:nvPr/>
              </p:nvSpPr>
              <p:spPr>
                <a:xfrm>
                  <a:off x="1866900" y="2250380"/>
                  <a:ext cx="11515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114" name="Text 10">
                  <a:extLst>
                    <a:ext uri="{FF2B5EF4-FFF2-40B4-BE49-F238E27FC236}">
                      <a16:creationId xmlns:a16="http://schemas.microsoft.com/office/drawing/2014/main" id="{3FAD7BFE-6089-DD48-31D0-7221B303DED4}"/>
                    </a:ext>
                  </a:extLst>
                </p:cNvPr>
                <p:cNvSpPr/>
                <p:nvPr/>
              </p:nvSpPr>
              <p:spPr>
                <a:xfrm>
                  <a:off x="3120033" y="2250380"/>
                  <a:ext cx="8213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115" name="Text 11">
                  <a:extLst>
                    <a:ext uri="{FF2B5EF4-FFF2-40B4-BE49-F238E27FC236}">
                      <a16:creationId xmlns:a16="http://schemas.microsoft.com/office/drawing/2014/main" id="{BFA6288E-851E-87FB-86ED-F7B66FF446C5}"/>
                    </a:ext>
                  </a:extLst>
                </p:cNvPr>
                <p:cNvSpPr/>
                <p:nvPr/>
              </p:nvSpPr>
              <p:spPr>
                <a:xfrm>
                  <a:off x="4042967" y="2250380"/>
                  <a:ext cx="1124062"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116" name="Text 12">
                  <a:extLst>
                    <a:ext uri="{FF2B5EF4-FFF2-40B4-BE49-F238E27FC236}">
                      <a16:creationId xmlns:a16="http://schemas.microsoft.com/office/drawing/2014/main" id="{A561309A-666B-60C3-2DAB-DAC0863B4E12}"/>
                    </a:ext>
                  </a:extLst>
                </p:cNvPr>
                <p:cNvSpPr/>
                <p:nvPr/>
              </p:nvSpPr>
              <p:spPr>
                <a:xfrm>
                  <a:off x="5260679" y="2250380"/>
                  <a:ext cx="9864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u="sng" dirty="0"/>
                </a:p>
              </p:txBody>
            </p:sp>
          </p:grpSp>
          <p:grpSp>
            <p:nvGrpSpPr>
              <p:cNvPr id="85" name="グループ化 84">
                <a:extLst>
                  <a:ext uri="{FF2B5EF4-FFF2-40B4-BE49-F238E27FC236}">
                    <a16:creationId xmlns:a16="http://schemas.microsoft.com/office/drawing/2014/main" id="{CD46C243-3C0A-24C0-3A43-D2A2A7858021}"/>
                  </a:ext>
                </a:extLst>
              </p:cNvPr>
              <p:cNvGrpSpPr/>
              <p:nvPr/>
            </p:nvGrpSpPr>
            <p:grpSpPr>
              <a:xfrm>
                <a:off x="5528469" y="1541630"/>
                <a:ext cx="5634831" cy="691019"/>
                <a:chOff x="812800" y="1803350"/>
                <a:chExt cx="5634831" cy="691019"/>
              </a:xfrm>
            </p:grpSpPr>
            <p:grpSp>
              <p:nvGrpSpPr>
                <p:cNvPr id="89" name="グループ化 88">
                  <a:extLst>
                    <a:ext uri="{FF2B5EF4-FFF2-40B4-BE49-F238E27FC236}">
                      <a16:creationId xmlns:a16="http://schemas.microsoft.com/office/drawing/2014/main" id="{CEA69153-47E9-6AA4-2291-866D71BA4CF0}"/>
                    </a:ext>
                  </a:extLst>
                </p:cNvPr>
                <p:cNvGrpSpPr/>
                <p:nvPr/>
              </p:nvGrpSpPr>
              <p:grpSpPr>
                <a:xfrm>
                  <a:off x="812800" y="1803350"/>
                  <a:ext cx="5634831" cy="316972"/>
                  <a:chOff x="812800" y="1803350"/>
                  <a:chExt cx="5634831" cy="316972"/>
                </a:xfrm>
              </p:grpSpPr>
              <p:sp>
                <p:nvSpPr>
                  <p:cNvPr id="91" name="Text 3">
                    <a:extLst>
                      <a:ext uri="{FF2B5EF4-FFF2-40B4-BE49-F238E27FC236}">
                        <a16:creationId xmlns:a16="http://schemas.microsoft.com/office/drawing/2014/main" id="{41C14E88-9C09-8C62-BAD0-CBA5CD386EA8}"/>
                      </a:ext>
                    </a:extLst>
                  </p:cNvPr>
                  <p:cNvSpPr/>
                  <p:nvPr/>
                </p:nvSpPr>
                <p:spPr>
                  <a:xfrm>
                    <a:off x="812800" y="1863792"/>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sp>
                <p:nvSpPr>
                  <p:cNvPr id="92" name="Text 4">
                    <a:extLst>
                      <a:ext uri="{FF2B5EF4-FFF2-40B4-BE49-F238E27FC236}">
                        <a16:creationId xmlns:a16="http://schemas.microsoft.com/office/drawing/2014/main" id="{9D1EA0D5-1F36-B35C-C993-FEF03CA49EDE}"/>
                      </a:ext>
                    </a:extLst>
                  </p:cNvPr>
                  <p:cNvSpPr/>
                  <p:nvPr/>
                </p:nvSpPr>
                <p:spPr>
                  <a:xfrm>
                    <a:off x="1866900" y="1803350"/>
                    <a:ext cx="13166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93" name="Text 5">
                    <a:extLst>
                      <a:ext uri="{FF2B5EF4-FFF2-40B4-BE49-F238E27FC236}">
                        <a16:creationId xmlns:a16="http://schemas.microsoft.com/office/drawing/2014/main" id="{34BA3AFE-6871-7944-C9F5-27F037D966E2}"/>
                      </a:ext>
                    </a:extLst>
                  </p:cNvPr>
                  <p:cNvSpPr/>
                  <p:nvPr/>
                </p:nvSpPr>
                <p:spPr>
                  <a:xfrm>
                    <a:off x="3285133" y="1803350"/>
                    <a:ext cx="8213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刺突×1</a:t>
                    </a:r>
                    <a:endParaRPr lang="en-US" sz="1300" dirty="0"/>
                  </a:p>
                </p:txBody>
              </p:sp>
              <p:sp>
                <p:nvSpPr>
                  <p:cNvPr id="106" name="Text 6">
                    <a:extLst>
                      <a:ext uri="{FF2B5EF4-FFF2-40B4-BE49-F238E27FC236}">
                        <a16:creationId xmlns:a16="http://schemas.microsoft.com/office/drawing/2014/main" id="{CF3FAC98-5070-2CC9-EC37-A97A8971FFC6}"/>
                      </a:ext>
                    </a:extLst>
                  </p:cNvPr>
                  <p:cNvSpPr/>
                  <p:nvPr/>
                </p:nvSpPr>
                <p:spPr>
                  <a:xfrm>
                    <a:off x="4208066" y="1803350"/>
                    <a:ext cx="11515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108" name="Text 7">
                    <a:extLst>
                      <a:ext uri="{FF2B5EF4-FFF2-40B4-BE49-F238E27FC236}">
                        <a16:creationId xmlns:a16="http://schemas.microsoft.com/office/drawing/2014/main" id="{64BBC599-F1B2-BA01-A49B-D8C76C2E3E3B}"/>
                      </a:ext>
                    </a:extLst>
                  </p:cNvPr>
                  <p:cNvSpPr/>
                  <p:nvPr/>
                </p:nvSpPr>
                <p:spPr>
                  <a:xfrm>
                    <a:off x="5461198" y="1803350"/>
                    <a:ext cx="9864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grpSp>
            <p:sp>
              <p:nvSpPr>
                <p:cNvPr id="90" name="Text 7">
                  <a:extLst>
                    <a:ext uri="{FF2B5EF4-FFF2-40B4-BE49-F238E27FC236}">
                      <a16:creationId xmlns:a16="http://schemas.microsoft.com/office/drawing/2014/main" id="{BE260891-957B-3F3B-608D-71760BD0874F}"/>
                    </a:ext>
                  </a:extLst>
                </p:cNvPr>
                <p:cNvSpPr/>
                <p:nvPr/>
              </p:nvSpPr>
              <p:spPr>
                <a:xfrm>
                  <a:off x="1866900" y="2187039"/>
                  <a:ext cx="1185070"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grpSp>
          <p:sp>
            <p:nvSpPr>
              <p:cNvPr id="86" name="Text 10">
                <a:extLst>
                  <a:ext uri="{FF2B5EF4-FFF2-40B4-BE49-F238E27FC236}">
                    <a16:creationId xmlns:a16="http://schemas.microsoft.com/office/drawing/2014/main" id="{DD31699F-0DE8-B6D5-5DAA-8225178D9E18}"/>
                  </a:ext>
                </a:extLst>
              </p:cNvPr>
              <p:cNvSpPr/>
              <p:nvPr/>
            </p:nvSpPr>
            <p:spPr>
              <a:xfrm>
                <a:off x="2623386" y="1907124"/>
                <a:ext cx="2401044" cy="307330"/>
              </a:xfrm>
              <a:prstGeom prst="roundRect">
                <a:avLst>
                  <a:gd name="adj" fmla="val 16529"/>
                </a:avLst>
              </a:prstGeom>
              <a:solidFill>
                <a:srgbClr val="E6E0A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B:ガード(</a:t>
                </a:r>
                <a:r>
                  <a:rPr lang="ja-JP" altLang="en-US" sz="1300" b="1" dirty="0">
                    <a:solidFill>
                      <a:srgbClr val="0A0028"/>
                    </a:solidFill>
                    <a:latin typeface="Noto Sans JP" pitchFamily="34" charset="0"/>
                    <a:ea typeface="Noto Sans JP" pitchFamily="34" charset="-122"/>
                    <a:cs typeface="Noto Sans JP" pitchFamily="34" charset="-120"/>
                  </a:rPr>
                  <a:t>キック</a:t>
                </a:r>
                <a:r>
                  <a:rPr lang="en-US" sz="1300" b="1" dirty="0">
                    <a:solidFill>
                      <a:srgbClr val="0A0028"/>
                    </a:solidFill>
                    <a:latin typeface="Noto Sans JP" pitchFamily="34" charset="0"/>
                    <a:ea typeface="Noto Sans JP" pitchFamily="34" charset="-122"/>
                    <a:cs typeface="Noto Sans JP" pitchFamily="34" charset="-120"/>
                  </a:rPr>
                  <a:t>×1を横向き)</a:t>
                </a:r>
                <a:endParaRPr lang="en-US" sz="1300" dirty="0"/>
              </a:p>
            </p:txBody>
          </p:sp>
        </p:grpSp>
        <p:pic>
          <p:nvPicPr>
            <p:cNvPr id="123" name="図 122">
              <a:extLst>
                <a:ext uri="{FF2B5EF4-FFF2-40B4-BE49-F238E27FC236}">
                  <a16:creationId xmlns:a16="http://schemas.microsoft.com/office/drawing/2014/main" id="{2FACC80F-F20A-A51A-F5AB-49C283A7A765}"/>
                </a:ext>
              </a:extLst>
            </p:cNvPr>
            <p:cNvPicPr>
              <a:picLocks noChangeAspect="1"/>
            </p:cNvPicPr>
            <p:nvPr/>
          </p:nvPicPr>
          <p:blipFill>
            <a:blip r:embed="rId5"/>
            <a:stretch>
              <a:fillRect/>
            </a:stretch>
          </p:blipFill>
          <p:spPr>
            <a:xfrm>
              <a:off x="1376281" y="5242324"/>
              <a:ext cx="607271" cy="732913"/>
            </a:xfrm>
            <a:prstGeom prst="rect">
              <a:avLst/>
            </a:prstGeom>
          </p:spPr>
        </p:pic>
        <p:pic>
          <p:nvPicPr>
            <p:cNvPr id="125" name="図 124">
              <a:extLst>
                <a:ext uri="{FF2B5EF4-FFF2-40B4-BE49-F238E27FC236}">
                  <a16:creationId xmlns:a16="http://schemas.microsoft.com/office/drawing/2014/main" id="{FF7214EF-98B2-581C-3183-6D0DC6BD0E13}"/>
                </a:ext>
              </a:extLst>
            </p:cNvPr>
            <p:cNvPicPr>
              <a:picLocks noChangeAspect="1"/>
            </p:cNvPicPr>
            <p:nvPr/>
          </p:nvPicPr>
          <p:blipFill>
            <a:blip r:embed="rId5"/>
            <a:stretch>
              <a:fillRect/>
            </a:stretch>
          </p:blipFill>
          <p:spPr>
            <a:xfrm rot="5400000">
              <a:off x="3520272" y="5235647"/>
              <a:ext cx="607271" cy="732913"/>
            </a:xfrm>
            <a:prstGeom prst="rect">
              <a:avLst/>
            </a:prstGeom>
          </p:spPr>
        </p:pic>
      </p:grpSp>
    </p:spTree>
    <p:extLst>
      <p:ext uri="{BB962C8B-B14F-4D97-AF65-F5344CB8AC3E}">
        <p14:creationId xmlns:p14="http://schemas.microsoft.com/office/powerpoint/2010/main" val="733299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a:extLst>
            <a:ext uri="{FF2B5EF4-FFF2-40B4-BE49-F238E27FC236}">
              <a16:creationId xmlns:a16="http://schemas.microsoft.com/office/drawing/2014/main" id="{A9AFC18E-2673-03B4-9E46-7876856314F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202C267-CA6E-69E4-331E-31C3C070ADBF}"/>
              </a:ext>
            </a:extLst>
          </p:cNvPr>
          <p:cNvSpPr/>
          <p:nvPr/>
        </p:nvSpPr>
        <p:spPr>
          <a:xfrm>
            <a:off x="800100" y="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34A00"/>
                </a:solidFill>
                <a:latin typeface="Noto Sans JP" pitchFamily="34" charset="0"/>
                <a:ea typeface="Noto Sans JP" pitchFamily="34" charset="-122"/>
                <a:cs typeface="Noto Sans JP" pitchFamily="34" charset="-120"/>
              </a:rPr>
              <a:t>SAMPLE PLAY 2</a:t>
            </a:r>
            <a:endParaRPr lang="en-US" sz="1200" dirty="0"/>
          </a:p>
        </p:txBody>
      </p:sp>
      <p:sp>
        <p:nvSpPr>
          <p:cNvPr id="3" name="Text 1">
            <a:extLst>
              <a:ext uri="{FF2B5EF4-FFF2-40B4-BE49-F238E27FC236}">
                <a16:creationId xmlns:a16="http://schemas.microsoft.com/office/drawing/2014/main" id="{902F313F-19D9-1AFC-3E78-1F45DA857BC6}"/>
              </a:ext>
            </a:extLst>
          </p:cNvPr>
          <p:cNvSpPr>
            <a:spLocks noGrp="1"/>
          </p:cNvSpPr>
          <p:nvPr>
            <p:ph type="title"/>
          </p:nvPr>
        </p:nvSpPr>
        <p:spPr>
          <a:xfrm>
            <a:off x="812800" y="291518"/>
            <a:ext cx="10883392" cy="472430"/>
          </a:xfrm>
          <a:prstGeom prst="rect">
            <a:avLst/>
          </a:prstGeom>
          <a:noFill/>
          <a:ln/>
        </p:spPr>
        <p:txBody>
          <a:bodyPr wrap="square" lIns="0" tIns="0" rIns="0" bIns="0" rtlCol="0" anchor="t">
            <a:normAutofit/>
          </a:bodyPr>
          <a:lstStyle/>
          <a:p>
            <a:pPr>
              <a:lnSpc>
                <a:spcPts val="3520"/>
              </a:lnSpc>
            </a:pPr>
            <a:r>
              <a:rPr lang="ja-JP" altLang="en-US" b="1" dirty="0"/>
              <a:t>行動</a:t>
            </a:r>
            <a:r>
              <a:rPr lang="en-US" altLang="ja-JP" b="1" dirty="0"/>
              <a:t>3:</a:t>
            </a:r>
            <a:r>
              <a:rPr lang="ja-JP" altLang="en-US" b="1" dirty="0"/>
              <a:t>キック 対 ガード</a:t>
            </a:r>
            <a:endParaRPr lang="ja-JP" altLang="en-US" dirty="0"/>
          </a:p>
        </p:txBody>
      </p:sp>
      <p:grpSp>
        <p:nvGrpSpPr>
          <p:cNvPr id="81" name="グループ化 80">
            <a:extLst>
              <a:ext uri="{FF2B5EF4-FFF2-40B4-BE49-F238E27FC236}">
                <a16:creationId xmlns:a16="http://schemas.microsoft.com/office/drawing/2014/main" id="{F07E1028-4684-8E1B-0AC5-033E86EBB19F}"/>
              </a:ext>
            </a:extLst>
          </p:cNvPr>
          <p:cNvGrpSpPr/>
          <p:nvPr/>
        </p:nvGrpSpPr>
        <p:grpSpPr>
          <a:xfrm>
            <a:off x="819150" y="816746"/>
            <a:ext cx="10648188" cy="2259782"/>
            <a:chOff x="819150" y="1403300"/>
            <a:chExt cx="10648188" cy="2259782"/>
          </a:xfrm>
        </p:grpSpPr>
        <p:grpSp>
          <p:nvGrpSpPr>
            <p:cNvPr id="82" name="グループ化 81">
              <a:extLst>
                <a:ext uri="{FF2B5EF4-FFF2-40B4-BE49-F238E27FC236}">
                  <a16:creationId xmlns:a16="http://schemas.microsoft.com/office/drawing/2014/main" id="{88511D47-7CD6-2455-C7CF-31FC7302F6E7}"/>
                </a:ext>
              </a:extLst>
            </p:cNvPr>
            <p:cNvGrpSpPr/>
            <p:nvPr/>
          </p:nvGrpSpPr>
          <p:grpSpPr>
            <a:xfrm>
              <a:off x="819150" y="1403300"/>
              <a:ext cx="10648188" cy="2259782"/>
              <a:chOff x="819150" y="1403300"/>
              <a:chExt cx="10648188" cy="2259782"/>
            </a:xfrm>
          </p:grpSpPr>
          <p:sp>
            <p:nvSpPr>
              <p:cNvPr id="117" name="Shape 2">
                <a:extLst>
                  <a:ext uri="{FF2B5EF4-FFF2-40B4-BE49-F238E27FC236}">
                    <a16:creationId xmlns:a16="http://schemas.microsoft.com/office/drawing/2014/main" id="{8BC45BE7-22A9-D142-882E-7CB98423B1CB}"/>
                  </a:ext>
                </a:extLst>
              </p:cNvPr>
              <p:cNvSpPr/>
              <p:nvPr/>
            </p:nvSpPr>
            <p:spPr>
              <a:xfrm>
                <a:off x="819150" y="1403300"/>
                <a:ext cx="10553700" cy="2259782"/>
              </a:xfrm>
              <a:prstGeom prst="roundRect">
                <a:avLst>
                  <a:gd name="adj" fmla="val 6800"/>
                </a:avLst>
              </a:prstGeom>
              <a:solidFill>
                <a:srgbClr val="FFFFFF"/>
              </a:solidFill>
              <a:ln w="12700">
                <a:solidFill>
                  <a:srgbClr val="0A0028"/>
                </a:solidFill>
                <a:prstDash val="solid"/>
              </a:ln>
            </p:spPr>
            <p:txBody>
              <a:bodyPr/>
              <a:lstStyle/>
              <a:p>
                <a:endParaRPr lang="ja-JP" altLang="en-US"/>
              </a:p>
            </p:txBody>
          </p:sp>
          <p:sp>
            <p:nvSpPr>
              <p:cNvPr id="118" name="Text 3">
                <a:extLst>
                  <a:ext uri="{FF2B5EF4-FFF2-40B4-BE49-F238E27FC236}">
                    <a16:creationId xmlns:a16="http://schemas.microsoft.com/office/drawing/2014/main" id="{6B0E1C45-689B-3B70-D916-CC4EB1AFCBB0}"/>
                  </a:ext>
                </a:extLst>
              </p:cNvPr>
              <p:cNvSpPr/>
              <p:nvPr/>
            </p:nvSpPr>
            <p:spPr>
              <a:xfrm>
                <a:off x="1028700" y="1587450"/>
                <a:ext cx="10438638" cy="299690"/>
              </a:xfrm>
              <a:prstGeom prst="rect">
                <a:avLst/>
              </a:prstGeom>
              <a:noFill/>
              <a:ln/>
            </p:spPr>
            <p:txBody>
              <a:bodyPr wrap="square" lIns="0" tIns="0" rIns="0" bIns="0" rtlCol="0" anchor="t">
                <a:normAutofit/>
              </a:bodyPr>
              <a:lstStyle/>
              <a:p>
                <a:pPr marL="0" indent="0" algn="l">
                  <a:lnSpc>
                    <a:spcPts val="2160"/>
                  </a:lnSpc>
                  <a:buNone/>
                </a:pPr>
                <a:r>
                  <a:rPr lang="ja-JP" altLang="en-US" b="1" dirty="0">
                    <a:solidFill>
                      <a:srgbClr val="0A0028"/>
                    </a:solidFill>
                    <a:latin typeface="Noto Sans JP" pitchFamily="34" charset="0"/>
                    <a:ea typeface="Noto Sans JP" pitchFamily="34" charset="-122"/>
                    <a:cs typeface="Noto Sans JP" pitchFamily="34" charset="-120"/>
                  </a:rPr>
                  <a:t>②</a:t>
                </a:r>
                <a:r>
                  <a:rPr lang="en-US" sz="1800" b="1" dirty="0">
                    <a:solidFill>
                      <a:srgbClr val="0A0028"/>
                    </a:solidFill>
                    <a:latin typeface="Noto Sans JP" pitchFamily="34" charset="0"/>
                    <a:ea typeface="Noto Sans JP" pitchFamily="34" charset="-122"/>
                    <a:cs typeface="Noto Sans JP" pitchFamily="34" charset="-120"/>
                  </a:rPr>
                  <a:t> </a:t>
                </a:r>
                <a:r>
                  <a:rPr lang="en-US" sz="1800" b="1" dirty="0" err="1">
                    <a:solidFill>
                      <a:srgbClr val="0A0028"/>
                    </a:solidFill>
                    <a:latin typeface="Noto Sans JP" pitchFamily="34" charset="0"/>
                    <a:ea typeface="Noto Sans JP" pitchFamily="34" charset="-122"/>
                    <a:cs typeface="Noto Sans JP" pitchFamily="34" charset="-120"/>
                  </a:rPr>
                  <a:t>Aの</a:t>
                </a:r>
                <a:r>
                  <a:rPr lang="ja-JP" altLang="en-US" b="1" dirty="0">
                    <a:solidFill>
                      <a:srgbClr val="0A0028"/>
                    </a:solidFill>
                    <a:latin typeface="Noto Sans JP" pitchFamily="34" charset="0"/>
                    <a:ea typeface="Noto Sans JP" pitchFamily="34" charset="-122"/>
                    <a:cs typeface="Noto Sans JP" pitchFamily="34" charset="-120"/>
                  </a:rPr>
                  <a:t>対処不可能の攻撃</a:t>
                </a:r>
                <a:endParaRPr lang="en-US" sz="1800" b="1" dirty="0">
                  <a:solidFill>
                    <a:srgbClr val="0A0028"/>
                  </a:solidFill>
                  <a:latin typeface="Noto Sans JP" pitchFamily="34" charset="0"/>
                  <a:ea typeface="Noto Sans JP" pitchFamily="34" charset="-122"/>
                  <a:cs typeface="Noto Sans JP" pitchFamily="34" charset="-120"/>
                </a:endParaRPr>
              </a:p>
            </p:txBody>
          </p:sp>
          <p:sp>
            <p:nvSpPr>
              <p:cNvPr id="119" name="Text 5">
                <a:extLst>
                  <a:ext uri="{FF2B5EF4-FFF2-40B4-BE49-F238E27FC236}">
                    <a16:creationId xmlns:a16="http://schemas.microsoft.com/office/drawing/2014/main" id="{158EC91C-ABA0-DED8-B9D9-70349BF5F471}"/>
                  </a:ext>
                </a:extLst>
              </p:cNvPr>
              <p:cNvSpPr/>
              <p:nvPr/>
            </p:nvSpPr>
            <p:spPr>
              <a:xfrm>
                <a:off x="2977358" y="1972785"/>
                <a:ext cx="2159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A0028"/>
                    </a:solidFill>
                    <a:latin typeface="Noto Sans JP" pitchFamily="34" charset="0"/>
                    <a:ea typeface="Noto Sans JP" pitchFamily="34" charset="-122"/>
                    <a:cs typeface="Noto Sans JP" pitchFamily="34" charset="-120"/>
                  </a:rPr>
                  <a:t>対</a:t>
                </a:r>
                <a:endParaRPr lang="en-US" sz="1300" dirty="0"/>
              </a:p>
            </p:txBody>
          </p:sp>
          <p:sp>
            <p:nvSpPr>
              <p:cNvPr id="120" name="Text 6">
                <a:extLst>
                  <a:ext uri="{FF2B5EF4-FFF2-40B4-BE49-F238E27FC236}">
                    <a16:creationId xmlns:a16="http://schemas.microsoft.com/office/drawing/2014/main" id="{2E8D0521-3E9B-6ED2-E17C-5D8822B798D6}"/>
                  </a:ext>
                </a:extLst>
              </p:cNvPr>
              <p:cNvSpPr/>
              <p:nvPr/>
            </p:nvSpPr>
            <p:spPr>
              <a:xfrm>
                <a:off x="1061492" y="1914395"/>
                <a:ext cx="1821378"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A:</a:t>
                </a:r>
                <a:r>
                  <a:rPr lang="ja-JP" altLang="en-US" sz="1300" b="1" dirty="0">
                    <a:solidFill>
                      <a:srgbClr val="0A0028"/>
                    </a:solidFill>
                    <a:latin typeface="Noto Sans JP" pitchFamily="34" charset="0"/>
                    <a:ea typeface="Noto Sans JP" pitchFamily="34" charset="-122"/>
                    <a:cs typeface="Noto Sans JP" pitchFamily="34" charset="-120"/>
                  </a:rPr>
                  <a:t>刺突</a:t>
                </a:r>
                <a:r>
                  <a:rPr lang="en-US" altLang="ja-JP" sz="1300" b="1" dirty="0">
                    <a:solidFill>
                      <a:srgbClr val="0A0028"/>
                    </a:solidFill>
                    <a:latin typeface="Noto Sans JP" pitchFamily="34" charset="0"/>
                    <a:ea typeface="Noto Sans JP" pitchFamily="34" charset="-122"/>
                    <a:cs typeface="Noto Sans JP" pitchFamily="34" charset="-120"/>
                  </a:rPr>
                  <a:t>×1(</a:t>
                </a:r>
                <a:r>
                  <a:rPr lang="ja-JP" altLang="en-US" sz="1300" b="1" dirty="0">
                    <a:solidFill>
                      <a:srgbClr val="0A0028"/>
                    </a:solidFill>
                    <a:latin typeface="Noto Sans JP" pitchFamily="34" charset="0"/>
                    <a:ea typeface="Noto Sans JP" pitchFamily="34" charset="-122"/>
                    <a:cs typeface="Noto Sans JP" pitchFamily="34" charset="-120"/>
                  </a:rPr>
                  <a:t>ダメージ</a:t>
                </a:r>
                <a:r>
                  <a:rPr lang="en-US" altLang="ja-JP" sz="1300" b="1" dirty="0">
                    <a:solidFill>
                      <a:srgbClr val="0A0028"/>
                    </a:solidFill>
                    <a:latin typeface="Noto Sans JP" pitchFamily="34" charset="0"/>
                    <a:ea typeface="Noto Sans JP" pitchFamily="34" charset="-122"/>
                    <a:cs typeface="Noto Sans JP" pitchFamily="34" charset="-120"/>
                  </a:rPr>
                  <a:t>2)</a:t>
                </a:r>
                <a:endParaRPr lang="en-US" sz="1300" dirty="0"/>
              </a:p>
            </p:txBody>
          </p:sp>
          <p:sp>
            <p:nvSpPr>
              <p:cNvPr id="121" name="Text 7">
                <a:extLst>
                  <a:ext uri="{FF2B5EF4-FFF2-40B4-BE49-F238E27FC236}">
                    <a16:creationId xmlns:a16="http://schemas.microsoft.com/office/drawing/2014/main" id="{A9E9A726-DF28-FFF9-F4FA-FF9C85894059}"/>
                  </a:ext>
                </a:extLst>
              </p:cNvPr>
              <p:cNvSpPr/>
              <p:nvPr/>
            </p:nvSpPr>
            <p:spPr>
              <a:xfrm>
                <a:off x="1040507" y="2997822"/>
                <a:ext cx="10241856" cy="552554"/>
              </a:xfrm>
              <a:prstGeom prst="rect">
                <a:avLst/>
              </a:prstGeom>
              <a:noFill/>
              <a:ln/>
            </p:spPr>
            <p:txBody>
              <a:bodyPr wrap="square" lIns="0" tIns="0" rIns="0" bIns="0" rtlCol="0" anchor="t">
                <a:normAutofit/>
              </a:bodyPr>
              <a:lstStyle/>
              <a:p>
                <a:pPr>
                  <a:lnSpc>
                    <a:spcPts val="1950"/>
                  </a:lnSpc>
                </a:pPr>
                <a:r>
                  <a:rPr lang="en-US" sz="1300" dirty="0">
                    <a:solidFill>
                      <a:srgbClr val="0A0028"/>
                    </a:solidFill>
                    <a:latin typeface="Noto Sans JP" pitchFamily="34" charset="0"/>
                    <a:ea typeface="Noto Sans JP" pitchFamily="34" charset="-122"/>
                    <a:cs typeface="Noto Sans JP" pitchFamily="34" charset="-120"/>
                  </a:rPr>
                  <a:t>A</a:t>
                </a:r>
                <a:r>
                  <a:rPr lang="ja-JP" altLang="en-US" sz="1300" dirty="0">
                    <a:solidFill>
                      <a:srgbClr val="0A0028"/>
                    </a:solidFill>
                    <a:latin typeface="Noto Sans JP" pitchFamily="34" charset="0"/>
                    <a:ea typeface="Noto Sans JP" pitchFamily="34" charset="-122"/>
                    <a:cs typeface="Noto Sans JP" pitchFamily="34" charset="-120"/>
                  </a:rPr>
                  <a:t>は、</a:t>
                </a:r>
                <a:r>
                  <a:rPr lang="en-US" altLang="ja-JP" sz="1300" dirty="0">
                    <a:solidFill>
                      <a:srgbClr val="0A0028"/>
                    </a:solidFill>
                    <a:latin typeface="Noto Sans JP" pitchFamily="34" charset="0"/>
                    <a:ea typeface="Noto Sans JP" pitchFamily="34" charset="-122"/>
                    <a:cs typeface="Noto Sans JP" pitchFamily="34" charset="-120"/>
                  </a:rPr>
                  <a:t>B</a:t>
                </a:r>
                <a:r>
                  <a:rPr lang="ja-JP" altLang="en-US" sz="1300" dirty="0">
                    <a:solidFill>
                      <a:srgbClr val="0A0028"/>
                    </a:solidFill>
                    <a:latin typeface="Noto Sans JP" pitchFamily="34" charset="0"/>
                    <a:ea typeface="Noto Sans JP" pitchFamily="34" charset="-122"/>
                    <a:cs typeface="Noto Sans JP" pitchFamily="34" charset="-120"/>
                  </a:rPr>
                  <a:t>に対処不可能の攻撃を</a:t>
                </a:r>
                <a:r>
                  <a:rPr lang="en-US" altLang="ja-JP" sz="1300" dirty="0">
                    <a:solidFill>
                      <a:srgbClr val="0A0028"/>
                    </a:solidFill>
                    <a:latin typeface="Noto Sans JP" pitchFamily="34" charset="0"/>
                    <a:ea typeface="Noto Sans JP" pitchFamily="34" charset="-122"/>
                    <a:cs typeface="Noto Sans JP" pitchFamily="34" charset="-120"/>
                  </a:rPr>
                  <a:t>1</a:t>
                </a:r>
                <a:r>
                  <a:rPr lang="ja-JP" altLang="en-US" sz="1300" dirty="0">
                    <a:solidFill>
                      <a:srgbClr val="0A0028"/>
                    </a:solidFill>
                    <a:latin typeface="Noto Sans JP" pitchFamily="34" charset="0"/>
                    <a:ea typeface="Noto Sans JP" pitchFamily="34" charset="-122"/>
                    <a:cs typeface="Noto Sans JP" pitchFamily="34" charset="-120"/>
                  </a:rPr>
                  <a:t>回のみ行うことができる。残った刺突を使う。</a:t>
                </a:r>
                <a:endParaRPr lang="en-US" altLang="ja-JP" sz="1300" dirty="0">
                  <a:solidFill>
                    <a:srgbClr val="0A0028"/>
                  </a:solidFill>
                  <a:latin typeface="Noto Sans JP" pitchFamily="34" charset="0"/>
                  <a:ea typeface="Noto Sans JP" pitchFamily="34" charset="-122"/>
                  <a:cs typeface="Noto Sans JP" pitchFamily="34" charset="-120"/>
                </a:endParaRPr>
              </a:p>
              <a:p>
                <a:pPr>
                  <a:lnSpc>
                    <a:spcPts val="1950"/>
                  </a:lnSpc>
                </a:pPr>
                <a:r>
                  <a:rPr lang="ja-JP" altLang="en-US" sz="1300" dirty="0">
                    <a:solidFill>
                      <a:srgbClr val="0A0028"/>
                    </a:solidFill>
                    <a:latin typeface="Noto Sans JP" pitchFamily="34" charset="0"/>
                    <a:ea typeface="Noto Sans JP" pitchFamily="34" charset="-122"/>
                  </a:rPr>
                  <a:t>結果：</a:t>
                </a:r>
                <a:r>
                  <a:rPr lang="en-US" altLang="ja-JP" sz="1300" dirty="0">
                    <a:solidFill>
                      <a:srgbClr val="0A0028"/>
                    </a:solidFill>
                    <a:latin typeface="Noto Sans JP" pitchFamily="34" charset="0"/>
                    <a:ea typeface="Noto Sans JP" pitchFamily="34" charset="-122"/>
                  </a:rPr>
                  <a:t>B</a:t>
                </a:r>
                <a:r>
                  <a:rPr lang="ja-JP" altLang="en-US" sz="1300" dirty="0">
                    <a:solidFill>
                      <a:srgbClr val="0A0028"/>
                    </a:solidFill>
                    <a:latin typeface="Noto Sans JP" pitchFamily="34" charset="0"/>
                    <a:ea typeface="Noto Sans JP" pitchFamily="34" charset="-122"/>
                  </a:rPr>
                  <a:t>は</a:t>
                </a:r>
                <a:r>
                  <a:rPr lang="en-US" altLang="ja-JP" sz="1300" dirty="0">
                    <a:solidFill>
                      <a:srgbClr val="0A0028"/>
                    </a:solidFill>
                    <a:latin typeface="Noto Sans JP" pitchFamily="34" charset="0"/>
                    <a:ea typeface="Noto Sans JP" pitchFamily="34" charset="-122"/>
                  </a:rPr>
                  <a:t>2</a:t>
                </a:r>
                <a:r>
                  <a:rPr lang="ja-JP" altLang="en-US" sz="1300" dirty="0">
                    <a:solidFill>
                      <a:srgbClr val="0A0028"/>
                    </a:solidFill>
                    <a:latin typeface="Noto Sans JP" pitchFamily="34" charset="0"/>
                    <a:ea typeface="Noto Sans JP" pitchFamily="34" charset="-122"/>
                  </a:rPr>
                  <a:t>ダメージを受ける。手札には</a:t>
                </a:r>
                <a:r>
                  <a:rPr lang="en-US" altLang="ja-JP" sz="1300" dirty="0">
                    <a:solidFill>
                      <a:srgbClr val="0A0028"/>
                    </a:solidFill>
                    <a:latin typeface="Noto Sans JP" pitchFamily="34" charset="0"/>
                    <a:ea typeface="Noto Sans JP" pitchFamily="34" charset="-122"/>
                  </a:rPr>
                  <a:t>1</a:t>
                </a:r>
                <a:r>
                  <a:rPr lang="ja-JP" altLang="en-US" sz="1300" dirty="0">
                    <a:solidFill>
                      <a:srgbClr val="0A0028"/>
                    </a:solidFill>
                    <a:latin typeface="Noto Sans JP" pitchFamily="34" charset="0"/>
                    <a:ea typeface="Noto Sans JP" pitchFamily="34" charset="-122"/>
                  </a:rPr>
                  <a:t>枚もカードがないため、</a:t>
                </a:r>
                <a:r>
                  <a:rPr lang="en-US" altLang="ja-JP" sz="1300" dirty="0">
                    <a:solidFill>
                      <a:srgbClr val="0A0028"/>
                    </a:solidFill>
                    <a:latin typeface="Noto Sans JP" pitchFamily="34" charset="0"/>
                    <a:ea typeface="Noto Sans JP" pitchFamily="34" charset="-122"/>
                  </a:rPr>
                  <a:t>HP</a:t>
                </a:r>
                <a:r>
                  <a:rPr lang="ja-JP" altLang="en-US" sz="1300" dirty="0">
                    <a:solidFill>
                      <a:srgbClr val="0A0028"/>
                    </a:solidFill>
                    <a:latin typeface="Noto Sans JP" pitchFamily="34" charset="0"/>
                    <a:ea typeface="Noto Sans JP" pitchFamily="34" charset="-122"/>
                  </a:rPr>
                  <a:t>にダメージを受けることになる。</a:t>
                </a:r>
                <a:endParaRPr lang="en-US" sz="1300" dirty="0"/>
              </a:p>
            </p:txBody>
          </p:sp>
        </p:grpSp>
        <p:grpSp>
          <p:nvGrpSpPr>
            <p:cNvPr id="84" name="グループ化 83">
              <a:extLst>
                <a:ext uri="{FF2B5EF4-FFF2-40B4-BE49-F238E27FC236}">
                  <a16:creationId xmlns:a16="http://schemas.microsoft.com/office/drawing/2014/main" id="{45A033E9-C944-6C9A-3896-6577CA946F29}"/>
                </a:ext>
              </a:extLst>
            </p:cNvPr>
            <p:cNvGrpSpPr/>
            <p:nvPr/>
          </p:nvGrpSpPr>
          <p:grpSpPr>
            <a:xfrm>
              <a:off x="5528469" y="2398695"/>
              <a:ext cx="5385864" cy="307330"/>
              <a:chOff x="812800" y="2250380"/>
              <a:chExt cx="5385864" cy="307330"/>
            </a:xfrm>
          </p:grpSpPr>
          <p:sp>
            <p:nvSpPr>
              <p:cNvPr id="110" name="Text 8">
                <a:extLst>
                  <a:ext uri="{FF2B5EF4-FFF2-40B4-BE49-F238E27FC236}">
                    <a16:creationId xmlns:a16="http://schemas.microsoft.com/office/drawing/2014/main" id="{EBB485EA-09D3-5542-705C-7F412487EBC8}"/>
                  </a:ext>
                </a:extLst>
              </p:cNvPr>
              <p:cNvSpPr/>
              <p:nvPr/>
            </p:nvSpPr>
            <p:spPr>
              <a:xfrm>
                <a:off x="812800" y="228848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Bの手札</a:t>
                </a:r>
                <a:endParaRPr lang="en-US" sz="1300" dirty="0"/>
              </a:p>
            </p:txBody>
          </p:sp>
          <p:sp>
            <p:nvSpPr>
              <p:cNvPr id="112" name="Text 9">
                <a:extLst>
                  <a:ext uri="{FF2B5EF4-FFF2-40B4-BE49-F238E27FC236}">
                    <a16:creationId xmlns:a16="http://schemas.microsoft.com/office/drawing/2014/main" id="{E4A632B0-4088-2765-B6A2-3C38B028085D}"/>
                  </a:ext>
                </a:extLst>
              </p:cNvPr>
              <p:cNvSpPr/>
              <p:nvPr/>
            </p:nvSpPr>
            <p:spPr>
              <a:xfrm>
                <a:off x="1866900" y="2250380"/>
                <a:ext cx="11515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114" name="Text 10">
                <a:extLst>
                  <a:ext uri="{FF2B5EF4-FFF2-40B4-BE49-F238E27FC236}">
                    <a16:creationId xmlns:a16="http://schemas.microsoft.com/office/drawing/2014/main" id="{B0E169F0-2A4E-B9FB-1C4C-E9ED743D3A3E}"/>
                  </a:ext>
                </a:extLst>
              </p:cNvPr>
              <p:cNvSpPr/>
              <p:nvPr/>
            </p:nvSpPr>
            <p:spPr>
              <a:xfrm>
                <a:off x="3120033" y="2250380"/>
                <a:ext cx="8213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115" name="Text 11">
                <a:extLst>
                  <a:ext uri="{FF2B5EF4-FFF2-40B4-BE49-F238E27FC236}">
                    <a16:creationId xmlns:a16="http://schemas.microsoft.com/office/drawing/2014/main" id="{80478768-2487-2BFC-8DBD-AB62F137327D}"/>
                  </a:ext>
                </a:extLst>
              </p:cNvPr>
              <p:cNvSpPr/>
              <p:nvPr/>
            </p:nvSpPr>
            <p:spPr>
              <a:xfrm>
                <a:off x="4042967" y="2250380"/>
                <a:ext cx="1124062"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116" name="Text 12">
                <a:extLst>
                  <a:ext uri="{FF2B5EF4-FFF2-40B4-BE49-F238E27FC236}">
                    <a16:creationId xmlns:a16="http://schemas.microsoft.com/office/drawing/2014/main" id="{21557233-ACA0-02DF-90D3-E508D0DEF795}"/>
                  </a:ext>
                </a:extLst>
              </p:cNvPr>
              <p:cNvSpPr/>
              <p:nvPr/>
            </p:nvSpPr>
            <p:spPr>
              <a:xfrm>
                <a:off x="5212231" y="2250380"/>
                <a:ext cx="9864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u="sng" dirty="0"/>
              </a:p>
            </p:txBody>
          </p:sp>
        </p:grpSp>
        <p:grpSp>
          <p:nvGrpSpPr>
            <p:cNvPr id="85" name="グループ化 84">
              <a:extLst>
                <a:ext uri="{FF2B5EF4-FFF2-40B4-BE49-F238E27FC236}">
                  <a16:creationId xmlns:a16="http://schemas.microsoft.com/office/drawing/2014/main" id="{8790A5DB-5E2F-93A4-B0DC-FBFFC04F271F}"/>
                </a:ext>
              </a:extLst>
            </p:cNvPr>
            <p:cNvGrpSpPr/>
            <p:nvPr/>
          </p:nvGrpSpPr>
          <p:grpSpPr>
            <a:xfrm>
              <a:off x="5528469" y="1541630"/>
              <a:ext cx="5634831" cy="691019"/>
              <a:chOff x="812800" y="1803350"/>
              <a:chExt cx="5634831" cy="691019"/>
            </a:xfrm>
          </p:grpSpPr>
          <p:grpSp>
            <p:nvGrpSpPr>
              <p:cNvPr id="89" name="グループ化 88">
                <a:extLst>
                  <a:ext uri="{FF2B5EF4-FFF2-40B4-BE49-F238E27FC236}">
                    <a16:creationId xmlns:a16="http://schemas.microsoft.com/office/drawing/2014/main" id="{3CED8D9C-BC3B-EF5B-C07E-EC109B85EDEA}"/>
                  </a:ext>
                </a:extLst>
              </p:cNvPr>
              <p:cNvGrpSpPr/>
              <p:nvPr/>
            </p:nvGrpSpPr>
            <p:grpSpPr>
              <a:xfrm>
                <a:off x="812800" y="1803350"/>
                <a:ext cx="5634831" cy="316972"/>
                <a:chOff x="812800" y="1803350"/>
                <a:chExt cx="5634831" cy="316972"/>
              </a:xfrm>
            </p:grpSpPr>
            <p:sp>
              <p:nvSpPr>
                <p:cNvPr id="91" name="Text 3">
                  <a:extLst>
                    <a:ext uri="{FF2B5EF4-FFF2-40B4-BE49-F238E27FC236}">
                      <a16:creationId xmlns:a16="http://schemas.microsoft.com/office/drawing/2014/main" id="{82741D09-9C47-F018-41DC-2ADF4F7DF6C1}"/>
                    </a:ext>
                  </a:extLst>
                </p:cNvPr>
                <p:cNvSpPr/>
                <p:nvPr/>
              </p:nvSpPr>
              <p:spPr>
                <a:xfrm>
                  <a:off x="812800" y="1863792"/>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sp>
              <p:nvSpPr>
                <p:cNvPr id="92" name="Text 4">
                  <a:extLst>
                    <a:ext uri="{FF2B5EF4-FFF2-40B4-BE49-F238E27FC236}">
                      <a16:creationId xmlns:a16="http://schemas.microsoft.com/office/drawing/2014/main" id="{56A016F2-5D65-5C3D-F9EE-30675A7D03D6}"/>
                    </a:ext>
                  </a:extLst>
                </p:cNvPr>
                <p:cNvSpPr/>
                <p:nvPr/>
              </p:nvSpPr>
              <p:spPr>
                <a:xfrm>
                  <a:off x="1866900" y="1803350"/>
                  <a:ext cx="13166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93" name="Text 5">
                  <a:extLst>
                    <a:ext uri="{FF2B5EF4-FFF2-40B4-BE49-F238E27FC236}">
                      <a16:creationId xmlns:a16="http://schemas.microsoft.com/office/drawing/2014/main" id="{CE23B05D-983B-0219-B541-879AFDC93469}"/>
                    </a:ext>
                  </a:extLst>
                </p:cNvPr>
                <p:cNvSpPr/>
                <p:nvPr/>
              </p:nvSpPr>
              <p:spPr>
                <a:xfrm>
                  <a:off x="3285133" y="1803350"/>
                  <a:ext cx="8213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106" name="Text 6">
                  <a:extLst>
                    <a:ext uri="{FF2B5EF4-FFF2-40B4-BE49-F238E27FC236}">
                      <a16:creationId xmlns:a16="http://schemas.microsoft.com/office/drawing/2014/main" id="{FED49958-30AB-35F5-EF8B-C0F07AF05115}"/>
                    </a:ext>
                  </a:extLst>
                </p:cNvPr>
                <p:cNvSpPr/>
                <p:nvPr/>
              </p:nvSpPr>
              <p:spPr>
                <a:xfrm>
                  <a:off x="4208066" y="1803350"/>
                  <a:ext cx="11515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sp>
              <p:nvSpPr>
                <p:cNvPr id="108" name="Text 7">
                  <a:extLst>
                    <a:ext uri="{FF2B5EF4-FFF2-40B4-BE49-F238E27FC236}">
                      <a16:creationId xmlns:a16="http://schemas.microsoft.com/office/drawing/2014/main" id="{FC8568BF-712B-0F58-2194-0FEC39F9B9B0}"/>
                    </a:ext>
                  </a:extLst>
                </p:cNvPr>
                <p:cNvSpPr/>
                <p:nvPr/>
              </p:nvSpPr>
              <p:spPr>
                <a:xfrm>
                  <a:off x="5461198" y="1803350"/>
                  <a:ext cx="986433"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grpSp>
          <p:sp>
            <p:nvSpPr>
              <p:cNvPr id="90" name="Text 7">
                <a:extLst>
                  <a:ext uri="{FF2B5EF4-FFF2-40B4-BE49-F238E27FC236}">
                    <a16:creationId xmlns:a16="http://schemas.microsoft.com/office/drawing/2014/main" id="{F6F1488D-31A5-9BCE-695B-A9278675DBCD}"/>
                  </a:ext>
                </a:extLst>
              </p:cNvPr>
              <p:cNvSpPr/>
              <p:nvPr/>
            </p:nvSpPr>
            <p:spPr>
              <a:xfrm>
                <a:off x="1866900" y="2187039"/>
                <a:ext cx="1185070" cy="307330"/>
              </a:xfrm>
              <a:prstGeom prst="roundRect">
                <a:avLst>
                  <a:gd name="adj" fmla="val 16529"/>
                </a:avLst>
              </a:prstGeom>
              <a:noFill/>
              <a:ln w="19050">
                <a:solidFill>
                  <a:schemeClr val="tx1"/>
                </a:solidFill>
                <a:prstDash val="lgDash"/>
              </a:ln>
            </p:spPr>
            <p:txBody>
              <a:bodyPr wrap="none" lIns="0" tIns="0" rIns="0" bIns="0" rtlCol="0" anchor="ctr">
                <a:normAutofit/>
              </a:bodyPr>
              <a:lstStyle/>
              <a:p>
                <a:pPr marL="0" indent="0" algn="ctr">
                  <a:lnSpc>
                    <a:spcPts val="1820"/>
                  </a:lnSpc>
                  <a:buNone/>
                </a:pPr>
                <a:endParaRPr lang="en-US" sz="1300" dirty="0"/>
              </a:p>
            </p:txBody>
          </p:sp>
        </p:grpSp>
        <p:sp>
          <p:nvSpPr>
            <p:cNvPr id="86" name="Text 10">
              <a:extLst>
                <a:ext uri="{FF2B5EF4-FFF2-40B4-BE49-F238E27FC236}">
                  <a16:creationId xmlns:a16="http://schemas.microsoft.com/office/drawing/2014/main" id="{EF85FAAD-CB3E-3C48-D21E-C6638887E535}"/>
                </a:ext>
              </a:extLst>
            </p:cNvPr>
            <p:cNvSpPr/>
            <p:nvPr/>
          </p:nvSpPr>
          <p:spPr>
            <a:xfrm>
              <a:off x="3287746" y="1911930"/>
              <a:ext cx="1349107" cy="307330"/>
            </a:xfrm>
            <a:prstGeom prst="roundRect">
              <a:avLst>
                <a:gd name="adj" fmla="val 16529"/>
              </a:avLst>
            </a:prstGeom>
            <a:solidFill>
              <a:srgbClr val="E6E0A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B:</a:t>
              </a:r>
              <a:r>
                <a:rPr lang="ja-JP" altLang="en-US" sz="1300" b="1" dirty="0">
                  <a:solidFill>
                    <a:srgbClr val="0A0028"/>
                  </a:solidFill>
                  <a:latin typeface="Noto Sans JP" pitchFamily="34" charset="0"/>
                  <a:ea typeface="Noto Sans JP" pitchFamily="34" charset="-122"/>
                  <a:cs typeface="Noto Sans JP" pitchFamily="34" charset="-120"/>
                </a:rPr>
                <a:t>対処不可能</a:t>
              </a:r>
              <a:endParaRPr lang="en-US" sz="1300" dirty="0"/>
            </a:p>
          </p:txBody>
        </p:sp>
      </p:grpSp>
      <p:pic>
        <p:nvPicPr>
          <p:cNvPr id="10" name="図 9">
            <a:extLst>
              <a:ext uri="{FF2B5EF4-FFF2-40B4-BE49-F238E27FC236}">
                <a16:creationId xmlns:a16="http://schemas.microsoft.com/office/drawing/2014/main" id="{531A19B5-3684-924C-15C6-11CDA560B741}"/>
              </a:ext>
            </a:extLst>
          </p:cNvPr>
          <p:cNvPicPr>
            <a:picLocks noChangeAspect="1"/>
          </p:cNvPicPr>
          <p:nvPr/>
        </p:nvPicPr>
        <p:blipFill>
          <a:blip r:embed="rId3"/>
          <a:stretch>
            <a:fillRect/>
          </a:stretch>
        </p:blipFill>
        <p:spPr>
          <a:xfrm>
            <a:off x="1668545" y="1681253"/>
            <a:ext cx="607271" cy="732913"/>
          </a:xfrm>
          <a:prstGeom prst="rect">
            <a:avLst/>
          </a:prstGeom>
        </p:spPr>
      </p:pic>
      <p:grpSp>
        <p:nvGrpSpPr>
          <p:cNvPr id="12" name="グループ化 11">
            <a:extLst>
              <a:ext uri="{FF2B5EF4-FFF2-40B4-BE49-F238E27FC236}">
                <a16:creationId xmlns:a16="http://schemas.microsoft.com/office/drawing/2014/main" id="{0DD13031-5458-E5A7-236E-712B7A5A321C}"/>
              </a:ext>
            </a:extLst>
          </p:cNvPr>
          <p:cNvGrpSpPr/>
          <p:nvPr/>
        </p:nvGrpSpPr>
        <p:grpSpPr>
          <a:xfrm>
            <a:off x="833262" y="3182640"/>
            <a:ext cx="10691988" cy="2774649"/>
            <a:chOff x="775350" y="1403299"/>
            <a:chExt cx="10691988" cy="2774649"/>
          </a:xfrm>
        </p:grpSpPr>
        <p:sp>
          <p:nvSpPr>
            <p:cNvPr id="30" name="Shape 2">
              <a:extLst>
                <a:ext uri="{FF2B5EF4-FFF2-40B4-BE49-F238E27FC236}">
                  <a16:creationId xmlns:a16="http://schemas.microsoft.com/office/drawing/2014/main" id="{A3DF79CE-4176-C9DA-9F63-366414727776}"/>
                </a:ext>
              </a:extLst>
            </p:cNvPr>
            <p:cNvSpPr/>
            <p:nvPr/>
          </p:nvSpPr>
          <p:spPr>
            <a:xfrm>
              <a:off x="775350" y="1403299"/>
              <a:ext cx="10553700" cy="2774649"/>
            </a:xfrm>
            <a:prstGeom prst="roundRect">
              <a:avLst>
                <a:gd name="adj" fmla="val 6800"/>
              </a:avLst>
            </a:prstGeom>
            <a:solidFill>
              <a:srgbClr val="FFFFFF"/>
            </a:solidFill>
            <a:ln w="12700">
              <a:solidFill>
                <a:srgbClr val="0A0028"/>
              </a:solidFill>
              <a:prstDash val="solid"/>
            </a:ln>
          </p:spPr>
          <p:txBody>
            <a:bodyPr/>
            <a:lstStyle/>
            <a:p>
              <a:endParaRPr lang="ja-JP" altLang="en-US"/>
            </a:p>
          </p:txBody>
        </p:sp>
        <p:sp>
          <p:nvSpPr>
            <p:cNvPr id="31" name="Text 3">
              <a:extLst>
                <a:ext uri="{FF2B5EF4-FFF2-40B4-BE49-F238E27FC236}">
                  <a16:creationId xmlns:a16="http://schemas.microsoft.com/office/drawing/2014/main" id="{416A5B1C-BE3C-B060-FBDC-D8466D8CFCFB}"/>
                </a:ext>
              </a:extLst>
            </p:cNvPr>
            <p:cNvSpPr/>
            <p:nvPr/>
          </p:nvSpPr>
          <p:spPr>
            <a:xfrm>
              <a:off x="1028700" y="1587450"/>
              <a:ext cx="10438638" cy="299690"/>
            </a:xfrm>
            <a:prstGeom prst="rect">
              <a:avLst/>
            </a:prstGeom>
            <a:noFill/>
            <a:ln/>
          </p:spPr>
          <p:txBody>
            <a:bodyPr wrap="square" lIns="0" tIns="0" rIns="0" bIns="0" rtlCol="0" anchor="t">
              <a:normAutofit/>
            </a:bodyPr>
            <a:lstStyle/>
            <a:p>
              <a:pPr marL="0" indent="0" algn="l">
                <a:lnSpc>
                  <a:spcPts val="2160"/>
                </a:lnSpc>
                <a:buNone/>
              </a:pPr>
              <a:r>
                <a:rPr lang="ja-JP" altLang="en-US" sz="1800" b="1" dirty="0">
                  <a:solidFill>
                    <a:srgbClr val="0A0028"/>
                  </a:solidFill>
                  <a:latin typeface="Noto Sans JP" pitchFamily="34" charset="0"/>
                  <a:ea typeface="Noto Sans JP" pitchFamily="34" charset="-122"/>
                  <a:cs typeface="Noto Sans JP" pitchFamily="34" charset="-120"/>
                </a:rPr>
                <a:t>③</a:t>
              </a:r>
              <a:r>
                <a:rPr lang="en-US" sz="1800" b="1" dirty="0">
                  <a:solidFill>
                    <a:srgbClr val="0A0028"/>
                  </a:solidFill>
                  <a:latin typeface="Noto Sans JP" pitchFamily="34" charset="0"/>
                  <a:ea typeface="Noto Sans JP" pitchFamily="34" charset="-122"/>
                  <a:cs typeface="Noto Sans JP" pitchFamily="34" charset="-120"/>
                </a:rPr>
                <a:t> B</a:t>
              </a:r>
              <a:r>
                <a:rPr lang="ja-JP" altLang="en-US" sz="1800" b="1" dirty="0">
                  <a:solidFill>
                    <a:srgbClr val="0A0028"/>
                  </a:solidFill>
                  <a:latin typeface="Noto Sans JP" pitchFamily="34" charset="0"/>
                  <a:ea typeface="Noto Sans JP" pitchFamily="34" charset="-122"/>
                  <a:cs typeface="Noto Sans JP" pitchFamily="34" charset="-120"/>
                </a:rPr>
                <a:t>の</a:t>
              </a:r>
              <a:r>
                <a:rPr lang="en-US" altLang="ja-JP" sz="1800" b="1" dirty="0">
                  <a:solidFill>
                    <a:srgbClr val="0A0028"/>
                  </a:solidFill>
                  <a:latin typeface="Noto Sans JP" pitchFamily="34" charset="0"/>
                  <a:ea typeface="Noto Sans JP" pitchFamily="34" charset="-122"/>
                  <a:cs typeface="Noto Sans JP" pitchFamily="34" charset="-120"/>
                </a:rPr>
                <a:t>HP</a:t>
              </a:r>
              <a:r>
                <a:rPr lang="ja-JP" altLang="en-US" sz="1800" b="1" dirty="0">
                  <a:solidFill>
                    <a:srgbClr val="0A0028"/>
                  </a:solidFill>
                  <a:latin typeface="Noto Sans JP" pitchFamily="34" charset="0"/>
                  <a:ea typeface="Noto Sans JP" pitchFamily="34" charset="-122"/>
                  <a:cs typeface="Noto Sans JP" pitchFamily="34" charset="-120"/>
                </a:rPr>
                <a:t>喪失</a:t>
              </a:r>
              <a:endParaRPr lang="en-US" sz="1800" b="1" dirty="0">
                <a:solidFill>
                  <a:srgbClr val="0A0028"/>
                </a:solidFill>
                <a:latin typeface="Noto Sans JP" pitchFamily="34" charset="0"/>
                <a:ea typeface="Noto Sans JP" pitchFamily="34" charset="-122"/>
                <a:cs typeface="Noto Sans JP" pitchFamily="34" charset="-120"/>
              </a:endParaRPr>
            </a:p>
          </p:txBody>
        </p:sp>
        <p:sp>
          <p:nvSpPr>
            <p:cNvPr id="34" name="Text 7">
              <a:extLst>
                <a:ext uri="{FF2B5EF4-FFF2-40B4-BE49-F238E27FC236}">
                  <a16:creationId xmlns:a16="http://schemas.microsoft.com/office/drawing/2014/main" id="{6C6D5B56-CAD4-2647-9C1B-A890F6423A0A}"/>
                </a:ext>
              </a:extLst>
            </p:cNvPr>
            <p:cNvSpPr/>
            <p:nvPr/>
          </p:nvSpPr>
          <p:spPr>
            <a:xfrm>
              <a:off x="1040507" y="3245613"/>
              <a:ext cx="10241856" cy="817528"/>
            </a:xfrm>
            <a:prstGeom prst="rect">
              <a:avLst/>
            </a:prstGeom>
            <a:noFill/>
            <a:ln/>
          </p:spPr>
          <p:txBody>
            <a:bodyPr wrap="square" lIns="0" tIns="0" rIns="0" bIns="0" rtlCol="0" anchor="t">
              <a:normAutofit/>
            </a:bodyPr>
            <a:lstStyle/>
            <a:p>
              <a:pPr>
                <a:lnSpc>
                  <a:spcPts val="1950"/>
                </a:lnSpc>
              </a:pPr>
              <a:r>
                <a:rPr lang="en-US" sz="1300" dirty="0">
                  <a:solidFill>
                    <a:srgbClr val="0A0028"/>
                  </a:solidFill>
                  <a:latin typeface="Noto Sans JP" pitchFamily="34" charset="0"/>
                  <a:ea typeface="Noto Sans JP" pitchFamily="34" charset="-122"/>
                  <a:cs typeface="Noto Sans JP" pitchFamily="34" charset="-120"/>
                </a:rPr>
                <a:t>2</a:t>
              </a:r>
              <a:r>
                <a:rPr lang="ja-JP" altLang="en-US" sz="1300" dirty="0">
                  <a:solidFill>
                    <a:srgbClr val="0A0028"/>
                  </a:solidFill>
                  <a:latin typeface="Noto Sans JP" pitchFamily="34" charset="0"/>
                  <a:ea typeface="Noto Sans JP" pitchFamily="34" charset="-122"/>
                  <a:cs typeface="Noto Sans JP" pitchFamily="34" charset="-120"/>
                </a:rPr>
                <a:t>ダメージを与えたので、</a:t>
              </a:r>
              <a:r>
                <a:rPr lang="en-US" sz="1300" dirty="0">
                  <a:solidFill>
                    <a:srgbClr val="0A0028"/>
                  </a:solidFill>
                  <a:latin typeface="Noto Sans JP" pitchFamily="34" charset="0"/>
                  <a:ea typeface="Noto Sans JP" pitchFamily="34" charset="-122"/>
                  <a:cs typeface="Noto Sans JP" pitchFamily="34" charset="-120"/>
                </a:rPr>
                <a:t>A</a:t>
              </a:r>
              <a:r>
                <a:rPr lang="ja-JP" altLang="en-US" sz="1300" dirty="0">
                  <a:solidFill>
                    <a:srgbClr val="0A0028"/>
                  </a:solidFill>
                  <a:latin typeface="Noto Sans JP" pitchFamily="34" charset="0"/>
                  <a:ea typeface="Noto Sans JP" pitchFamily="34" charset="-122"/>
                  <a:cs typeface="Noto Sans JP" pitchFamily="34" charset="-120"/>
                </a:rPr>
                <a:t>は</a:t>
              </a:r>
              <a:r>
                <a:rPr lang="en-US" altLang="ja-JP" sz="1300" dirty="0">
                  <a:solidFill>
                    <a:srgbClr val="0A0028"/>
                  </a:solidFill>
                  <a:latin typeface="Noto Sans JP" pitchFamily="34" charset="0"/>
                  <a:ea typeface="Noto Sans JP" pitchFamily="34" charset="-122"/>
                  <a:cs typeface="Noto Sans JP" pitchFamily="34" charset="-120"/>
                </a:rPr>
                <a:t>B</a:t>
              </a:r>
              <a:r>
                <a:rPr lang="ja-JP" altLang="en-US" sz="1300" dirty="0">
                  <a:solidFill>
                    <a:srgbClr val="0A0028"/>
                  </a:solidFill>
                  <a:latin typeface="Noto Sans JP" pitchFamily="34" charset="0"/>
                  <a:ea typeface="Noto Sans JP" pitchFamily="34" charset="-122"/>
                  <a:cs typeface="Noto Sans JP" pitchFamily="34" charset="-120"/>
                </a:rPr>
                <a:t>の</a:t>
              </a:r>
              <a:r>
                <a:rPr lang="en-US" altLang="ja-JP" sz="1300" dirty="0">
                  <a:solidFill>
                    <a:srgbClr val="0A0028"/>
                  </a:solidFill>
                  <a:latin typeface="Noto Sans JP" pitchFamily="34" charset="0"/>
                  <a:ea typeface="Noto Sans JP" pitchFamily="34" charset="-122"/>
                  <a:cs typeface="Noto Sans JP" pitchFamily="34" charset="-120"/>
                </a:rPr>
                <a:t>HP</a:t>
              </a:r>
              <a:r>
                <a:rPr lang="ja-JP" altLang="en-US" sz="1300" dirty="0">
                  <a:solidFill>
                    <a:srgbClr val="0A0028"/>
                  </a:solidFill>
                  <a:latin typeface="Noto Sans JP" pitchFamily="34" charset="0"/>
                  <a:ea typeface="Noto Sans JP" pitchFamily="34" charset="-122"/>
                  <a:cs typeface="Noto Sans JP" pitchFamily="34" charset="-120"/>
                </a:rPr>
                <a:t>カードのうち</a:t>
              </a:r>
              <a:r>
                <a:rPr lang="en-US" altLang="ja-JP" sz="1300" dirty="0">
                  <a:solidFill>
                    <a:srgbClr val="0A0028"/>
                  </a:solidFill>
                  <a:latin typeface="Noto Sans JP" pitchFamily="34" charset="0"/>
                  <a:ea typeface="Noto Sans JP" pitchFamily="34" charset="-122"/>
                  <a:cs typeface="Noto Sans JP" pitchFamily="34" charset="-120"/>
                </a:rPr>
                <a:t>2</a:t>
              </a:r>
              <a:r>
                <a:rPr lang="ja-JP" altLang="en-US" sz="1300" dirty="0">
                  <a:solidFill>
                    <a:srgbClr val="0A0028"/>
                  </a:solidFill>
                  <a:latin typeface="Noto Sans JP" pitchFamily="34" charset="0"/>
                  <a:ea typeface="Noto Sans JP" pitchFamily="34" charset="-122"/>
                  <a:cs typeface="Noto Sans JP" pitchFamily="34" charset="-120"/>
                </a:rPr>
                <a:t>枚を選んで捨てさせる。</a:t>
              </a:r>
              <a:endParaRPr lang="en-US" altLang="ja-JP" sz="1300" dirty="0">
                <a:solidFill>
                  <a:srgbClr val="0A0028"/>
                </a:solidFill>
                <a:latin typeface="Noto Sans JP" pitchFamily="34" charset="0"/>
                <a:ea typeface="Noto Sans JP" pitchFamily="34" charset="-122"/>
                <a:cs typeface="Noto Sans JP" pitchFamily="34" charset="-120"/>
              </a:endParaRPr>
            </a:p>
            <a:p>
              <a:pPr>
                <a:lnSpc>
                  <a:spcPts val="1950"/>
                </a:lnSpc>
              </a:pPr>
              <a:r>
                <a:rPr lang="ja-JP" altLang="en-US" sz="1300" dirty="0">
                  <a:solidFill>
                    <a:srgbClr val="0A0028"/>
                  </a:solidFill>
                  <a:latin typeface="Noto Sans JP" pitchFamily="34" charset="0"/>
                  <a:ea typeface="Noto Sans JP" pitchFamily="34" charset="-122"/>
                  <a:cs typeface="Noto Sans JP" pitchFamily="34" charset="-120"/>
                </a:rPr>
                <a:t>結果：</a:t>
              </a:r>
              <a:r>
                <a:rPr lang="en-US" altLang="ja-JP" sz="1300" dirty="0">
                  <a:solidFill>
                    <a:srgbClr val="0A0028"/>
                  </a:solidFill>
                  <a:latin typeface="Noto Sans JP" pitchFamily="34" charset="0"/>
                  <a:ea typeface="Noto Sans JP" pitchFamily="34" charset="-122"/>
                  <a:cs typeface="Noto Sans JP" pitchFamily="34" charset="-120"/>
                </a:rPr>
                <a:t>HP</a:t>
              </a:r>
              <a:r>
                <a:rPr lang="ja-JP" altLang="en-US" sz="1300" dirty="0">
                  <a:solidFill>
                    <a:srgbClr val="0A0028"/>
                  </a:solidFill>
                  <a:latin typeface="Noto Sans JP" pitchFamily="34" charset="0"/>
                  <a:ea typeface="Noto Sans JP" pitchFamily="34" charset="-122"/>
                  <a:cs typeface="Noto Sans JP" pitchFamily="34" charset="-120"/>
                </a:rPr>
                <a:t>カードの種類はなんと</a:t>
              </a:r>
              <a:r>
                <a:rPr lang="en-US" altLang="ja-JP" sz="1300" dirty="0">
                  <a:solidFill>
                    <a:srgbClr val="0A0028"/>
                  </a:solidFill>
                  <a:latin typeface="Noto Sans JP" pitchFamily="34" charset="0"/>
                  <a:ea typeface="Noto Sans JP" pitchFamily="34" charset="-122"/>
                  <a:cs typeface="Noto Sans JP" pitchFamily="34" charset="-120"/>
                </a:rPr>
                <a:t>2</a:t>
              </a:r>
              <a:r>
                <a:rPr lang="ja-JP" altLang="en-US" sz="1300" dirty="0">
                  <a:solidFill>
                    <a:srgbClr val="0A0028"/>
                  </a:solidFill>
                  <a:latin typeface="Noto Sans JP" pitchFamily="34" charset="0"/>
                  <a:ea typeface="Noto Sans JP" pitchFamily="34" charset="-122"/>
                  <a:cs typeface="Noto Sans JP" pitchFamily="34" charset="-120"/>
                </a:rPr>
                <a:t>回連続で頭部だった。</a:t>
              </a:r>
              <a:r>
                <a:rPr lang="en-US" altLang="ja-JP" sz="1300" dirty="0">
                  <a:solidFill>
                    <a:srgbClr val="0A0028"/>
                  </a:solidFill>
                  <a:latin typeface="Noto Sans JP" pitchFamily="34" charset="0"/>
                  <a:ea typeface="Noto Sans JP" pitchFamily="34" charset="-122"/>
                  <a:cs typeface="Noto Sans JP" pitchFamily="34" charset="-120"/>
                </a:rPr>
                <a:t>B</a:t>
              </a:r>
              <a:r>
                <a:rPr lang="ja-JP" altLang="en-US" sz="1300" dirty="0">
                  <a:solidFill>
                    <a:srgbClr val="0A0028"/>
                  </a:solidFill>
                  <a:latin typeface="Noto Sans JP" pitchFamily="34" charset="0"/>
                  <a:ea typeface="Noto Sans JP" pitchFamily="34" charset="-122"/>
                  <a:cs typeface="Noto Sans JP" pitchFamily="34" charset="-120"/>
                </a:rPr>
                <a:t>は連続で頭部の</a:t>
              </a:r>
              <a:r>
                <a:rPr lang="en-US" altLang="ja-JP" sz="1300" dirty="0">
                  <a:solidFill>
                    <a:srgbClr val="0A0028"/>
                  </a:solidFill>
                  <a:latin typeface="Noto Sans JP" pitchFamily="34" charset="0"/>
                  <a:ea typeface="Noto Sans JP" pitchFamily="34" charset="-122"/>
                  <a:cs typeface="Noto Sans JP" pitchFamily="34" charset="-120"/>
                </a:rPr>
                <a:t>HP</a:t>
              </a:r>
              <a:r>
                <a:rPr lang="ja-JP" altLang="en-US" sz="1300" dirty="0">
                  <a:solidFill>
                    <a:srgbClr val="0A0028"/>
                  </a:solidFill>
                  <a:latin typeface="Noto Sans JP" pitchFamily="34" charset="0"/>
                  <a:ea typeface="Noto Sans JP" pitchFamily="34" charset="-122"/>
                  <a:cs typeface="Noto Sans JP" pitchFamily="34" charset="-120"/>
                </a:rPr>
                <a:t>カードを失ったため、</a:t>
              </a:r>
              <a:r>
                <a:rPr lang="en-US" altLang="ja-JP" sz="1300" dirty="0">
                  <a:solidFill>
                    <a:srgbClr val="0A0028"/>
                  </a:solidFill>
                  <a:latin typeface="Noto Sans JP" pitchFamily="34" charset="0"/>
                  <a:ea typeface="Noto Sans JP" pitchFamily="34" charset="-122"/>
                  <a:cs typeface="Noto Sans JP" pitchFamily="34" charset="-120"/>
                </a:rPr>
                <a:t>B</a:t>
              </a:r>
              <a:r>
                <a:rPr lang="ja-JP" altLang="en-US" sz="1300" dirty="0">
                  <a:solidFill>
                    <a:srgbClr val="0A0028"/>
                  </a:solidFill>
                  <a:latin typeface="Noto Sans JP" pitchFamily="34" charset="0"/>
                  <a:ea typeface="Noto Sans JP" pitchFamily="34" charset="-122"/>
                  <a:cs typeface="Noto Sans JP" pitchFamily="34" charset="-120"/>
                </a:rPr>
                <a:t>は敗北してしまった。</a:t>
              </a:r>
              <a:endParaRPr lang="en-US" altLang="ja-JP" sz="1300" dirty="0">
                <a:solidFill>
                  <a:srgbClr val="0A0028"/>
                </a:solidFill>
                <a:latin typeface="Noto Sans JP" pitchFamily="34" charset="0"/>
                <a:ea typeface="Noto Sans JP" pitchFamily="34" charset="-122"/>
                <a:cs typeface="Noto Sans JP" pitchFamily="34" charset="-120"/>
              </a:endParaRPr>
            </a:p>
            <a:p>
              <a:pPr>
                <a:lnSpc>
                  <a:spcPts val="1950"/>
                </a:lnSpc>
              </a:pPr>
              <a:r>
                <a:rPr lang="ja-JP" altLang="en-US" sz="1300" dirty="0">
                  <a:solidFill>
                    <a:srgbClr val="0A0028"/>
                  </a:solidFill>
                  <a:latin typeface="Noto Sans JP" pitchFamily="34" charset="0"/>
                  <a:ea typeface="Noto Sans JP" pitchFamily="34" charset="-122"/>
                  <a:cs typeface="Noto Sans JP" pitchFamily="34" charset="-120"/>
                </a:rPr>
                <a:t>これによって</a:t>
              </a:r>
              <a:r>
                <a:rPr lang="en-US" altLang="ja-JP" sz="1300" dirty="0">
                  <a:solidFill>
                    <a:srgbClr val="0A0028"/>
                  </a:solidFill>
                  <a:latin typeface="Noto Sans JP" pitchFamily="34" charset="0"/>
                  <a:ea typeface="Noto Sans JP" pitchFamily="34" charset="-122"/>
                  <a:cs typeface="Noto Sans JP" pitchFamily="34" charset="-120"/>
                </a:rPr>
                <a:t>A</a:t>
              </a:r>
              <a:r>
                <a:rPr lang="ja-JP" altLang="en-US" sz="1300" dirty="0">
                  <a:solidFill>
                    <a:srgbClr val="0A0028"/>
                  </a:solidFill>
                  <a:latin typeface="Noto Sans JP" pitchFamily="34" charset="0"/>
                  <a:ea typeface="Noto Sans JP" pitchFamily="34" charset="-122"/>
                  <a:cs typeface="Noto Sans JP" pitchFamily="34" charset="-120"/>
                </a:rPr>
                <a:t>が勝利した。</a:t>
              </a:r>
              <a:endParaRPr lang="en-US" altLang="ja-JP" sz="1300" dirty="0">
                <a:solidFill>
                  <a:srgbClr val="0A0028"/>
                </a:solidFill>
                <a:latin typeface="Noto Sans JP" pitchFamily="34" charset="0"/>
                <a:ea typeface="Noto Sans JP" pitchFamily="34" charset="-122"/>
                <a:cs typeface="Noto Sans JP" pitchFamily="34" charset="-120"/>
              </a:endParaRPr>
            </a:p>
          </p:txBody>
        </p:sp>
      </p:grpSp>
      <p:grpSp>
        <p:nvGrpSpPr>
          <p:cNvPr id="44" name="グループ化 43">
            <a:extLst>
              <a:ext uri="{FF2B5EF4-FFF2-40B4-BE49-F238E27FC236}">
                <a16:creationId xmlns:a16="http://schemas.microsoft.com/office/drawing/2014/main" id="{6D615DFE-6452-9956-DCFD-EE6913D79236}"/>
              </a:ext>
            </a:extLst>
          </p:cNvPr>
          <p:cNvGrpSpPr/>
          <p:nvPr/>
        </p:nvGrpSpPr>
        <p:grpSpPr>
          <a:xfrm>
            <a:off x="1061492" y="3666481"/>
            <a:ext cx="4203367" cy="1268914"/>
            <a:chOff x="3426785" y="3366791"/>
            <a:chExt cx="4203367" cy="1268914"/>
          </a:xfrm>
        </p:grpSpPr>
        <p:pic>
          <p:nvPicPr>
            <p:cNvPr id="38" name="図 37">
              <a:extLst>
                <a:ext uri="{FF2B5EF4-FFF2-40B4-BE49-F238E27FC236}">
                  <a16:creationId xmlns:a16="http://schemas.microsoft.com/office/drawing/2014/main" id="{584C52ED-70FC-A679-A3A5-CB67E6B0994A}"/>
                </a:ext>
              </a:extLst>
            </p:cNvPr>
            <p:cNvPicPr>
              <a:picLocks noChangeAspect="1"/>
            </p:cNvPicPr>
            <p:nvPr/>
          </p:nvPicPr>
          <p:blipFill>
            <a:blip r:embed="rId4"/>
            <a:srcRect t="54717"/>
            <a:stretch>
              <a:fillRect/>
            </a:stretch>
          </p:blipFill>
          <p:spPr>
            <a:xfrm>
              <a:off x="3426785" y="3366791"/>
              <a:ext cx="4203367" cy="1268914"/>
            </a:xfrm>
            <a:prstGeom prst="rect">
              <a:avLst/>
            </a:prstGeom>
          </p:spPr>
        </p:pic>
        <p:pic>
          <p:nvPicPr>
            <p:cNvPr id="36" name="図 35">
              <a:extLst>
                <a:ext uri="{FF2B5EF4-FFF2-40B4-BE49-F238E27FC236}">
                  <a16:creationId xmlns:a16="http://schemas.microsoft.com/office/drawing/2014/main" id="{669832B8-8B18-4F45-3D1D-F152A472EE7D}"/>
                </a:ext>
              </a:extLst>
            </p:cNvPr>
            <p:cNvPicPr>
              <a:picLocks noChangeAspect="1"/>
            </p:cNvPicPr>
            <p:nvPr/>
          </p:nvPicPr>
          <p:blipFill>
            <a:blip r:embed="rId5"/>
            <a:stretch>
              <a:fillRect/>
            </a:stretch>
          </p:blipFill>
          <p:spPr>
            <a:xfrm>
              <a:off x="3511308" y="3850632"/>
              <a:ext cx="576399" cy="695655"/>
            </a:xfrm>
            <a:prstGeom prst="rect">
              <a:avLst/>
            </a:prstGeom>
          </p:spPr>
        </p:pic>
        <p:pic>
          <p:nvPicPr>
            <p:cNvPr id="39" name="図 38">
              <a:extLst>
                <a:ext uri="{FF2B5EF4-FFF2-40B4-BE49-F238E27FC236}">
                  <a16:creationId xmlns:a16="http://schemas.microsoft.com/office/drawing/2014/main" id="{9F953564-0F42-CE9A-9D9F-95B4B4D00F8F}"/>
                </a:ext>
              </a:extLst>
            </p:cNvPr>
            <p:cNvPicPr>
              <a:picLocks noChangeAspect="1"/>
            </p:cNvPicPr>
            <p:nvPr/>
          </p:nvPicPr>
          <p:blipFill>
            <a:blip r:embed="rId5"/>
            <a:stretch>
              <a:fillRect/>
            </a:stretch>
          </p:blipFill>
          <p:spPr>
            <a:xfrm>
              <a:off x="4216257" y="3846865"/>
              <a:ext cx="576399" cy="695655"/>
            </a:xfrm>
            <a:prstGeom prst="rect">
              <a:avLst/>
            </a:prstGeom>
          </p:spPr>
        </p:pic>
        <p:pic>
          <p:nvPicPr>
            <p:cNvPr id="40" name="図 39">
              <a:extLst>
                <a:ext uri="{FF2B5EF4-FFF2-40B4-BE49-F238E27FC236}">
                  <a16:creationId xmlns:a16="http://schemas.microsoft.com/office/drawing/2014/main" id="{2CA74788-63BB-0CDA-CBDD-06AB12C387FB}"/>
                </a:ext>
              </a:extLst>
            </p:cNvPr>
            <p:cNvPicPr>
              <a:picLocks noChangeAspect="1"/>
            </p:cNvPicPr>
            <p:nvPr/>
          </p:nvPicPr>
          <p:blipFill>
            <a:blip r:embed="rId5"/>
            <a:stretch>
              <a:fillRect/>
            </a:stretch>
          </p:blipFill>
          <p:spPr>
            <a:xfrm>
              <a:off x="4903506" y="3841701"/>
              <a:ext cx="576399" cy="695655"/>
            </a:xfrm>
            <a:prstGeom prst="rect">
              <a:avLst/>
            </a:prstGeom>
          </p:spPr>
        </p:pic>
        <p:pic>
          <p:nvPicPr>
            <p:cNvPr id="41" name="図 40">
              <a:extLst>
                <a:ext uri="{FF2B5EF4-FFF2-40B4-BE49-F238E27FC236}">
                  <a16:creationId xmlns:a16="http://schemas.microsoft.com/office/drawing/2014/main" id="{E893A5E6-DE61-D9BC-B690-1510E26A28C1}"/>
                </a:ext>
              </a:extLst>
            </p:cNvPr>
            <p:cNvPicPr>
              <a:picLocks noChangeAspect="1"/>
            </p:cNvPicPr>
            <p:nvPr/>
          </p:nvPicPr>
          <p:blipFill>
            <a:blip r:embed="rId5"/>
            <a:stretch>
              <a:fillRect/>
            </a:stretch>
          </p:blipFill>
          <p:spPr>
            <a:xfrm>
              <a:off x="5590755" y="3850632"/>
              <a:ext cx="576399" cy="695655"/>
            </a:xfrm>
            <a:prstGeom prst="rect">
              <a:avLst/>
            </a:prstGeom>
          </p:spPr>
        </p:pic>
        <p:pic>
          <p:nvPicPr>
            <p:cNvPr id="42" name="図 41">
              <a:extLst>
                <a:ext uri="{FF2B5EF4-FFF2-40B4-BE49-F238E27FC236}">
                  <a16:creationId xmlns:a16="http://schemas.microsoft.com/office/drawing/2014/main" id="{D8FE0810-01A1-62E7-113A-E41C8218CF2C}"/>
                </a:ext>
              </a:extLst>
            </p:cNvPr>
            <p:cNvPicPr>
              <a:picLocks noChangeAspect="1"/>
            </p:cNvPicPr>
            <p:nvPr/>
          </p:nvPicPr>
          <p:blipFill>
            <a:blip r:embed="rId5"/>
            <a:stretch>
              <a:fillRect/>
            </a:stretch>
          </p:blipFill>
          <p:spPr>
            <a:xfrm>
              <a:off x="6287141" y="3848191"/>
              <a:ext cx="576399" cy="695655"/>
            </a:xfrm>
            <a:prstGeom prst="rect">
              <a:avLst/>
            </a:prstGeom>
          </p:spPr>
        </p:pic>
        <p:pic>
          <p:nvPicPr>
            <p:cNvPr id="43" name="図 42">
              <a:extLst>
                <a:ext uri="{FF2B5EF4-FFF2-40B4-BE49-F238E27FC236}">
                  <a16:creationId xmlns:a16="http://schemas.microsoft.com/office/drawing/2014/main" id="{4615E49A-2325-8837-8DCB-7E1B68673B78}"/>
                </a:ext>
              </a:extLst>
            </p:cNvPr>
            <p:cNvPicPr>
              <a:picLocks noChangeAspect="1"/>
            </p:cNvPicPr>
            <p:nvPr/>
          </p:nvPicPr>
          <p:blipFill>
            <a:blip r:embed="rId5"/>
            <a:stretch>
              <a:fillRect/>
            </a:stretch>
          </p:blipFill>
          <p:spPr>
            <a:xfrm>
              <a:off x="6970320" y="3850634"/>
              <a:ext cx="576399" cy="695655"/>
            </a:xfrm>
            <a:prstGeom prst="rect">
              <a:avLst/>
            </a:prstGeom>
          </p:spPr>
        </p:pic>
      </p:grpSp>
      <p:grpSp>
        <p:nvGrpSpPr>
          <p:cNvPr id="45" name="グループ化 44">
            <a:extLst>
              <a:ext uri="{FF2B5EF4-FFF2-40B4-BE49-F238E27FC236}">
                <a16:creationId xmlns:a16="http://schemas.microsoft.com/office/drawing/2014/main" id="{28385E05-F020-2375-9085-27C3E756DEFF}"/>
              </a:ext>
            </a:extLst>
          </p:cNvPr>
          <p:cNvGrpSpPr/>
          <p:nvPr/>
        </p:nvGrpSpPr>
        <p:grpSpPr>
          <a:xfrm>
            <a:off x="6684474" y="3660928"/>
            <a:ext cx="4203367" cy="1268914"/>
            <a:chOff x="3426785" y="3366791"/>
            <a:chExt cx="4203367" cy="1268914"/>
          </a:xfrm>
        </p:grpSpPr>
        <p:pic>
          <p:nvPicPr>
            <p:cNvPr id="46" name="図 45">
              <a:extLst>
                <a:ext uri="{FF2B5EF4-FFF2-40B4-BE49-F238E27FC236}">
                  <a16:creationId xmlns:a16="http://schemas.microsoft.com/office/drawing/2014/main" id="{4A22BF06-9E09-1D0E-3115-CB9ADDE698AF}"/>
                </a:ext>
              </a:extLst>
            </p:cNvPr>
            <p:cNvPicPr>
              <a:picLocks noChangeAspect="1"/>
            </p:cNvPicPr>
            <p:nvPr/>
          </p:nvPicPr>
          <p:blipFill>
            <a:blip r:embed="rId4"/>
            <a:srcRect t="54717"/>
            <a:stretch>
              <a:fillRect/>
            </a:stretch>
          </p:blipFill>
          <p:spPr>
            <a:xfrm>
              <a:off x="3426785" y="3366791"/>
              <a:ext cx="4203367" cy="1268914"/>
            </a:xfrm>
            <a:prstGeom prst="rect">
              <a:avLst/>
            </a:prstGeom>
          </p:spPr>
        </p:pic>
        <p:pic>
          <p:nvPicPr>
            <p:cNvPr id="47" name="図 46">
              <a:extLst>
                <a:ext uri="{FF2B5EF4-FFF2-40B4-BE49-F238E27FC236}">
                  <a16:creationId xmlns:a16="http://schemas.microsoft.com/office/drawing/2014/main" id="{28F79F6D-CAD5-C81C-4ADE-88712674D5C5}"/>
                </a:ext>
              </a:extLst>
            </p:cNvPr>
            <p:cNvPicPr>
              <a:picLocks noChangeAspect="1"/>
            </p:cNvPicPr>
            <p:nvPr/>
          </p:nvPicPr>
          <p:blipFill>
            <a:blip r:embed="rId5"/>
            <a:stretch>
              <a:fillRect/>
            </a:stretch>
          </p:blipFill>
          <p:spPr>
            <a:xfrm>
              <a:off x="3511308" y="3850632"/>
              <a:ext cx="576399" cy="695655"/>
            </a:xfrm>
            <a:prstGeom prst="rect">
              <a:avLst/>
            </a:prstGeom>
          </p:spPr>
        </p:pic>
        <p:pic>
          <p:nvPicPr>
            <p:cNvPr id="49" name="図 48">
              <a:extLst>
                <a:ext uri="{FF2B5EF4-FFF2-40B4-BE49-F238E27FC236}">
                  <a16:creationId xmlns:a16="http://schemas.microsoft.com/office/drawing/2014/main" id="{9DF03F7C-9201-129C-60FD-7B93D38759FB}"/>
                </a:ext>
              </a:extLst>
            </p:cNvPr>
            <p:cNvPicPr>
              <a:picLocks noChangeAspect="1"/>
            </p:cNvPicPr>
            <p:nvPr/>
          </p:nvPicPr>
          <p:blipFill>
            <a:blip r:embed="rId5"/>
            <a:stretch>
              <a:fillRect/>
            </a:stretch>
          </p:blipFill>
          <p:spPr>
            <a:xfrm>
              <a:off x="4903506" y="3841701"/>
              <a:ext cx="576399" cy="695655"/>
            </a:xfrm>
            <a:prstGeom prst="rect">
              <a:avLst/>
            </a:prstGeom>
          </p:spPr>
        </p:pic>
        <p:pic>
          <p:nvPicPr>
            <p:cNvPr id="51" name="図 50">
              <a:extLst>
                <a:ext uri="{FF2B5EF4-FFF2-40B4-BE49-F238E27FC236}">
                  <a16:creationId xmlns:a16="http://schemas.microsoft.com/office/drawing/2014/main" id="{74FD2419-4463-7769-CB60-C55FF5B71098}"/>
                </a:ext>
              </a:extLst>
            </p:cNvPr>
            <p:cNvPicPr>
              <a:picLocks noChangeAspect="1"/>
            </p:cNvPicPr>
            <p:nvPr/>
          </p:nvPicPr>
          <p:blipFill>
            <a:blip r:embed="rId5"/>
            <a:stretch>
              <a:fillRect/>
            </a:stretch>
          </p:blipFill>
          <p:spPr>
            <a:xfrm>
              <a:off x="6287141" y="3848191"/>
              <a:ext cx="576399" cy="695655"/>
            </a:xfrm>
            <a:prstGeom prst="rect">
              <a:avLst/>
            </a:prstGeom>
          </p:spPr>
        </p:pic>
        <p:pic>
          <p:nvPicPr>
            <p:cNvPr id="66" name="図 65">
              <a:extLst>
                <a:ext uri="{FF2B5EF4-FFF2-40B4-BE49-F238E27FC236}">
                  <a16:creationId xmlns:a16="http://schemas.microsoft.com/office/drawing/2014/main" id="{1E623FB2-8B46-36ED-A9B1-FC35558E3B8C}"/>
                </a:ext>
              </a:extLst>
            </p:cNvPr>
            <p:cNvPicPr>
              <a:picLocks noChangeAspect="1"/>
            </p:cNvPicPr>
            <p:nvPr/>
          </p:nvPicPr>
          <p:blipFill>
            <a:blip r:embed="rId5"/>
            <a:stretch>
              <a:fillRect/>
            </a:stretch>
          </p:blipFill>
          <p:spPr>
            <a:xfrm>
              <a:off x="6970320" y="3850634"/>
              <a:ext cx="576399" cy="695655"/>
            </a:xfrm>
            <a:prstGeom prst="rect">
              <a:avLst/>
            </a:prstGeom>
          </p:spPr>
        </p:pic>
      </p:grpSp>
      <p:sp>
        <p:nvSpPr>
          <p:cNvPr id="70" name="矢印: 右 69">
            <a:extLst>
              <a:ext uri="{FF2B5EF4-FFF2-40B4-BE49-F238E27FC236}">
                <a16:creationId xmlns:a16="http://schemas.microsoft.com/office/drawing/2014/main" id="{66454658-B934-997E-75F4-AF0B50675B74}"/>
              </a:ext>
            </a:extLst>
          </p:cNvPr>
          <p:cNvSpPr/>
          <p:nvPr/>
        </p:nvSpPr>
        <p:spPr>
          <a:xfrm>
            <a:off x="5440797" y="3955978"/>
            <a:ext cx="1077456" cy="779479"/>
          </a:xfrm>
          <a:prstGeom prst="rightArrow">
            <a:avLst/>
          </a:prstGeom>
          <a:solidFill>
            <a:srgbClr val="FFD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4" name="図 73">
            <a:extLst>
              <a:ext uri="{FF2B5EF4-FFF2-40B4-BE49-F238E27FC236}">
                <a16:creationId xmlns:a16="http://schemas.microsoft.com/office/drawing/2014/main" id="{49C1D59B-9B9A-21C0-1DC5-3579E3AE85AE}"/>
              </a:ext>
            </a:extLst>
          </p:cNvPr>
          <p:cNvPicPr>
            <a:picLocks noChangeAspect="1"/>
          </p:cNvPicPr>
          <p:nvPr/>
        </p:nvPicPr>
        <p:blipFill>
          <a:blip r:embed="rId6"/>
          <a:stretch>
            <a:fillRect/>
          </a:stretch>
        </p:blipFill>
        <p:spPr>
          <a:xfrm>
            <a:off x="7473945" y="4141391"/>
            <a:ext cx="576400" cy="695655"/>
          </a:xfrm>
          <a:prstGeom prst="rect">
            <a:avLst/>
          </a:prstGeom>
        </p:spPr>
      </p:pic>
      <p:pic>
        <p:nvPicPr>
          <p:cNvPr id="76" name="図 75">
            <a:extLst>
              <a:ext uri="{FF2B5EF4-FFF2-40B4-BE49-F238E27FC236}">
                <a16:creationId xmlns:a16="http://schemas.microsoft.com/office/drawing/2014/main" id="{ABF137CA-76D8-5B49-75AC-D1573E1532F6}"/>
              </a:ext>
            </a:extLst>
          </p:cNvPr>
          <p:cNvPicPr>
            <a:picLocks noChangeAspect="1"/>
          </p:cNvPicPr>
          <p:nvPr/>
        </p:nvPicPr>
        <p:blipFill>
          <a:blip r:embed="rId6"/>
          <a:stretch>
            <a:fillRect/>
          </a:stretch>
        </p:blipFill>
        <p:spPr>
          <a:xfrm>
            <a:off x="8855362" y="4139667"/>
            <a:ext cx="576400" cy="695655"/>
          </a:xfrm>
          <a:prstGeom prst="rect">
            <a:avLst/>
          </a:prstGeom>
        </p:spPr>
      </p:pic>
    </p:spTree>
    <p:extLst>
      <p:ext uri="{BB962C8B-B14F-4D97-AF65-F5344CB8AC3E}">
        <p14:creationId xmlns:p14="http://schemas.microsoft.com/office/powerpoint/2010/main" val="4060158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457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34A00"/>
                </a:solidFill>
                <a:latin typeface="Noto Sans JP" pitchFamily="34" charset="0"/>
                <a:ea typeface="Noto Sans JP" pitchFamily="34" charset="-122"/>
                <a:cs typeface="Noto Sans JP" pitchFamily="34" charset="-120"/>
              </a:rPr>
              <a:t>SAMPLE PLAY 3</a:t>
            </a:r>
            <a:endParaRPr lang="en-US" sz="1200" dirty="0"/>
          </a:p>
        </p:txBody>
      </p:sp>
      <p:sp>
        <p:nvSpPr>
          <p:cNvPr id="3" name="Text 1"/>
          <p:cNvSpPr>
            <a:spLocks noGrp="1"/>
          </p:cNvSpPr>
          <p:nvPr>
            <p:ph type="title"/>
          </p:nvPr>
        </p:nvSpPr>
        <p:spPr>
          <a:xfrm>
            <a:off x="812800" y="7975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A0028"/>
                </a:solidFill>
                <a:latin typeface="Noto Sans JP" pitchFamily="34" charset="0"/>
                <a:ea typeface="Noto Sans JP" pitchFamily="34" charset="-122"/>
                <a:cs typeface="Noto Sans JP" pitchFamily="34" charset="-120"/>
              </a:rPr>
              <a:t>例3:押しのけ(失敗と成功)</a:t>
            </a:r>
            <a:endParaRPr lang="en-US" sz="3000" dirty="0"/>
          </a:p>
        </p:txBody>
      </p:sp>
      <p:sp>
        <p:nvSpPr>
          <p:cNvPr id="4" name="Text 2"/>
          <p:cNvSpPr/>
          <p:nvPr/>
        </p:nvSpPr>
        <p:spPr>
          <a:xfrm>
            <a:off x="804551" y="1477912"/>
            <a:ext cx="10883392" cy="520700"/>
          </a:xfrm>
          <a:prstGeom prst="rect">
            <a:avLst/>
          </a:prstGeom>
          <a:noFill/>
          <a:ln/>
        </p:spPr>
        <p:txBody>
          <a:bodyPr wrap="square" lIns="0" tIns="0" rIns="0" bIns="0" rtlCol="0" anchor="t">
            <a:normAutofit/>
          </a:bodyPr>
          <a:lstStyle/>
          <a:p>
            <a:pPr marL="0" indent="0" algn="l">
              <a:lnSpc>
                <a:spcPts val="1950"/>
              </a:lnSpc>
              <a:buNone/>
            </a:pPr>
            <a:r>
              <a:rPr lang="en-US" sz="1300" dirty="0" err="1">
                <a:solidFill>
                  <a:srgbClr val="0A0028"/>
                </a:solidFill>
                <a:latin typeface="Noto Sans JP" pitchFamily="34" charset="0"/>
                <a:ea typeface="Noto Sans JP" pitchFamily="34" charset="-122"/>
                <a:cs typeface="Noto Sans JP" pitchFamily="34" charset="-120"/>
              </a:rPr>
              <a:t>Aが攻撃側</a:t>
            </a:r>
            <a:r>
              <a:rPr lang="en-US" sz="1300" dirty="0">
                <a:solidFill>
                  <a:srgbClr val="0A0028"/>
                </a:solidFill>
                <a:latin typeface="Noto Sans JP" pitchFamily="34" charset="0"/>
                <a:ea typeface="Noto Sans JP" pitchFamily="34" charset="-122"/>
                <a:cs typeface="Noto Sans JP" pitchFamily="34" charset="-120"/>
              </a:rPr>
              <a:t>。</a:t>
            </a:r>
            <a:endParaRPr lang="en-US" sz="1300" dirty="0"/>
          </a:p>
        </p:txBody>
      </p:sp>
      <p:grpSp>
        <p:nvGrpSpPr>
          <p:cNvPr id="20" name="グループ化 19">
            <a:extLst>
              <a:ext uri="{FF2B5EF4-FFF2-40B4-BE49-F238E27FC236}">
                <a16:creationId xmlns:a16="http://schemas.microsoft.com/office/drawing/2014/main" id="{2E118379-FC60-6C9F-D67B-C8C5718974AA}"/>
              </a:ext>
            </a:extLst>
          </p:cNvPr>
          <p:cNvGrpSpPr/>
          <p:nvPr/>
        </p:nvGrpSpPr>
        <p:grpSpPr>
          <a:xfrm>
            <a:off x="819150" y="1972270"/>
            <a:ext cx="10648188" cy="1918214"/>
            <a:chOff x="819150" y="1972270"/>
            <a:chExt cx="10648188" cy="1918214"/>
          </a:xfrm>
        </p:grpSpPr>
        <p:sp>
          <p:nvSpPr>
            <p:cNvPr id="5" name="Shape 3"/>
            <p:cNvSpPr/>
            <p:nvPr/>
          </p:nvSpPr>
          <p:spPr>
            <a:xfrm>
              <a:off x="819150" y="1972270"/>
              <a:ext cx="10553700" cy="1918214"/>
            </a:xfrm>
            <a:prstGeom prst="roundRect">
              <a:avLst>
                <a:gd name="adj" fmla="val 7419"/>
              </a:avLst>
            </a:prstGeom>
            <a:solidFill>
              <a:srgbClr val="FFFFFF"/>
            </a:solidFill>
            <a:ln w="12700">
              <a:solidFill>
                <a:srgbClr val="0A0028"/>
              </a:solidFill>
              <a:prstDash val="solid"/>
            </a:ln>
          </p:spPr>
          <p:txBody>
            <a:bodyPr/>
            <a:lstStyle/>
            <a:p>
              <a:endParaRPr lang="ja-JP" altLang="en-US"/>
            </a:p>
          </p:txBody>
        </p:sp>
        <p:sp>
          <p:nvSpPr>
            <p:cNvPr id="6" name="Text 4"/>
            <p:cNvSpPr/>
            <p:nvPr/>
          </p:nvSpPr>
          <p:spPr>
            <a:xfrm>
              <a:off x="1028700" y="2131020"/>
              <a:ext cx="10438638"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0028"/>
                  </a:solidFill>
                  <a:latin typeface="Noto Sans JP" pitchFamily="34" charset="0"/>
                  <a:ea typeface="Noto Sans JP" pitchFamily="34" charset="-122"/>
                  <a:cs typeface="Noto Sans JP" pitchFamily="34" charset="-120"/>
                </a:rPr>
                <a:t>行動1:押しのけ 対 ガード</a:t>
              </a:r>
              <a:endParaRPr lang="en-US" sz="1700" dirty="0"/>
            </a:p>
          </p:txBody>
        </p:sp>
        <p:sp>
          <p:nvSpPr>
            <p:cNvPr id="7" name="Text 5"/>
            <p:cNvSpPr/>
            <p:nvPr/>
          </p:nvSpPr>
          <p:spPr>
            <a:xfrm>
              <a:off x="1028700" y="2466280"/>
              <a:ext cx="1311027" cy="307330"/>
            </a:xfrm>
            <a:prstGeom prst="roundRect">
              <a:avLst>
                <a:gd name="adj" fmla="val 16529"/>
              </a:avLst>
            </a:prstGeom>
            <a:solidFill>
              <a:srgbClr val="C3A3E8"/>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A:押しのけ×1</a:t>
              </a:r>
              <a:endParaRPr lang="en-US" sz="1300" dirty="0"/>
            </a:p>
          </p:txBody>
        </p:sp>
        <p:sp>
          <p:nvSpPr>
            <p:cNvPr id="8" name="Text 6"/>
            <p:cNvSpPr/>
            <p:nvPr/>
          </p:nvSpPr>
          <p:spPr>
            <a:xfrm>
              <a:off x="2441327" y="2504380"/>
              <a:ext cx="2159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A0028"/>
                  </a:solidFill>
                  <a:latin typeface="Noto Sans JP" pitchFamily="34" charset="0"/>
                  <a:ea typeface="Noto Sans JP" pitchFamily="34" charset="-122"/>
                  <a:cs typeface="Noto Sans JP" pitchFamily="34" charset="-120"/>
                </a:rPr>
                <a:t>対</a:t>
              </a:r>
              <a:endParaRPr lang="en-US" sz="1300" dirty="0"/>
            </a:p>
          </p:txBody>
        </p:sp>
        <p:sp>
          <p:nvSpPr>
            <p:cNvPr id="9" name="Text 7"/>
            <p:cNvSpPr/>
            <p:nvPr/>
          </p:nvSpPr>
          <p:spPr>
            <a:xfrm>
              <a:off x="2708027" y="2466280"/>
              <a:ext cx="2433042" cy="307330"/>
            </a:xfrm>
            <a:prstGeom prst="roundRect">
              <a:avLst>
                <a:gd name="adj" fmla="val 16529"/>
              </a:avLst>
            </a:prstGeom>
            <a:solidFill>
              <a:srgbClr val="E6E0A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B:ガード(キック×1を横向き)</a:t>
              </a:r>
              <a:endParaRPr lang="en-US" sz="1300" dirty="0"/>
            </a:p>
          </p:txBody>
        </p:sp>
        <p:sp>
          <p:nvSpPr>
            <p:cNvPr id="10" name="Text 8"/>
            <p:cNvSpPr/>
            <p:nvPr/>
          </p:nvSpPr>
          <p:spPr>
            <a:xfrm>
              <a:off x="1026928" y="3513258"/>
              <a:ext cx="10438638" cy="273050"/>
            </a:xfrm>
            <a:prstGeom prst="rect">
              <a:avLst/>
            </a:prstGeom>
            <a:noFill/>
            <a:ln/>
          </p:spPr>
          <p:txBody>
            <a:bodyPr wrap="square" lIns="0" tIns="0" rIns="0" bIns="0" rtlCol="0" anchor="t">
              <a:normAutofit/>
            </a:bodyPr>
            <a:lstStyle/>
            <a:p>
              <a:pPr marL="0" indent="0" algn="l">
                <a:lnSpc>
                  <a:spcPts val="1950"/>
                </a:lnSpc>
                <a:buNone/>
              </a:pPr>
              <a:r>
                <a:rPr lang="en-US" sz="1300" b="1" dirty="0" err="1">
                  <a:solidFill>
                    <a:srgbClr val="0A0028"/>
                  </a:solidFill>
                  <a:latin typeface="Noto Sans JP" pitchFamily="34" charset="0"/>
                  <a:ea typeface="Noto Sans JP" pitchFamily="34" charset="-122"/>
                  <a:cs typeface="Noto Sans JP" pitchFamily="34" charset="-120"/>
                </a:rPr>
                <a:t>結果:押しのけ失敗。何も起こらない。Bは攻撃と読んでガードしたが、Aは仕切り直しを狙っていた</a:t>
              </a:r>
              <a:r>
                <a:rPr lang="en-US" sz="1300" b="1" dirty="0">
                  <a:solidFill>
                    <a:srgbClr val="0A0028"/>
                  </a:solidFill>
                  <a:latin typeface="Noto Sans JP" pitchFamily="34" charset="0"/>
                  <a:ea typeface="Noto Sans JP" pitchFamily="34" charset="-122"/>
                  <a:cs typeface="Noto Sans JP" pitchFamily="34" charset="-120"/>
                </a:rPr>
                <a:t>。</a:t>
              </a:r>
              <a:endParaRPr lang="en-US" sz="1300" b="1" dirty="0"/>
            </a:p>
          </p:txBody>
        </p:sp>
      </p:grpSp>
      <p:grpSp>
        <p:nvGrpSpPr>
          <p:cNvPr id="26" name="グループ化 25">
            <a:extLst>
              <a:ext uri="{FF2B5EF4-FFF2-40B4-BE49-F238E27FC236}">
                <a16:creationId xmlns:a16="http://schemas.microsoft.com/office/drawing/2014/main" id="{403FFCC9-F258-2BEE-CDD9-E4FB60F9FBB7}"/>
              </a:ext>
            </a:extLst>
          </p:cNvPr>
          <p:cNvGrpSpPr/>
          <p:nvPr/>
        </p:nvGrpSpPr>
        <p:grpSpPr>
          <a:xfrm>
            <a:off x="5489076" y="66901"/>
            <a:ext cx="6579599" cy="321550"/>
            <a:chOff x="1154701" y="1798158"/>
            <a:chExt cx="6579599" cy="321550"/>
          </a:xfrm>
        </p:grpSpPr>
        <p:grpSp>
          <p:nvGrpSpPr>
            <p:cNvPr id="27" name="グループ化 26">
              <a:extLst>
                <a:ext uri="{FF2B5EF4-FFF2-40B4-BE49-F238E27FC236}">
                  <a16:creationId xmlns:a16="http://schemas.microsoft.com/office/drawing/2014/main" id="{75B25624-8FAE-7C87-D374-AA247C1DE02B}"/>
                </a:ext>
              </a:extLst>
            </p:cNvPr>
            <p:cNvGrpSpPr/>
            <p:nvPr/>
          </p:nvGrpSpPr>
          <p:grpSpPr>
            <a:xfrm>
              <a:off x="1154701" y="1803350"/>
              <a:ext cx="5292930" cy="316358"/>
              <a:chOff x="1154701" y="1803350"/>
              <a:chExt cx="5292930" cy="316358"/>
            </a:xfrm>
          </p:grpSpPr>
          <p:sp>
            <p:nvSpPr>
              <p:cNvPr id="29" name="Text 3">
                <a:extLst>
                  <a:ext uri="{FF2B5EF4-FFF2-40B4-BE49-F238E27FC236}">
                    <a16:creationId xmlns:a16="http://schemas.microsoft.com/office/drawing/2014/main" id="{145FEBFC-E0A4-FE16-FF26-E27EBCC14D9F}"/>
                  </a:ext>
                </a:extLst>
              </p:cNvPr>
              <p:cNvSpPr/>
              <p:nvPr/>
            </p:nvSpPr>
            <p:spPr>
              <a:xfrm>
                <a:off x="1154701" y="1863178"/>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sp>
            <p:nvSpPr>
              <p:cNvPr id="30" name="Text 4">
                <a:extLst>
                  <a:ext uri="{FF2B5EF4-FFF2-40B4-BE49-F238E27FC236}">
                    <a16:creationId xmlns:a16="http://schemas.microsoft.com/office/drawing/2014/main" id="{D4D6C1DE-C4ED-6B76-67F6-AB9BBEA35D63}"/>
                  </a:ext>
                </a:extLst>
              </p:cNvPr>
              <p:cNvSpPr/>
              <p:nvPr/>
            </p:nvSpPr>
            <p:spPr>
              <a:xfrm>
                <a:off x="1866900" y="1803350"/>
                <a:ext cx="13166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振り下ろし×1</a:t>
                </a:r>
                <a:endParaRPr lang="en-US" sz="1300" dirty="0"/>
              </a:p>
            </p:txBody>
          </p:sp>
          <p:sp>
            <p:nvSpPr>
              <p:cNvPr id="31" name="Text 5">
                <a:extLst>
                  <a:ext uri="{FF2B5EF4-FFF2-40B4-BE49-F238E27FC236}">
                    <a16:creationId xmlns:a16="http://schemas.microsoft.com/office/drawing/2014/main" id="{C6551610-3A6B-92B2-F9F1-984902B5E76B}"/>
                  </a:ext>
                </a:extLst>
              </p:cNvPr>
              <p:cNvSpPr/>
              <p:nvPr/>
            </p:nvSpPr>
            <p:spPr>
              <a:xfrm>
                <a:off x="3285133" y="1803350"/>
                <a:ext cx="8213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刺突×2</a:t>
                </a:r>
                <a:endParaRPr lang="en-US" sz="1300" dirty="0"/>
              </a:p>
            </p:txBody>
          </p:sp>
          <p:sp>
            <p:nvSpPr>
              <p:cNvPr id="32" name="Text 6">
                <a:extLst>
                  <a:ext uri="{FF2B5EF4-FFF2-40B4-BE49-F238E27FC236}">
                    <a16:creationId xmlns:a16="http://schemas.microsoft.com/office/drawing/2014/main" id="{DEF25391-4C58-C312-823B-7CFF2ED7C752}"/>
                  </a:ext>
                </a:extLst>
              </p:cNvPr>
              <p:cNvSpPr/>
              <p:nvPr/>
            </p:nvSpPr>
            <p:spPr>
              <a:xfrm>
                <a:off x="4208066" y="1803350"/>
                <a:ext cx="11515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スイング×1</a:t>
                </a:r>
                <a:endParaRPr lang="en-US" sz="1300" dirty="0"/>
              </a:p>
            </p:txBody>
          </p:sp>
          <p:sp>
            <p:nvSpPr>
              <p:cNvPr id="33" name="Text 7">
                <a:extLst>
                  <a:ext uri="{FF2B5EF4-FFF2-40B4-BE49-F238E27FC236}">
                    <a16:creationId xmlns:a16="http://schemas.microsoft.com/office/drawing/2014/main" id="{B9492BC8-3654-EF18-34D3-05DAE7DBAF72}"/>
                  </a:ext>
                </a:extLst>
              </p:cNvPr>
              <p:cNvSpPr/>
              <p:nvPr/>
            </p:nvSpPr>
            <p:spPr>
              <a:xfrm>
                <a:off x="5461198" y="1803350"/>
                <a:ext cx="986433" cy="307330"/>
              </a:xfrm>
              <a:prstGeom prst="roundRect">
                <a:avLst>
                  <a:gd name="adj" fmla="val 16529"/>
                </a:avLst>
              </a:prstGeom>
              <a:solidFill>
                <a:srgbClr val="A8E89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キック×1</a:t>
                </a:r>
                <a:endParaRPr lang="en-US" sz="1300" dirty="0"/>
              </a:p>
            </p:txBody>
          </p:sp>
        </p:grpSp>
        <p:sp>
          <p:nvSpPr>
            <p:cNvPr id="28" name="Text 7">
              <a:extLst>
                <a:ext uri="{FF2B5EF4-FFF2-40B4-BE49-F238E27FC236}">
                  <a16:creationId xmlns:a16="http://schemas.microsoft.com/office/drawing/2014/main" id="{896B8844-07F9-9C0E-0F12-9B0F7814C898}"/>
                </a:ext>
              </a:extLst>
            </p:cNvPr>
            <p:cNvSpPr/>
            <p:nvPr/>
          </p:nvSpPr>
          <p:spPr>
            <a:xfrm>
              <a:off x="6549230" y="1798158"/>
              <a:ext cx="1185070" cy="307330"/>
            </a:xfrm>
            <a:prstGeom prst="roundRect">
              <a:avLst>
                <a:gd name="adj" fmla="val 16529"/>
              </a:avLst>
            </a:prstGeom>
            <a:solidFill>
              <a:schemeClr val="tx1">
                <a:lumMod val="25000"/>
                <a:lumOff val="75000"/>
              </a:schemeClr>
            </a:solidFill>
            <a:ln/>
          </p:spPr>
          <p:txBody>
            <a:bodyPr wrap="none" lIns="0" tIns="0" rIns="0" bIns="0" rtlCol="0" anchor="ctr">
              <a:normAutofit/>
            </a:bodyPr>
            <a:lstStyle/>
            <a:p>
              <a:pPr marL="0" indent="0" algn="ctr">
                <a:lnSpc>
                  <a:spcPts val="1820"/>
                </a:lnSpc>
                <a:buNone/>
              </a:pPr>
              <a:r>
                <a:rPr lang="ja-JP" altLang="en-US" sz="1300" b="1" dirty="0">
                  <a:solidFill>
                    <a:srgbClr val="0A0028"/>
                  </a:solidFill>
                  <a:latin typeface="Noto Sans JP" pitchFamily="34" charset="0"/>
                  <a:ea typeface="Noto Sans JP" pitchFamily="34" charset="-122"/>
                  <a:cs typeface="Noto Sans JP" pitchFamily="34" charset="-120"/>
                </a:rPr>
                <a:t>押しのけ</a:t>
              </a:r>
              <a:r>
                <a:rPr lang="en-US" sz="1300" b="1" dirty="0">
                  <a:solidFill>
                    <a:srgbClr val="0A0028"/>
                  </a:solidFill>
                  <a:latin typeface="Noto Sans JP" pitchFamily="34" charset="0"/>
                  <a:ea typeface="Noto Sans JP" pitchFamily="34" charset="-122"/>
                  <a:cs typeface="Noto Sans JP" pitchFamily="34" charset="-120"/>
                </a:rPr>
                <a:t>×1</a:t>
              </a:r>
              <a:endParaRPr lang="en-US" sz="1300" dirty="0"/>
            </a:p>
          </p:txBody>
        </p:sp>
      </p:grpSp>
      <p:grpSp>
        <p:nvGrpSpPr>
          <p:cNvPr id="35" name="グループ化 34">
            <a:extLst>
              <a:ext uri="{FF2B5EF4-FFF2-40B4-BE49-F238E27FC236}">
                <a16:creationId xmlns:a16="http://schemas.microsoft.com/office/drawing/2014/main" id="{1090BE4A-30B9-8F26-C333-891542DD3C8B}"/>
              </a:ext>
            </a:extLst>
          </p:cNvPr>
          <p:cNvGrpSpPr/>
          <p:nvPr/>
        </p:nvGrpSpPr>
        <p:grpSpPr>
          <a:xfrm>
            <a:off x="6229721" y="415972"/>
            <a:ext cx="2943630" cy="540290"/>
            <a:chOff x="6229721" y="493102"/>
            <a:chExt cx="2943630" cy="540290"/>
          </a:xfrm>
        </p:grpSpPr>
        <p:pic>
          <p:nvPicPr>
            <p:cNvPr id="21" name="図 20">
              <a:extLst>
                <a:ext uri="{FF2B5EF4-FFF2-40B4-BE49-F238E27FC236}">
                  <a16:creationId xmlns:a16="http://schemas.microsoft.com/office/drawing/2014/main" id="{493D7809-B18A-13CE-0319-FF39552C99DB}"/>
                </a:ext>
              </a:extLst>
            </p:cNvPr>
            <p:cNvPicPr>
              <a:picLocks noChangeAspect="1"/>
            </p:cNvPicPr>
            <p:nvPr/>
          </p:nvPicPr>
          <p:blipFill>
            <a:blip r:embed="rId3"/>
            <a:stretch>
              <a:fillRect/>
            </a:stretch>
          </p:blipFill>
          <p:spPr>
            <a:xfrm>
              <a:off x="6229721" y="493102"/>
              <a:ext cx="441643" cy="533017"/>
            </a:xfrm>
            <a:prstGeom prst="rect">
              <a:avLst/>
            </a:prstGeom>
          </p:spPr>
        </p:pic>
        <p:pic>
          <p:nvPicPr>
            <p:cNvPr id="22" name="図 21">
              <a:extLst>
                <a:ext uri="{FF2B5EF4-FFF2-40B4-BE49-F238E27FC236}">
                  <a16:creationId xmlns:a16="http://schemas.microsoft.com/office/drawing/2014/main" id="{61B235DC-8611-426F-F6FB-93AEEDE81B84}"/>
                </a:ext>
              </a:extLst>
            </p:cNvPr>
            <p:cNvPicPr>
              <a:picLocks noChangeAspect="1"/>
            </p:cNvPicPr>
            <p:nvPr/>
          </p:nvPicPr>
          <p:blipFill>
            <a:blip r:embed="rId4"/>
            <a:stretch>
              <a:fillRect/>
            </a:stretch>
          </p:blipFill>
          <p:spPr>
            <a:xfrm>
              <a:off x="7730986" y="498107"/>
              <a:ext cx="441643" cy="533017"/>
            </a:xfrm>
            <a:prstGeom prst="rect">
              <a:avLst/>
            </a:prstGeom>
          </p:spPr>
        </p:pic>
        <p:pic>
          <p:nvPicPr>
            <p:cNvPr id="23" name="図 22">
              <a:extLst>
                <a:ext uri="{FF2B5EF4-FFF2-40B4-BE49-F238E27FC236}">
                  <a16:creationId xmlns:a16="http://schemas.microsoft.com/office/drawing/2014/main" id="{6C2B4F67-4EC6-3482-7E2F-34CAEAB9C7DC}"/>
                </a:ext>
              </a:extLst>
            </p:cNvPr>
            <p:cNvPicPr>
              <a:picLocks noChangeAspect="1"/>
            </p:cNvPicPr>
            <p:nvPr/>
          </p:nvPicPr>
          <p:blipFill>
            <a:blip r:embed="rId5"/>
            <a:stretch>
              <a:fillRect/>
            </a:stretch>
          </p:blipFill>
          <p:spPr>
            <a:xfrm>
              <a:off x="6730264" y="499613"/>
              <a:ext cx="441643" cy="533017"/>
            </a:xfrm>
            <a:prstGeom prst="rect">
              <a:avLst/>
            </a:prstGeom>
          </p:spPr>
        </p:pic>
        <p:pic>
          <p:nvPicPr>
            <p:cNvPr id="24" name="図 23">
              <a:extLst>
                <a:ext uri="{FF2B5EF4-FFF2-40B4-BE49-F238E27FC236}">
                  <a16:creationId xmlns:a16="http://schemas.microsoft.com/office/drawing/2014/main" id="{2EE54BB9-E8A9-4BAF-A38E-A505191BB4F1}"/>
                </a:ext>
              </a:extLst>
            </p:cNvPr>
            <p:cNvPicPr>
              <a:picLocks noChangeAspect="1"/>
            </p:cNvPicPr>
            <p:nvPr/>
          </p:nvPicPr>
          <p:blipFill>
            <a:blip r:embed="rId6"/>
            <a:stretch>
              <a:fillRect/>
            </a:stretch>
          </p:blipFill>
          <p:spPr>
            <a:xfrm>
              <a:off x="8232432" y="499613"/>
              <a:ext cx="441643" cy="533017"/>
            </a:xfrm>
            <a:prstGeom prst="rect">
              <a:avLst/>
            </a:prstGeom>
          </p:spPr>
        </p:pic>
        <p:pic>
          <p:nvPicPr>
            <p:cNvPr id="25" name="図 24">
              <a:extLst>
                <a:ext uri="{FF2B5EF4-FFF2-40B4-BE49-F238E27FC236}">
                  <a16:creationId xmlns:a16="http://schemas.microsoft.com/office/drawing/2014/main" id="{EE4CE3A0-B6E7-1FB4-CA33-7DBE00C3066D}"/>
                </a:ext>
              </a:extLst>
            </p:cNvPr>
            <p:cNvPicPr>
              <a:picLocks noChangeAspect="1"/>
            </p:cNvPicPr>
            <p:nvPr/>
          </p:nvPicPr>
          <p:blipFill>
            <a:blip r:embed="rId7"/>
            <a:stretch>
              <a:fillRect/>
            </a:stretch>
          </p:blipFill>
          <p:spPr>
            <a:xfrm>
              <a:off x="8731708" y="499613"/>
              <a:ext cx="441643" cy="533779"/>
            </a:xfrm>
            <a:prstGeom prst="rect">
              <a:avLst/>
            </a:prstGeom>
          </p:spPr>
        </p:pic>
        <p:pic>
          <p:nvPicPr>
            <p:cNvPr id="34" name="図 33">
              <a:extLst>
                <a:ext uri="{FF2B5EF4-FFF2-40B4-BE49-F238E27FC236}">
                  <a16:creationId xmlns:a16="http://schemas.microsoft.com/office/drawing/2014/main" id="{7F60BE72-E258-3C06-0816-85903C62BFF4}"/>
                </a:ext>
              </a:extLst>
            </p:cNvPr>
            <p:cNvPicPr>
              <a:picLocks noChangeAspect="1"/>
            </p:cNvPicPr>
            <p:nvPr/>
          </p:nvPicPr>
          <p:blipFill>
            <a:blip r:embed="rId5"/>
            <a:stretch>
              <a:fillRect/>
            </a:stretch>
          </p:blipFill>
          <p:spPr>
            <a:xfrm>
              <a:off x="7230807" y="499613"/>
              <a:ext cx="441643" cy="533017"/>
            </a:xfrm>
            <a:prstGeom prst="rect">
              <a:avLst/>
            </a:prstGeom>
          </p:spPr>
        </p:pic>
      </p:grpSp>
      <p:grpSp>
        <p:nvGrpSpPr>
          <p:cNvPr id="36" name="グループ化 35">
            <a:extLst>
              <a:ext uri="{FF2B5EF4-FFF2-40B4-BE49-F238E27FC236}">
                <a16:creationId xmlns:a16="http://schemas.microsoft.com/office/drawing/2014/main" id="{AB8649A3-BEC2-258B-40F4-973A56197E57}"/>
              </a:ext>
            </a:extLst>
          </p:cNvPr>
          <p:cNvGrpSpPr/>
          <p:nvPr/>
        </p:nvGrpSpPr>
        <p:grpSpPr>
          <a:xfrm>
            <a:off x="5489076" y="1007765"/>
            <a:ext cx="6579599" cy="321550"/>
            <a:chOff x="1154701" y="1798158"/>
            <a:chExt cx="6579599" cy="321550"/>
          </a:xfrm>
        </p:grpSpPr>
        <p:grpSp>
          <p:nvGrpSpPr>
            <p:cNvPr id="37" name="グループ化 36">
              <a:extLst>
                <a:ext uri="{FF2B5EF4-FFF2-40B4-BE49-F238E27FC236}">
                  <a16:creationId xmlns:a16="http://schemas.microsoft.com/office/drawing/2014/main" id="{1DF6489B-7839-FA46-BEC9-AB46D1EADEA5}"/>
                </a:ext>
              </a:extLst>
            </p:cNvPr>
            <p:cNvGrpSpPr/>
            <p:nvPr/>
          </p:nvGrpSpPr>
          <p:grpSpPr>
            <a:xfrm>
              <a:off x="1154701" y="1803350"/>
              <a:ext cx="5292930" cy="316358"/>
              <a:chOff x="1154701" y="1803350"/>
              <a:chExt cx="5292930" cy="316358"/>
            </a:xfrm>
          </p:grpSpPr>
          <p:sp>
            <p:nvSpPr>
              <p:cNvPr id="39" name="Text 3">
                <a:extLst>
                  <a:ext uri="{FF2B5EF4-FFF2-40B4-BE49-F238E27FC236}">
                    <a16:creationId xmlns:a16="http://schemas.microsoft.com/office/drawing/2014/main" id="{96C8294F-1305-A902-87B6-62504C91B33D}"/>
                  </a:ext>
                </a:extLst>
              </p:cNvPr>
              <p:cNvSpPr/>
              <p:nvPr/>
            </p:nvSpPr>
            <p:spPr>
              <a:xfrm>
                <a:off x="1154701" y="1863178"/>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err="1">
                    <a:solidFill>
                      <a:srgbClr val="0A0028"/>
                    </a:solidFill>
                    <a:latin typeface="Noto Sans JP" pitchFamily="34" charset="0"/>
                    <a:ea typeface="Noto Sans JP" pitchFamily="34" charset="-122"/>
                    <a:cs typeface="Noto Sans JP" pitchFamily="34" charset="-120"/>
                  </a:rPr>
                  <a:t>Bの手札</a:t>
                </a:r>
                <a:endParaRPr lang="en-US" sz="1300" dirty="0"/>
              </a:p>
            </p:txBody>
          </p:sp>
          <p:sp>
            <p:nvSpPr>
              <p:cNvPr id="40" name="Text 4">
                <a:extLst>
                  <a:ext uri="{FF2B5EF4-FFF2-40B4-BE49-F238E27FC236}">
                    <a16:creationId xmlns:a16="http://schemas.microsoft.com/office/drawing/2014/main" id="{6396A277-93FE-52A5-8384-EF4D21162FC8}"/>
                  </a:ext>
                </a:extLst>
              </p:cNvPr>
              <p:cNvSpPr/>
              <p:nvPr/>
            </p:nvSpPr>
            <p:spPr>
              <a:xfrm>
                <a:off x="1866900" y="1803350"/>
                <a:ext cx="13166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振り下ろし×1</a:t>
                </a:r>
                <a:endParaRPr lang="en-US" sz="1300" dirty="0"/>
              </a:p>
            </p:txBody>
          </p:sp>
          <p:sp>
            <p:nvSpPr>
              <p:cNvPr id="41" name="Text 5">
                <a:extLst>
                  <a:ext uri="{FF2B5EF4-FFF2-40B4-BE49-F238E27FC236}">
                    <a16:creationId xmlns:a16="http://schemas.microsoft.com/office/drawing/2014/main" id="{B9AE7B02-CCD0-1CAC-BFB5-6B385EEC1B7F}"/>
                  </a:ext>
                </a:extLst>
              </p:cNvPr>
              <p:cNvSpPr/>
              <p:nvPr/>
            </p:nvSpPr>
            <p:spPr>
              <a:xfrm>
                <a:off x="3285133" y="1803350"/>
                <a:ext cx="8213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刺突×1</a:t>
                </a:r>
                <a:endParaRPr lang="en-US" sz="1300" dirty="0"/>
              </a:p>
            </p:txBody>
          </p:sp>
          <p:sp>
            <p:nvSpPr>
              <p:cNvPr id="42" name="Text 6">
                <a:extLst>
                  <a:ext uri="{FF2B5EF4-FFF2-40B4-BE49-F238E27FC236}">
                    <a16:creationId xmlns:a16="http://schemas.microsoft.com/office/drawing/2014/main" id="{93500D05-8678-087E-8FC8-E38029EF8324}"/>
                  </a:ext>
                </a:extLst>
              </p:cNvPr>
              <p:cNvSpPr/>
              <p:nvPr/>
            </p:nvSpPr>
            <p:spPr>
              <a:xfrm>
                <a:off x="4208066" y="1803350"/>
                <a:ext cx="1151533"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スイング×1</a:t>
                </a:r>
                <a:endParaRPr lang="en-US" sz="1300" dirty="0"/>
              </a:p>
            </p:txBody>
          </p:sp>
          <p:sp>
            <p:nvSpPr>
              <p:cNvPr id="43" name="Text 7">
                <a:extLst>
                  <a:ext uri="{FF2B5EF4-FFF2-40B4-BE49-F238E27FC236}">
                    <a16:creationId xmlns:a16="http://schemas.microsoft.com/office/drawing/2014/main" id="{1734A30D-BD40-517E-02D6-9DB5702293F7}"/>
                  </a:ext>
                </a:extLst>
              </p:cNvPr>
              <p:cNvSpPr/>
              <p:nvPr/>
            </p:nvSpPr>
            <p:spPr>
              <a:xfrm>
                <a:off x="5461198" y="1803350"/>
                <a:ext cx="986433" cy="307330"/>
              </a:xfrm>
              <a:prstGeom prst="roundRect">
                <a:avLst>
                  <a:gd name="adj" fmla="val 16529"/>
                </a:avLst>
              </a:prstGeom>
              <a:solidFill>
                <a:srgbClr val="A8E89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キック×2</a:t>
                </a:r>
                <a:endParaRPr lang="en-US" sz="1300" dirty="0"/>
              </a:p>
            </p:txBody>
          </p:sp>
        </p:grpSp>
        <p:sp>
          <p:nvSpPr>
            <p:cNvPr id="38" name="Text 7">
              <a:extLst>
                <a:ext uri="{FF2B5EF4-FFF2-40B4-BE49-F238E27FC236}">
                  <a16:creationId xmlns:a16="http://schemas.microsoft.com/office/drawing/2014/main" id="{6F211BAE-5275-F442-69A1-EA826D43DBA5}"/>
                </a:ext>
              </a:extLst>
            </p:cNvPr>
            <p:cNvSpPr/>
            <p:nvPr/>
          </p:nvSpPr>
          <p:spPr>
            <a:xfrm>
              <a:off x="6549230" y="1798158"/>
              <a:ext cx="1185070" cy="307330"/>
            </a:xfrm>
            <a:prstGeom prst="roundRect">
              <a:avLst>
                <a:gd name="adj" fmla="val 16529"/>
              </a:avLst>
            </a:prstGeom>
            <a:solidFill>
              <a:schemeClr val="tx1">
                <a:lumMod val="25000"/>
                <a:lumOff val="75000"/>
              </a:schemeClr>
            </a:solidFill>
            <a:ln/>
          </p:spPr>
          <p:txBody>
            <a:bodyPr wrap="none" lIns="0" tIns="0" rIns="0" bIns="0" rtlCol="0" anchor="ctr">
              <a:normAutofit/>
            </a:bodyPr>
            <a:lstStyle/>
            <a:p>
              <a:pPr marL="0" indent="0" algn="ctr">
                <a:lnSpc>
                  <a:spcPts val="1820"/>
                </a:lnSpc>
                <a:buNone/>
              </a:pPr>
              <a:r>
                <a:rPr lang="ja-JP" altLang="en-US" sz="1300" b="1" dirty="0">
                  <a:solidFill>
                    <a:srgbClr val="0A0028"/>
                  </a:solidFill>
                  <a:latin typeface="Noto Sans JP" pitchFamily="34" charset="0"/>
                  <a:ea typeface="Noto Sans JP" pitchFamily="34" charset="-122"/>
                  <a:cs typeface="Noto Sans JP" pitchFamily="34" charset="-120"/>
                </a:rPr>
                <a:t>押しのけ</a:t>
              </a:r>
              <a:r>
                <a:rPr lang="en-US" sz="1300" b="1" dirty="0">
                  <a:solidFill>
                    <a:srgbClr val="0A0028"/>
                  </a:solidFill>
                  <a:latin typeface="Noto Sans JP" pitchFamily="34" charset="0"/>
                  <a:ea typeface="Noto Sans JP" pitchFamily="34" charset="-122"/>
                  <a:cs typeface="Noto Sans JP" pitchFamily="34" charset="-120"/>
                </a:rPr>
                <a:t>×1</a:t>
              </a:r>
              <a:endParaRPr lang="en-US" sz="1300" dirty="0"/>
            </a:p>
          </p:txBody>
        </p:sp>
      </p:grpSp>
      <p:grpSp>
        <p:nvGrpSpPr>
          <p:cNvPr id="53" name="グループ化 52">
            <a:extLst>
              <a:ext uri="{FF2B5EF4-FFF2-40B4-BE49-F238E27FC236}">
                <a16:creationId xmlns:a16="http://schemas.microsoft.com/office/drawing/2014/main" id="{A2D30FAC-7ECE-4889-5CB7-A8DD766B7E71}"/>
              </a:ext>
            </a:extLst>
          </p:cNvPr>
          <p:cNvGrpSpPr/>
          <p:nvPr/>
        </p:nvGrpSpPr>
        <p:grpSpPr>
          <a:xfrm>
            <a:off x="6229721" y="1356836"/>
            <a:ext cx="2943630" cy="543978"/>
            <a:chOff x="6229721" y="1428291"/>
            <a:chExt cx="2943630" cy="543978"/>
          </a:xfrm>
        </p:grpSpPr>
        <p:grpSp>
          <p:nvGrpSpPr>
            <p:cNvPr id="44" name="グループ化 43">
              <a:extLst>
                <a:ext uri="{FF2B5EF4-FFF2-40B4-BE49-F238E27FC236}">
                  <a16:creationId xmlns:a16="http://schemas.microsoft.com/office/drawing/2014/main" id="{F28A0BEE-5452-43AA-598A-E81ADABEA621}"/>
                </a:ext>
              </a:extLst>
            </p:cNvPr>
            <p:cNvGrpSpPr/>
            <p:nvPr/>
          </p:nvGrpSpPr>
          <p:grpSpPr>
            <a:xfrm>
              <a:off x="6229721" y="1428291"/>
              <a:ext cx="2943630" cy="543978"/>
              <a:chOff x="6229721" y="493102"/>
              <a:chExt cx="2943630" cy="543978"/>
            </a:xfrm>
          </p:grpSpPr>
          <p:pic>
            <p:nvPicPr>
              <p:cNvPr id="45" name="図 44">
                <a:extLst>
                  <a:ext uri="{FF2B5EF4-FFF2-40B4-BE49-F238E27FC236}">
                    <a16:creationId xmlns:a16="http://schemas.microsoft.com/office/drawing/2014/main" id="{F491DE96-76B7-9C09-9F8E-BE2AC78A1AC5}"/>
                  </a:ext>
                </a:extLst>
              </p:cNvPr>
              <p:cNvPicPr>
                <a:picLocks noChangeAspect="1"/>
              </p:cNvPicPr>
              <p:nvPr/>
            </p:nvPicPr>
            <p:blipFill>
              <a:blip r:embed="rId3"/>
              <a:stretch>
                <a:fillRect/>
              </a:stretch>
            </p:blipFill>
            <p:spPr>
              <a:xfrm>
                <a:off x="6229721" y="493102"/>
                <a:ext cx="441643" cy="533017"/>
              </a:xfrm>
              <a:prstGeom prst="rect">
                <a:avLst/>
              </a:prstGeom>
            </p:spPr>
          </p:pic>
          <p:pic>
            <p:nvPicPr>
              <p:cNvPr id="46" name="図 45">
                <a:extLst>
                  <a:ext uri="{FF2B5EF4-FFF2-40B4-BE49-F238E27FC236}">
                    <a16:creationId xmlns:a16="http://schemas.microsoft.com/office/drawing/2014/main" id="{DA2051DD-9900-6179-53FC-820AEF5B7346}"/>
                  </a:ext>
                </a:extLst>
              </p:cNvPr>
              <p:cNvPicPr>
                <a:picLocks noChangeAspect="1"/>
              </p:cNvPicPr>
              <p:nvPr/>
            </p:nvPicPr>
            <p:blipFill>
              <a:blip r:embed="rId4"/>
              <a:stretch>
                <a:fillRect/>
              </a:stretch>
            </p:blipFill>
            <p:spPr>
              <a:xfrm>
                <a:off x="7229540" y="504063"/>
                <a:ext cx="441643" cy="533017"/>
              </a:xfrm>
              <a:prstGeom prst="rect">
                <a:avLst/>
              </a:prstGeom>
            </p:spPr>
          </p:pic>
          <p:pic>
            <p:nvPicPr>
              <p:cNvPr id="47" name="図 46">
                <a:extLst>
                  <a:ext uri="{FF2B5EF4-FFF2-40B4-BE49-F238E27FC236}">
                    <a16:creationId xmlns:a16="http://schemas.microsoft.com/office/drawing/2014/main" id="{A16361B4-9E47-6CC0-D513-1460F3A2B3F7}"/>
                  </a:ext>
                </a:extLst>
              </p:cNvPr>
              <p:cNvPicPr>
                <a:picLocks noChangeAspect="1"/>
              </p:cNvPicPr>
              <p:nvPr/>
            </p:nvPicPr>
            <p:blipFill>
              <a:blip r:embed="rId5"/>
              <a:stretch>
                <a:fillRect/>
              </a:stretch>
            </p:blipFill>
            <p:spPr>
              <a:xfrm>
                <a:off x="6730264" y="499613"/>
                <a:ext cx="441643" cy="533017"/>
              </a:xfrm>
              <a:prstGeom prst="rect">
                <a:avLst/>
              </a:prstGeom>
            </p:spPr>
          </p:pic>
          <p:pic>
            <p:nvPicPr>
              <p:cNvPr id="48" name="図 47">
                <a:extLst>
                  <a:ext uri="{FF2B5EF4-FFF2-40B4-BE49-F238E27FC236}">
                    <a16:creationId xmlns:a16="http://schemas.microsoft.com/office/drawing/2014/main" id="{09CC0095-C0ED-7394-E12B-18490555CB13}"/>
                  </a:ext>
                </a:extLst>
              </p:cNvPr>
              <p:cNvPicPr>
                <a:picLocks noChangeAspect="1"/>
              </p:cNvPicPr>
              <p:nvPr/>
            </p:nvPicPr>
            <p:blipFill>
              <a:blip r:embed="rId6"/>
              <a:stretch>
                <a:fillRect/>
              </a:stretch>
            </p:blipFill>
            <p:spPr>
              <a:xfrm>
                <a:off x="8232432" y="499613"/>
                <a:ext cx="441643" cy="533017"/>
              </a:xfrm>
              <a:prstGeom prst="rect">
                <a:avLst/>
              </a:prstGeom>
            </p:spPr>
          </p:pic>
          <p:pic>
            <p:nvPicPr>
              <p:cNvPr id="49" name="図 48">
                <a:extLst>
                  <a:ext uri="{FF2B5EF4-FFF2-40B4-BE49-F238E27FC236}">
                    <a16:creationId xmlns:a16="http://schemas.microsoft.com/office/drawing/2014/main" id="{23CA0901-E2D6-0AED-A324-0F4157ABFB81}"/>
                  </a:ext>
                </a:extLst>
              </p:cNvPr>
              <p:cNvPicPr>
                <a:picLocks noChangeAspect="1"/>
              </p:cNvPicPr>
              <p:nvPr/>
            </p:nvPicPr>
            <p:blipFill>
              <a:blip r:embed="rId7"/>
              <a:stretch>
                <a:fillRect/>
              </a:stretch>
            </p:blipFill>
            <p:spPr>
              <a:xfrm>
                <a:off x="8731708" y="499613"/>
                <a:ext cx="441643" cy="533779"/>
              </a:xfrm>
              <a:prstGeom prst="rect">
                <a:avLst/>
              </a:prstGeom>
            </p:spPr>
          </p:pic>
        </p:grpSp>
        <p:pic>
          <p:nvPicPr>
            <p:cNvPr id="52" name="図 51">
              <a:extLst>
                <a:ext uri="{FF2B5EF4-FFF2-40B4-BE49-F238E27FC236}">
                  <a16:creationId xmlns:a16="http://schemas.microsoft.com/office/drawing/2014/main" id="{6B7C53D7-36D5-C3EA-A3B6-857D26C04444}"/>
                </a:ext>
              </a:extLst>
            </p:cNvPr>
            <p:cNvPicPr>
              <a:picLocks noChangeAspect="1"/>
            </p:cNvPicPr>
            <p:nvPr/>
          </p:nvPicPr>
          <p:blipFill>
            <a:blip r:embed="rId6"/>
            <a:stretch>
              <a:fillRect/>
            </a:stretch>
          </p:blipFill>
          <p:spPr>
            <a:xfrm>
              <a:off x="7730986" y="1434802"/>
              <a:ext cx="441643" cy="533017"/>
            </a:xfrm>
            <a:prstGeom prst="rect">
              <a:avLst/>
            </a:prstGeom>
          </p:spPr>
        </p:pic>
      </p:grpSp>
      <p:pic>
        <p:nvPicPr>
          <p:cNvPr id="57" name="図 56">
            <a:extLst>
              <a:ext uri="{FF2B5EF4-FFF2-40B4-BE49-F238E27FC236}">
                <a16:creationId xmlns:a16="http://schemas.microsoft.com/office/drawing/2014/main" id="{AF9985F4-E1CF-A137-B0CB-3DB3AD04F0DB}"/>
              </a:ext>
            </a:extLst>
          </p:cNvPr>
          <p:cNvPicPr>
            <a:picLocks noChangeAspect="1"/>
          </p:cNvPicPr>
          <p:nvPr/>
        </p:nvPicPr>
        <p:blipFill>
          <a:blip r:embed="rId7"/>
          <a:stretch>
            <a:fillRect/>
          </a:stretch>
        </p:blipFill>
        <p:spPr>
          <a:xfrm>
            <a:off x="1463391" y="2833103"/>
            <a:ext cx="544364" cy="657930"/>
          </a:xfrm>
          <a:prstGeom prst="rect">
            <a:avLst/>
          </a:prstGeom>
        </p:spPr>
      </p:pic>
      <p:pic>
        <p:nvPicPr>
          <p:cNvPr id="59" name="図 58">
            <a:extLst>
              <a:ext uri="{FF2B5EF4-FFF2-40B4-BE49-F238E27FC236}">
                <a16:creationId xmlns:a16="http://schemas.microsoft.com/office/drawing/2014/main" id="{08FB7CF7-4AC9-83DA-B371-9C4331CCFDC3}"/>
              </a:ext>
            </a:extLst>
          </p:cNvPr>
          <p:cNvPicPr>
            <a:picLocks noChangeAspect="1"/>
          </p:cNvPicPr>
          <p:nvPr/>
        </p:nvPicPr>
        <p:blipFill>
          <a:blip r:embed="rId6"/>
          <a:stretch>
            <a:fillRect/>
          </a:stretch>
        </p:blipFill>
        <p:spPr>
          <a:xfrm rot="5400000">
            <a:off x="3527860" y="2845272"/>
            <a:ext cx="544364" cy="656991"/>
          </a:xfrm>
          <a:prstGeom prst="rect">
            <a:avLst/>
          </a:prstGeom>
        </p:spPr>
      </p:pic>
      <p:grpSp>
        <p:nvGrpSpPr>
          <p:cNvPr id="87" name="グループ化 86">
            <a:extLst>
              <a:ext uri="{FF2B5EF4-FFF2-40B4-BE49-F238E27FC236}">
                <a16:creationId xmlns:a16="http://schemas.microsoft.com/office/drawing/2014/main" id="{3644FD8C-CCDE-5698-3E69-413DAE8F0665}"/>
              </a:ext>
            </a:extLst>
          </p:cNvPr>
          <p:cNvGrpSpPr/>
          <p:nvPr/>
        </p:nvGrpSpPr>
        <p:grpSpPr>
          <a:xfrm>
            <a:off x="5829393" y="2063893"/>
            <a:ext cx="3173320" cy="539528"/>
            <a:chOff x="5829393" y="2063893"/>
            <a:chExt cx="3173320" cy="539528"/>
          </a:xfrm>
        </p:grpSpPr>
        <p:sp>
          <p:nvSpPr>
            <p:cNvPr id="68" name="Text 3">
              <a:extLst>
                <a:ext uri="{FF2B5EF4-FFF2-40B4-BE49-F238E27FC236}">
                  <a16:creationId xmlns:a16="http://schemas.microsoft.com/office/drawing/2014/main" id="{207ED9D8-7042-1277-8C2E-73BD37F5A205}"/>
                </a:ext>
              </a:extLst>
            </p:cNvPr>
            <p:cNvSpPr/>
            <p:nvPr/>
          </p:nvSpPr>
          <p:spPr>
            <a:xfrm>
              <a:off x="5829393" y="2254155"/>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grpSp>
          <p:nvGrpSpPr>
            <p:cNvPr id="71" name="グループ化 70">
              <a:extLst>
                <a:ext uri="{FF2B5EF4-FFF2-40B4-BE49-F238E27FC236}">
                  <a16:creationId xmlns:a16="http://schemas.microsoft.com/office/drawing/2014/main" id="{B84E0AE4-92B7-9459-CE83-48591AEF0D94}"/>
                </a:ext>
              </a:extLst>
            </p:cNvPr>
            <p:cNvGrpSpPr/>
            <p:nvPr/>
          </p:nvGrpSpPr>
          <p:grpSpPr>
            <a:xfrm>
              <a:off x="6558359" y="2063893"/>
              <a:ext cx="2444354" cy="539528"/>
              <a:chOff x="6229721" y="493102"/>
              <a:chExt cx="2444354" cy="539528"/>
            </a:xfrm>
          </p:grpSpPr>
          <p:pic>
            <p:nvPicPr>
              <p:cNvPr id="72" name="図 71">
                <a:extLst>
                  <a:ext uri="{FF2B5EF4-FFF2-40B4-BE49-F238E27FC236}">
                    <a16:creationId xmlns:a16="http://schemas.microsoft.com/office/drawing/2014/main" id="{0CC92DB5-DF32-62E0-C170-DB4B7BC33995}"/>
                  </a:ext>
                </a:extLst>
              </p:cNvPr>
              <p:cNvPicPr>
                <a:picLocks noChangeAspect="1"/>
              </p:cNvPicPr>
              <p:nvPr/>
            </p:nvPicPr>
            <p:blipFill>
              <a:blip r:embed="rId3"/>
              <a:stretch>
                <a:fillRect/>
              </a:stretch>
            </p:blipFill>
            <p:spPr>
              <a:xfrm>
                <a:off x="6229721" y="493102"/>
                <a:ext cx="441643" cy="533017"/>
              </a:xfrm>
              <a:prstGeom prst="rect">
                <a:avLst/>
              </a:prstGeom>
            </p:spPr>
          </p:pic>
          <p:pic>
            <p:nvPicPr>
              <p:cNvPr id="73" name="図 72">
                <a:extLst>
                  <a:ext uri="{FF2B5EF4-FFF2-40B4-BE49-F238E27FC236}">
                    <a16:creationId xmlns:a16="http://schemas.microsoft.com/office/drawing/2014/main" id="{7D06DF71-1743-B748-632E-1AD585A47424}"/>
                  </a:ext>
                </a:extLst>
              </p:cNvPr>
              <p:cNvPicPr>
                <a:picLocks noChangeAspect="1"/>
              </p:cNvPicPr>
              <p:nvPr/>
            </p:nvPicPr>
            <p:blipFill>
              <a:blip r:embed="rId4"/>
              <a:stretch>
                <a:fillRect/>
              </a:stretch>
            </p:blipFill>
            <p:spPr>
              <a:xfrm>
                <a:off x="7730986" y="498107"/>
                <a:ext cx="441643" cy="533017"/>
              </a:xfrm>
              <a:prstGeom prst="rect">
                <a:avLst/>
              </a:prstGeom>
            </p:spPr>
          </p:pic>
          <p:pic>
            <p:nvPicPr>
              <p:cNvPr id="74" name="図 73">
                <a:extLst>
                  <a:ext uri="{FF2B5EF4-FFF2-40B4-BE49-F238E27FC236}">
                    <a16:creationId xmlns:a16="http://schemas.microsoft.com/office/drawing/2014/main" id="{11C06BBC-6E8C-5C48-C85D-61C02A6F289F}"/>
                  </a:ext>
                </a:extLst>
              </p:cNvPr>
              <p:cNvPicPr>
                <a:picLocks noChangeAspect="1"/>
              </p:cNvPicPr>
              <p:nvPr/>
            </p:nvPicPr>
            <p:blipFill>
              <a:blip r:embed="rId5"/>
              <a:stretch>
                <a:fillRect/>
              </a:stretch>
            </p:blipFill>
            <p:spPr>
              <a:xfrm>
                <a:off x="6730264" y="499613"/>
                <a:ext cx="441643" cy="533017"/>
              </a:xfrm>
              <a:prstGeom prst="rect">
                <a:avLst/>
              </a:prstGeom>
            </p:spPr>
          </p:pic>
          <p:pic>
            <p:nvPicPr>
              <p:cNvPr id="75" name="図 74">
                <a:extLst>
                  <a:ext uri="{FF2B5EF4-FFF2-40B4-BE49-F238E27FC236}">
                    <a16:creationId xmlns:a16="http://schemas.microsoft.com/office/drawing/2014/main" id="{0AC3BA40-2194-9B15-5F34-DABF395E1532}"/>
                  </a:ext>
                </a:extLst>
              </p:cNvPr>
              <p:cNvPicPr>
                <a:picLocks noChangeAspect="1"/>
              </p:cNvPicPr>
              <p:nvPr/>
            </p:nvPicPr>
            <p:blipFill>
              <a:blip r:embed="rId6"/>
              <a:stretch>
                <a:fillRect/>
              </a:stretch>
            </p:blipFill>
            <p:spPr>
              <a:xfrm>
                <a:off x="8232432" y="499613"/>
                <a:ext cx="441643" cy="533017"/>
              </a:xfrm>
              <a:prstGeom prst="rect">
                <a:avLst/>
              </a:prstGeom>
            </p:spPr>
          </p:pic>
          <p:pic>
            <p:nvPicPr>
              <p:cNvPr id="77" name="図 76">
                <a:extLst>
                  <a:ext uri="{FF2B5EF4-FFF2-40B4-BE49-F238E27FC236}">
                    <a16:creationId xmlns:a16="http://schemas.microsoft.com/office/drawing/2014/main" id="{45233488-537C-A997-E9C5-5EC642CB89C0}"/>
                  </a:ext>
                </a:extLst>
              </p:cNvPr>
              <p:cNvPicPr>
                <a:picLocks noChangeAspect="1"/>
              </p:cNvPicPr>
              <p:nvPr/>
            </p:nvPicPr>
            <p:blipFill>
              <a:blip r:embed="rId5"/>
              <a:stretch>
                <a:fillRect/>
              </a:stretch>
            </p:blipFill>
            <p:spPr>
              <a:xfrm>
                <a:off x="7230807" y="499613"/>
                <a:ext cx="441643" cy="533017"/>
              </a:xfrm>
              <a:prstGeom prst="rect">
                <a:avLst/>
              </a:prstGeom>
            </p:spPr>
          </p:pic>
        </p:grpSp>
      </p:grpSp>
      <p:grpSp>
        <p:nvGrpSpPr>
          <p:cNvPr id="86" name="グループ化 85">
            <a:extLst>
              <a:ext uri="{FF2B5EF4-FFF2-40B4-BE49-F238E27FC236}">
                <a16:creationId xmlns:a16="http://schemas.microsoft.com/office/drawing/2014/main" id="{CFB53E7A-8B6C-DF97-DB7B-A4253195D7EC}"/>
              </a:ext>
            </a:extLst>
          </p:cNvPr>
          <p:cNvGrpSpPr/>
          <p:nvPr/>
        </p:nvGrpSpPr>
        <p:grpSpPr>
          <a:xfrm>
            <a:off x="5829393" y="2742985"/>
            <a:ext cx="3672596" cy="544365"/>
            <a:chOff x="5829393" y="2742985"/>
            <a:chExt cx="3672596" cy="544365"/>
          </a:xfrm>
        </p:grpSpPr>
        <p:sp>
          <p:nvSpPr>
            <p:cNvPr id="70" name="Text 3">
              <a:extLst>
                <a:ext uri="{FF2B5EF4-FFF2-40B4-BE49-F238E27FC236}">
                  <a16:creationId xmlns:a16="http://schemas.microsoft.com/office/drawing/2014/main" id="{25B207B4-BF56-D470-8948-04918222E4C6}"/>
                </a:ext>
              </a:extLst>
            </p:cNvPr>
            <p:cNvSpPr/>
            <p:nvPr/>
          </p:nvSpPr>
          <p:spPr>
            <a:xfrm>
              <a:off x="5829393" y="2898937"/>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err="1">
                  <a:solidFill>
                    <a:srgbClr val="0A0028"/>
                  </a:solidFill>
                  <a:latin typeface="Noto Sans JP" pitchFamily="34" charset="0"/>
                  <a:ea typeface="Noto Sans JP" pitchFamily="34" charset="-122"/>
                  <a:cs typeface="Noto Sans JP" pitchFamily="34" charset="-120"/>
                </a:rPr>
                <a:t>Bの手札</a:t>
              </a:r>
              <a:endParaRPr lang="en-US" sz="1300" dirty="0"/>
            </a:p>
          </p:txBody>
        </p:sp>
        <p:grpSp>
          <p:nvGrpSpPr>
            <p:cNvPr id="78" name="グループ化 77">
              <a:extLst>
                <a:ext uri="{FF2B5EF4-FFF2-40B4-BE49-F238E27FC236}">
                  <a16:creationId xmlns:a16="http://schemas.microsoft.com/office/drawing/2014/main" id="{808F7238-2C18-BD3B-029E-E67E223F9C8C}"/>
                </a:ext>
              </a:extLst>
            </p:cNvPr>
            <p:cNvGrpSpPr/>
            <p:nvPr/>
          </p:nvGrpSpPr>
          <p:grpSpPr>
            <a:xfrm>
              <a:off x="6558359" y="2742985"/>
              <a:ext cx="2943630" cy="544365"/>
              <a:chOff x="6229721" y="1428291"/>
              <a:chExt cx="2943630" cy="543978"/>
            </a:xfrm>
          </p:grpSpPr>
          <p:grpSp>
            <p:nvGrpSpPr>
              <p:cNvPr id="79" name="グループ化 78">
                <a:extLst>
                  <a:ext uri="{FF2B5EF4-FFF2-40B4-BE49-F238E27FC236}">
                    <a16:creationId xmlns:a16="http://schemas.microsoft.com/office/drawing/2014/main" id="{0D53AB3D-5A3A-6CA6-37E0-660A768D1601}"/>
                  </a:ext>
                </a:extLst>
              </p:cNvPr>
              <p:cNvGrpSpPr/>
              <p:nvPr/>
            </p:nvGrpSpPr>
            <p:grpSpPr>
              <a:xfrm>
                <a:off x="6229721" y="1428291"/>
                <a:ext cx="2943630" cy="543978"/>
                <a:chOff x="6229721" y="493102"/>
                <a:chExt cx="2943630" cy="543978"/>
              </a:xfrm>
            </p:grpSpPr>
            <p:pic>
              <p:nvPicPr>
                <p:cNvPr id="81" name="図 80">
                  <a:extLst>
                    <a:ext uri="{FF2B5EF4-FFF2-40B4-BE49-F238E27FC236}">
                      <a16:creationId xmlns:a16="http://schemas.microsoft.com/office/drawing/2014/main" id="{79E4D43A-C08C-8BF9-245E-28603E6728AD}"/>
                    </a:ext>
                  </a:extLst>
                </p:cNvPr>
                <p:cNvPicPr>
                  <a:picLocks noChangeAspect="1"/>
                </p:cNvPicPr>
                <p:nvPr/>
              </p:nvPicPr>
              <p:blipFill>
                <a:blip r:embed="rId3"/>
                <a:stretch>
                  <a:fillRect/>
                </a:stretch>
              </p:blipFill>
              <p:spPr>
                <a:xfrm>
                  <a:off x="6229721" y="493102"/>
                  <a:ext cx="441643" cy="533017"/>
                </a:xfrm>
                <a:prstGeom prst="rect">
                  <a:avLst/>
                </a:prstGeom>
              </p:spPr>
            </p:pic>
            <p:pic>
              <p:nvPicPr>
                <p:cNvPr id="82" name="図 81">
                  <a:extLst>
                    <a:ext uri="{FF2B5EF4-FFF2-40B4-BE49-F238E27FC236}">
                      <a16:creationId xmlns:a16="http://schemas.microsoft.com/office/drawing/2014/main" id="{E4DA524D-E0BB-8CEE-9AE8-5590A076F47A}"/>
                    </a:ext>
                  </a:extLst>
                </p:cNvPr>
                <p:cNvPicPr>
                  <a:picLocks noChangeAspect="1"/>
                </p:cNvPicPr>
                <p:nvPr/>
              </p:nvPicPr>
              <p:blipFill>
                <a:blip r:embed="rId4"/>
                <a:stretch>
                  <a:fillRect/>
                </a:stretch>
              </p:blipFill>
              <p:spPr>
                <a:xfrm>
                  <a:off x="7229540" y="504063"/>
                  <a:ext cx="441643" cy="533017"/>
                </a:xfrm>
                <a:prstGeom prst="rect">
                  <a:avLst/>
                </a:prstGeom>
              </p:spPr>
            </p:pic>
            <p:pic>
              <p:nvPicPr>
                <p:cNvPr id="83" name="図 82">
                  <a:extLst>
                    <a:ext uri="{FF2B5EF4-FFF2-40B4-BE49-F238E27FC236}">
                      <a16:creationId xmlns:a16="http://schemas.microsoft.com/office/drawing/2014/main" id="{C530DB35-EB1E-7D7E-7ECF-538FE1BB60B3}"/>
                    </a:ext>
                  </a:extLst>
                </p:cNvPr>
                <p:cNvPicPr>
                  <a:picLocks noChangeAspect="1"/>
                </p:cNvPicPr>
                <p:nvPr/>
              </p:nvPicPr>
              <p:blipFill>
                <a:blip r:embed="rId5"/>
                <a:stretch>
                  <a:fillRect/>
                </a:stretch>
              </p:blipFill>
              <p:spPr>
                <a:xfrm>
                  <a:off x="6730264" y="499613"/>
                  <a:ext cx="441643" cy="533017"/>
                </a:xfrm>
                <a:prstGeom prst="rect">
                  <a:avLst/>
                </a:prstGeom>
              </p:spPr>
            </p:pic>
            <p:pic>
              <p:nvPicPr>
                <p:cNvPr id="85" name="図 84">
                  <a:extLst>
                    <a:ext uri="{FF2B5EF4-FFF2-40B4-BE49-F238E27FC236}">
                      <a16:creationId xmlns:a16="http://schemas.microsoft.com/office/drawing/2014/main" id="{A3C5393E-A863-8B4F-6678-B11C84C59D21}"/>
                    </a:ext>
                  </a:extLst>
                </p:cNvPr>
                <p:cNvPicPr>
                  <a:picLocks noChangeAspect="1"/>
                </p:cNvPicPr>
                <p:nvPr/>
              </p:nvPicPr>
              <p:blipFill>
                <a:blip r:embed="rId7"/>
                <a:stretch>
                  <a:fillRect/>
                </a:stretch>
              </p:blipFill>
              <p:spPr>
                <a:xfrm>
                  <a:off x="8731708" y="499613"/>
                  <a:ext cx="441643" cy="533779"/>
                </a:xfrm>
                <a:prstGeom prst="rect">
                  <a:avLst/>
                </a:prstGeom>
              </p:spPr>
            </p:pic>
          </p:grpSp>
          <p:pic>
            <p:nvPicPr>
              <p:cNvPr id="80" name="図 79">
                <a:extLst>
                  <a:ext uri="{FF2B5EF4-FFF2-40B4-BE49-F238E27FC236}">
                    <a16:creationId xmlns:a16="http://schemas.microsoft.com/office/drawing/2014/main" id="{C499778A-DAB1-FCC7-5B58-126624D429CE}"/>
                  </a:ext>
                </a:extLst>
              </p:cNvPr>
              <p:cNvPicPr>
                <a:picLocks noChangeAspect="1"/>
              </p:cNvPicPr>
              <p:nvPr/>
            </p:nvPicPr>
            <p:blipFill>
              <a:blip r:embed="rId6"/>
              <a:stretch>
                <a:fillRect/>
              </a:stretch>
            </p:blipFill>
            <p:spPr>
              <a:xfrm>
                <a:off x="7730986" y="1434802"/>
                <a:ext cx="441643" cy="533017"/>
              </a:xfrm>
              <a:prstGeom prst="rect">
                <a:avLst/>
              </a:prstGeom>
            </p:spPr>
          </p:pic>
        </p:grpSp>
      </p:grpSp>
      <p:grpSp>
        <p:nvGrpSpPr>
          <p:cNvPr id="111" name="グループ化 110">
            <a:extLst>
              <a:ext uri="{FF2B5EF4-FFF2-40B4-BE49-F238E27FC236}">
                <a16:creationId xmlns:a16="http://schemas.microsoft.com/office/drawing/2014/main" id="{15FD0466-B293-3624-B902-2C30F13E2DB0}"/>
              </a:ext>
            </a:extLst>
          </p:cNvPr>
          <p:cNvGrpSpPr/>
          <p:nvPr/>
        </p:nvGrpSpPr>
        <p:grpSpPr>
          <a:xfrm>
            <a:off x="823728" y="3972901"/>
            <a:ext cx="10648188" cy="1885123"/>
            <a:chOff x="817378" y="4357212"/>
            <a:chExt cx="10648188" cy="1885123"/>
          </a:xfrm>
        </p:grpSpPr>
        <p:grpSp>
          <p:nvGrpSpPr>
            <p:cNvPr id="19" name="グループ化 18">
              <a:extLst>
                <a:ext uri="{FF2B5EF4-FFF2-40B4-BE49-F238E27FC236}">
                  <a16:creationId xmlns:a16="http://schemas.microsoft.com/office/drawing/2014/main" id="{8C173636-C650-0457-25EB-4284933EC364}"/>
                </a:ext>
              </a:extLst>
            </p:cNvPr>
            <p:cNvGrpSpPr/>
            <p:nvPr/>
          </p:nvGrpSpPr>
          <p:grpSpPr>
            <a:xfrm>
              <a:off x="817378" y="4357212"/>
              <a:ext cx="10648188" cy="1885123"/>
              <a:chOff x="819150" y="3395910"/>
              <a:chExt cx="10648188" cy="1885123"/>
            </a:xfrm>
          </p:grpSpPr>
          <p:grpSp>
            <p:nvGrpSpPr>
              <p:cNvPr id="18" name="グループ化 17">
                <a:extLst>
                  <a:ext uri="{FF2B5EF4-FFF2-40B4-BE49-F238E27FC236}">
                    <a16:creationId xmlns:a16="http://schemas.microsoft.com/office/drawing/2014/main" id="{FD31AD3B-1EEE-306A-C90A-6DEFF94D7EF2}"/>
                  </a:ext>
                </a:extLst>
              </p:cNvPr>
              <p:cNvGrpSpPr/>
              <p:nvPr/>
            </p:nvGrpSpPr>
            <p:grpSpPr>
              <a:xfrm>
                <a:off x="819150" y="3395910"/>
                <a:ext cx="10648188" cy="1885123"/>
                <a:chOff x="819150" y="3395910"/>
                <a:chExt cx="10648188" cy="1885123"/>
              </a:xfrm>
            </p:grpSpPr>
            <p:sp>
              <p:nvSpPr>
                <p:cNvPr id="11" name="Shape 9"/>
                <p:cNvSpPr/>
                <p:nvPr/>
              </p:nvSpPr>
              <p:spPr>
                <a:xfrm>
                  <a:off x="819150" y="3395910"/>
                  <a:ext cx="10553700" cy="1885123"/>
                </a:xfrm>
                <a:prstGeom prst="roundRect">
                  <a:avLst>
                    <a:gd name="adj" fmla="val 7419"/>
                  </a:avLst>
                </a:prstGeom>
                <a:solidFill>
                  <a:srgbClr val="FFFFFF"/>
                </a:solidFill>
                <a:ln w="12700">
                  <a:solidFill>
                    <a:srgbClr val="0A0028"/>
                  </a:solidFill>
                  <a:prstDash val="solid"/>
                </a:ln>
              </p:spPr>
              <p:txBody>
                <a:bodyPr/>
                <a:lstStyle/>
                <a:p>
                  <a:endParaRPr lang="ja-JP" altLang="en-US" dirty="0"/>
                </a:p>
              </p:txBody>
            </p:sp>
            <p:sp>
              <p:nvSpPr>
                <p:cNvPr id="12" name="Text 10"/>
                <p:cNvSpPr/>
                <p:nvPr/>
              </p:nvSpPr>
              <p:spPr>
                <a:xfrm>
                  <a:off x="1028700" y="3554661"/>
                  <a:ext cx="10438638"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0028"/>
                      </a:solidFill>
                      <a:latin typeface="Noto Sans JP" pitchFamily="34" charset="0"/>
                      <a:ea typeface="Noto Sans JP" pitchFamily="34" charset="-122"/>
                      <a:cs typeface="Noto Sans JP" pitchFamily="34" charset="-120"/>
                    </a:rPr>
                    <a:t>行動2:攻撃 対 押しのけ</a:t>
                  </a:r>
                  <a:endParaRPr lang="en-US" sz="1700" dirty="0"/>
                </a:p>
              </p:txBody>
            </p:sp>
            <p:sp>
              <p:nvSpPr>
                <p:cNvPr id="13" name="Text 11"/>
                <p:cNvSpPr/>
                <p:nvPr/>
              </p:nvSpPr>
              <p:spPr>
                <a:xfrm>
                  <a:off x="1028700" y="3889921"/>
                  <a:ext cx="980827"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A:刺突×2</a:t>
                  </a:r>
                  <a:endParaRPr lang="en-US" sz="1300" dirty="0"/>
                </a:p>
              </p:txBody>
            </p:sp>
            <p:sp>
              <p:nvSpPr>
                <p:cNvPr id="14" name="Text 12"/>
                <p:cNvSpPr/>
                <p:nvPr/>
              </p:nvSpPr>
              <p:spPr>
                <a:xfrm>
                  <a:off x="2111127" y="3928021"/>
                  <a:ext cx="2159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A0028"/>
                      </a:solidFill>
                      <a:latin typeface="Noto Sans JP" pitchFamily="34" charset="0"/>
                      <a:ea typeface="Noto Sans JP" pitchFamily="34" charset="-122"/>
                      <a:cs typeface="Noto Sans JP" pitchFamily="34" charset="-120"/>
                    </a:rPr>
                    <a:t>対</a:t>
                  </a:r>
                  <a:endParaRPr lang="en-US" sz="1300" dirty="0"/>
                </a:p>
              </p:txBody>
            </p:sp>
            <p:sp>
              <p:nvSpPr>
                <p:cNvPr id="15" name="Text 13"/>
                <p:cNvSpPr/>
                <p:nvPr/>
              </p:nvSpPr>
              <p:spPr>
                <a:xfrm>
                  <a:off x="2377827" y="3889921"/>
                  <a:ext cx="1317625" cy="307330"/>
                </a:xfrm>
                <a:prstGeom prst="roundRect">
                  <a:avLst>
                    <a:gd name="adj" fmla="val 16529"/>
                  </a:avLst>
                </a:prstGeom>
                <a:solidFill>
                  <a:srgbClr val="C3A3E8"/>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B:押しのけ×1</a:t>
                  </a:r>
                  <a:endParaRPr lang="en-US" sz="1300" dirty="0"/>
                </a:p>
              </p:txBody>
            </p:sp>
            <p:sp>
              <p:nvSpPr>
                <p:cNvPr id="16" name="Text 14"/>
                <p:cNvSpPr/>
                <p:nvPr/>
              </p:nvSpPr>
              <p:spPr>
                <a:xfrm>
                  <a:off x="1028700" y="4931139"/>
                  <a:ext cx="10438638" cy="273050"/>
                </a:xfrm>
                <a:prstGeom prst="rect">
                  <a:avLst/>
                </a:prstGeom>
                <a:noFill/>
                <a:ln/>
              </p:spPr>
              <p:txBody>
                <a:bodyPr wrap="square" lIns="0" tIns="0" rIns="0" bIns="0" rtlCol="0" anchor="t">
                  <a:normAutofit/>
                </a:bodyPr>
                <a:lstStyle/>
                <a:p>
                  <a:pPr marL="0" indent="0" algn="l">
                    <a:lnSpc>
                      <a:spcPts val="1950"/>
                    </a:lnSpc>
                    <a:buNone/>
                  </a:pPr>
                  <a:r>
                    <a:rPr lang="en-US" sz="1300" b="1" dirty="0" err="1">
                      <a:solidFill>
                        <a:srgbClr val="0A0028"/>
                      </a:solidFill>
                      <a:latin typeface="Noto Sans JP" pitchFamily="34" charset="0"/>
                      <a:ea typeface="Noto Sans JP" pitchFamily="34" charset="-122"/>
                      <a:cs typeface="Noto Sans JP" pitchFamily="34" charset="-120"/>
                    </a:rPr>
                    <a:t>結果:押しのけ成功。Aの攻撃は無効になり、ターン終了。次のターンはBが攻撃側</a:t>
                  </a:r>
                  <a:r>
                    <a:rPr lang="en-US" sz="1300" b="1" dirty="0">
                      <a:solidFill>
                        <a:srgbClr val="0A0028"/>
                      </a:solidFill>
                      <a:latin typeface="Noto Sans JP" pitchFamily="34" charset="0"/>
                      <a:ea typeface="Noto Sans JP" pitchFamily="34" charset="-122"/>
                      <a:cs typeface="Noto Sans JP" pitchFamily="34" charset="-120"/>
                    </a:rPr>
                    <a:t>。</a:t>
                  </a:r>
                  <a:endParaRPr lang="en-US" sz="1300" b="1" dirty="0"/>
                </a:p>
              </p:txBody>
            </p:sp>
          </p:grpSp>
          <p:sp>
            <p:nvSpPr>
              <p:cNvPr id="17" name="Text 15"/>
              <p:cNvSpPr/>
              <p:nvPr/>
            </p:nvSpPr>
            <p:spPr>
              <a:xfrm>
                <a:off x="8544620" y="4790313"/>
                <a:ext cx="2858131" cy="483056"/>
              </a:xfrm>
              <a:prstGeom prst="rect">
                <a:avLst/>
              </a:prstGeom>
              <a:noFill/>
              <a:ln/>
            </p:spPr>
            <p:txBody>
              <a:bodyPr wrap="square" lIns="0" tIns="0" rIns="0" bIns="0" rtlCol="0" anchor="t">
                <a:normAutofit/>
              </a:bodyPr>
              <a:lstStyle/>
              <a:p>
                <a:pPr marL="0" indent="0" algn="l">
                  <a:lnSpc>
                    <a:spcPts val="1680"/>
                  </a:lnSpc>
                  <a:buNone/>
                </a:pPr>
                <a:r>
                  <a:rPr lang="ja-JP" altLang="en-US" sz="1100" dirty="0">
                    <a:solidFill>
                      <a:srgbClr val="0A0028"/>
                    </a:solidFill>
                    <a:latin typeface="Noto Sans JP" pitchFamily="34" charset="0"/>
                    <a:ea typeface="Noto Sans JP" pitchFamily="34" charset="-122"/>
                    <a:cs typeface="Noto Sans JP" pitchFamily="34" charset="-120"/>
                  </a:rPr>
                  <a:t>❢</a:t>
                </a:r>
                <a:r>
                  <a:rPr lang="en-US" sz="1100" dirty="0">
                    <a:solidFill>
                      <a:srgbClr val="0A0028"/>
                    </a:solidFill>
                    <a:latin typeface="Noto Sans JP" pitchFamily="34" charset="0"/>
                    <a:ea typeface="Noto Sans JP" pitchFamily="34" charset="-122"/>
                    <a:cs typeface="Noto Sans JP" pitchFamily="34" charset="-120"/>
                  </a:rPr>
                  <a:t>押しのけは各山札に1枚だけ。使うと、</a:t>
                </a:r>
              </a:p>
              <a:p>
                <a:pPr marL="0" indent="0" algn="l">
                  <a:lnSpc>
                    <a:spcPts val="1680"/>
                  </a:lnSpc>
                  <a:buNone/>
                </a:pPr>
                <a:r>
                  <a:rPr lang="en-US" sz="1100" dirty="0" err="1">
                    <a:solidFill>
                      <a:srgbClr val="0A0028"/>
                    </a:solidFill>
                    <a:latin typeface="Noto Sans JP" pitchFamily="34" charset="0"/>
                    <a:ea typeface="Noto Sans JP" pitchFamily="34" charset="-122"/>
                    <a:cs typeface="Noto Sans JP" pitchFamily="34" charset="-120"/>
                  </a:rPr>
                  <a:t>山札が一巡して捨て札が戻るまで使えない</a:t>
                </a:r>
                <a:r>
                  <a:rPr lang="en-US" sz="1100" dirty="0">
                    <a:solidFill>
                      <a:srgbClr val="0A0028"/>
                    </a:solidFill>
                    <a:latin typeface="Noto Sans JP" pitchFamily="34" charset="0"/>
                    <a:ea typeface="Noto Sans JP" pitchFamily="34" charset="-122"/>
                    <a:cs typeface="Noto Sans JP" pitchFamily="34" charset="-120"/>
                  </a:rPr>
                  <a:t>。</a:t>
                </a:r>
                <a:endParaRPr lang="en-US" sz="1100" dirty="0"/>
              </a:p>
            </p:txBody>
          </p:sp>
        </p:grpSp>
        <p:grpSp>
          <p:nvGrpSpPr>
            <p:cNvPr id="88" name="グループ化 87">
              <a:extLst>
                <a:ext uri="{FF2B5EF4-FFF2-40B4-BE49-F238E27FC236}">
                  <a16:creationId xmlns:a16="http://schemas.microsoft.com/office/drawing/2014/main" id="{C138857D-0593-DD0C-AABD-BF622640E922}"/>
                </a:ext>
              </a:extLst>
            </p:cNvPr>
            <p:cNvGrpSpPr/>
            <p:nvPr/>
          </p:nvGrpSpPr>
          <p:grpSpPr>
            <a:xfrm>
              <a:off x="5828202" y="4501119"/>
              <a:ext cx="3173320" cy="539528"/>
              <a:chOff x="5829393" y="2063893"/>
              <a:chExt cx="3173320" cy="539528"/>
            </a:xfrm>
          </p:grpSpPr>
          <p:sp>
            <p:nvSpPr>
              <p:cNvPr id="89" name="Text 3">
                <a:extLst>
                  <a:ext uri="{FF2B5EF4-FFF2-40B4-BE49-F238E27FC236}">
                    <a16:creationId xmlns:a16="http://schemas.microsoft.com/office/drawing/2014/main" id="{97E764ED-7526-A387-0319-452AACAAD862}"/>
                  </a:ext>
                </a:extLst>
              </p:cNvPr>
              <p:cNvSpPr/>
              <p:nvPr/>
            </p:nvSpPr>
            <p:spPr>
              <a:xfrm>
                <a:off x="5829393" y="2254155"/>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grpSp>
            <p:nvGrpSpPr>
              <p:cNvPr id="90" name="グループ化 89">
                <a:extLst>
                  <a:ext uri="{FF2B5EF4-FFF2-40B4-BE49-F238E27FC236}">
                    <a16:creationId xmlns:a16="http://schemas.microsoft.com/office/drawing/2014/main" id="{068C1BEF-F44B-64B7-B959-32EE32B05E60}"/>
                  </a:ext>
                </a:extLst>
              </p:cNvPr>
              <p:cNvGrpSpPr/>
              <p:nvPr/>
            </p:nvGrpSpPr>
            <p:grpSpPr>
              <a:xfrm>
                <a:off x="6558359" y="2063893"/>
                <a:ext cx="2444354" cy="539528"/>
                <a:chOff x="6229721" y="493102"/>
                <a:chExt cx="2444354" cy="539528"/>
              </a:xfrm>
            </p:grpSpPr>
            <p:pic>
              <p:nvPicPr>
                <p:cNvPr id="91" name="図 90">
                  <a:extLst>
                    <a:ext uri="{FF2B5EF4-FFF2-40B4-BE49-F238E27FC236}">
                      <a16:creationId xmlns:a16="http://schemas.microsoft.com/office/drawing/2014/main" id="{8A26256A-0224-1B17-CCC8-2D2F18795A53}"/>
                    </a:ext>
                  </a:extLst>
                </p:cNvPr>
                <p:cNvPicPr>
                  <a:picLocks noChangeAspect="1"/>
                </p:cNvPicPr>
                <p:nvPr/>
              </p:nvPicPr>
              <p:blipFill>
                <a:blip r:embed="rId3"/>
                <a:stretch>
                  <a:fillRect/>
                </a:stretch>
              </p:blipFill>
              <p:spPr>
                <a:xfrm>
                  <a:off x="6229721" y="493102"/>
                  <a:ext cx="441643" cy="533017"/>
                </a:xfrm>
                <a:prstGeom prst="rect">
                  <a:avLst/>
                </a:prstGeom>
              </p:spPr>
            </p:pic>
            <p:pic>
              <p:nvPicPr>
                <p:cNvPr id="92" name="図 91">
                  <a:extLst>
                    <a:ext uri="{FF2B5EF4-FFF2-40B4-BE49-F238E27FC236}">
                      <a16:creationId xmlns:a16="http://schemas.microsoft.com/office/drawing/2014/main" id="{D0F92B1E-F091-D7EA-DE7A-3D8200C7ACB8}"/>
                    </a:ext>
                  </a:extLst>
                </p:cNvPr>
                <p:cNvPicPr>
                  <a:picLocks noChangeAspect="1"/>
                </p:cNvPicPr>
                <p:nvPr/>
              </p:nvPicPr>
              <p:blipFill>
                <a:blip r:embed="rId4"/>
                <a:stretch>
                  <a:fillRect/>
                </a:stretch>
              </p:blipFill>
              <p:spPr>
                <a:xfrm>
                  <a:off x="7730986" y="498107"/>
                  <a:ext cx="441643" cy="533017"/>
                </a:xfrm>
                <a:prstGeom prst="rect">
                  <a:avLst/>
                </a:prstGeom>
              </p:spPr>
            </p:pic>
            <p:pic>
              <p:nvPicPr>
                <p:cNvPr id="94" name="図 93">
                  <a:extLst>
                    <a:ext uri="{FF2B5EF4-FFF2-40B4-BE49-F238E27FC236}">
                      <a16:creationId xmlns:a16="http://schemas.microsoft.com/office/drawing/2014/main" id="{D97C235F-3C7E-B719-5C97-7599113B35B0}"/>
                    </a:ext>
                  </a:extLst>
                </p:cNvPr>
                <p:cNvPicPr>
                  <a:picLocks noChangeAspect="1"/>
                </p:cNvPicPr>
                <p:nvPr/>
              </p:nvPicPr>
              <p:blipFill>
                <a:blip r:embed="rId6"/>
                <a:stretch>
                  <a:fillRect/>
                </a:stretch>
              </p:blipFill>
              <p:spPr>
                <a:xfrm>
                  <a:off x="8232432" y="499613"/>
                  <a:ext cx="441643" cy="533017"/>
                </a:xfrm>
                <a:prstGeom prst="rect">
                  <a:avLst/>
                </a:prstGeom>
              </p:spPr>
            </p:pic>
          </p:grpSp>
        </p:grpSp>
        <p:grpSp>
          <p:nvGrpSpPr>
            <p:cNvPr id="96" name="グループ化 95">
              <a:extLst>
                <a:ext uri="{FF2B5EF4-FFF2-40B4-BE49-F238E27FC236}">
                  <a16:creationId xmlns:a16="http://schemas.microsoft.com/office/drawing/2014/main" id="{E3887EBB-83B9-D44A-934B-6D80A16C423F}"/>
                </a:ext>
              </a:extLst>
            </p:cNvPr>
            <p:cNvGrpSpPr/>
            <p:nvPr/>
          </p:nvGrpSpPr>
          <p:grpSpPr>
            <a:xfrm>
              <a:off x="5828202" y="5180211"/>
              <a:ext cx="2671874" cy="544365"/>
              <a:chOff x="5829393" y="2742985"/>
              <a:chExt cx="2671874" cy="544365"/>
            </a:xfrm>
          </p:grpSpPr>
          <p:sp>
            <p:nvSpPr>
              <p:cNvPr id="97" name="Text 3">
                <a:extLst>
                  <a:ext uri="{FF2B5EF4-FFF2-40B4-BE49-F238E27FC236}">
                    <a16:creationId xmlns:a16="http://schemas.microsoft.com/office/drawing/2014/main" id="{19FF9AD9-8D63-89FF-943D-77AE28C8CA5E}"/>
                  </a:ext>
                </a:extLst>
              </p:cNvPr>
              <p:cNvSpPr/>
              <p:nvPr/>
            </p:nvSpPr>
            <p:spPr>
              <a:xfrm>
                <a:off x="5829393" y="2898937"/>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err="1">
                    <a:solidFill>
                      <a:srgbClr val="0A0028"/>
                    </a:solidFill>
                    <a:latin typeface="Noto Sans JP" pitchFamily="34" charset="0"/>
                    <a:ea typeface="Noto Sans JP" pitchFamily="34" charset="-122"/>
                    <a:cs typeface="Noto Sans JP" pitchFamily="34" charset="-120"/>
                  </a:rPr>
                  <a:t>Bの手札</a:t>
                </a:r>
                <a:endParaRPr lang="en-US" sz="1300" dirty="0"/>
              </a:p>
            </p:txBody>
          </p:sp>
          <p:grpSp>
            <p:nvGrpSpPr>
              <p:cNvPr id="98" name="グループ化 97">
                <a:extLst>
                  <a:ext uri="{FF2B5EF4-FFF2-40B4-BE49-F238E27FC236}">
                    <a16:creationId xmlns:a16="http://schemas.microsoft.com/office/drawing/2014/main" id="{745831CA-B33D-3617-7AFB-70C9583FC3C1}"/>
                  </a:ext>
                </a:extLst>
              </p:cNvPr>
              <p:cNvGrpSpPr/>
              <p:nvPr/>
            </p:nvGrpSpPr>
            <p:grpSpPr>
              <a:xfrm>
                <a:off x="6558359" y="2742985"/>
                <a:ext cx="1942908" cy="544365"/>
                <a:chOff x="6229721" y="1428291"/>
                <a:chExt cx="1942908" cy="543978"/>
              </a:xfrm>
            </p:grpSpPr>
            <p:grpSp>
              <p:nvGrpSpPr>
                <p:cNvPr id="99" name="グループ化 98">
                  <a:extLst>
                    <a:ext uri="{FF2B5EF4-FFF2-40B4-BE49-F238E27FC236}">
                      <a16:creationId xmlns:a16="http://schemas.microsoft.com/office/drawing/2014/main" id="{655E7208-E8AA-D468-DE7F-42BDF6B079FE}"/>
                    </a:ext>
                  </a:extLst>
                </p:cNvPr>
                <p:cNvGrpSpPr/>
                <p:nvPr/>
              </p:nvGrpSpPr>
              <p:grpSpPr>
                <a:xfrm>
                  <a:off x="6229721" y="1428291"/>
                  <a:ext cx="1441462" cy="543978"/>
                  <a:chOff x="6229721" y="493102"/>
                  <a:chExt cx="1441462" cy="543978"/>
                </a:xfrm>
              </p:grpSpPr>
              <p:pic>
                <p:nvPicPr>
                  <p:cNvPr id="101" name="図 100">
                    <a:extLst>
                      <a:ext uri="{FF2B5EF4-FFF2-40B4-BE49-F238E27FC236}">
                        <a16:creationId xmlns:a16="http://schemas.microsoft.com/office/drawing/2014/main" id="{36222760-ADB5-F80E-CEF9-7BBFAF6AC84F}"/>
                      </a:ext>
                    </a:extLst>
                  </p:cNvPr>
                  <p:cNvPicPr>
                    <a:picLocks noChangeAspect="1"/>
                  </p:cNvPicPr>
                  <p:nvPr/>
                </p:nvPicPr>
                <p:blipFill>
                  <a:blip r:embed="rId3"/>
                  <a:stretch>
                    <a:fillRect/>
                  </a:stretch>
                </p:blipFill>
                <p:spPr>
                  <a:xfrm>
                    <a:off x="6229721" y="493102"/>
                    <a:ext cx="441643" cy="533017"/>
                  </a:xfrm>
                  <a:prstGeom prst="rect">
                    <a:avLst/>
                  </a:prstGeom>
                </p:spPr>
              </p:pic>
              <p:pic>
                <p:nvPicPr>
                  <p:cNvPr id="102" name="図 101">
                    <a:extLst>
                      <a:ext uri="{FF2B5EF4-FFF2-40B4-BE49-F238E27FC236}">
                        <a16:creationId xmlns:a16="http://schemas.microsoft.com/office/drawing/2014/main" id="{0775ADCC-7023-6FCA-C968-774EEF18073B}"/>
                      </a:ext>
                    </a:extLst>
                  </p:cNvPr>
                  <p:cNvPicPr>
                    <a:picLocks noChangeAspect="1"/>
                  </p:cNvPicPr>
                  <p:nvPr/>
                </p:nvPicPr>
                <p:blipFill>
                  <a:blip r:embed="rId4"/>
                  <a:stretch>
                    <a:fillRect/>
                  </a:stretch>
                </p:blipFill>
                <p:spPr>
                  <a:xfrm>
                    <a:off x="7229540" y="504063"/>
                    <a:ext cx="441643" cy="533017"/>
                  </a:xfrm>
                  <a:prstGeom prst="rect">
                    <a:avLst/>
                  </a:prstGeom>
                </p:spPr>
              </p:pic>
              <p:pic>
                <p:nvPicPr>
                  <p:cNvPr id="103" name="図 102">
                    <a:extLst>
                      <a:ext uri="{FF2B5EF4-FFF2-40B4-BE49-F238E27FC236}">
                        <a16:creationId xmlns:a16="http://schemas.microsoft.com/office/drawing/2014/main" id="{2AADFF36-750F-3042-4284-17C0962C7D46}"/>
                      </a:ext>
                    </a:extLst>
                  </p:cNvPr>
                  <p:cNvPicPr>
                    <a:picLocks noChangeAspect="1"/>
                  </p:cNvPicPr>
                  <p:nvPr/>
                </p:nvPicPr>
                <p:blipFill>
                  <a:blip r:embed="rId5"/>
                  <a:stretch>
                    <a:fillRect/>
                  </a:stretch>
                </p:blipFill>
                <p:spPr>
                  <a:xfrm>
                    <a:off x="6730264" y="499612"/>
                    <a:ext cx="441643" cy="533017"/>
                  </a:xfrm>
                  <a:prstGeom prst="rect">
                    <a:avLst/>
                  </a:prstGeom>
                </p:spPr>
              </p:pic>
            </p:grpSp>
            <p:pic>
              <p:nvPicPr>
                <p:cNvPr id="100" name="図 99">
                  <a:extLst>
                    <a:ext uri="{FF2B5EF4-FFF2-40B4-BE49-F238E27FC236}">
                      <a16:creationId xmlns:a16="http://schemas.microsoft.com/office/drawing/2014/main" id="{D27E3B15-8591-579F-F2A2-647D4E4D216C}"/>
                    </a:ext>
                  </a:extLst>
                </p:cNvPr>
                <p:cNvPicPr>
                  <a:picLocks noChangeAspect="1"/>
                </p:cNvPicPr>
                <p:nvPr/>
              </p:nvPicPr>
              <p:blipFill>
                <a:blip r:embed="rId6"/>
                <a:stretch>
                  <a:fillRect/>
                </a:stretch>
              </p:blipFill>
              <p:spPr>
                <a:xfrm>
                  <a:off x="7730986" y="1434802"/>
                  <a:ext cx="441643" cy="533017"/>
                </a:xfrm>
                <a:prstGeom prst="rect">
                  <a:avLst/>
                </a:prstGeom>
              </p:spPr>
            </p:pic>
          </p:grpSp>
        </p:grpSp>
        <p:pic>
          <p:nvPicPr>
            <p:cNvPr id="106" name="図 105">
              <a:extLst>
                <a:ext uri="{FF2B5EF4-FFF2-40B4-BE49-F238E27FC236}">
                  <a16:creationId xmlns:a16="http://schemas.microsoft.com/office/drawing/2014/main" id="{76BAF4E9-4D0D-47D3-7710-6DBA1DF46641}"/>
                </a:ext>
              </a:extLst>
            </p:cNvPr>
            <p:cNvPicPr>
              <a:picLocks noChangeAspect="1"/>
            </p:cNvPicPr>
            <p:nvPr/>
          </p:nvPicPr>
          <p:blipFill>
            <a:blip r:embed="rId7"/>
            <a:stretch>
              <a:fillRect/>
            </a:stretch>
          </p:blipFill>
          <p:spPr>
            <a:xfrm>
              <a:off x="2762685" y="5201113"/>
              <a:ext cx="544364" cy="657930"/>
            </a:xfrm>
            <a:prstGeom prst="rect">
              <a:avLst/>
            </a:prstGeom>
          </p:spPr>
        </p:pic>
        <p:pic>
          <p:nvPicPr>
            <p:cNvPr id="108" name="図 107">
              <a:extLst>
                <a:ext uri="{FF2B5EF4-FFF2-40B4-BE49-F238E27FC236}">
                  <a16:creationId xmlns:a16="http://schemas.microsoft.com/office/drawing/2014/main" id="{F58E4E14-55EC-00E9-1F79-1D2DB81A6E32}"/>
                </a:ext>
              </a:extLst>
            </p:cNvPr>
            <p:cNvPicPr>
              <a:picLocks noChangeAspect="1"/>
            </p:cNvPicPr>
            <p:nvPr/>
          </p:nvPicPr>
          <p:blipFill>
            <a:blip r:embed="rId5"/>
            <a:stretch>
              <a:fillRect/>
            </a:stretch>
          </p:blipFill>
          <p:spPr>
            <a:xfrm>
              <a:off x="965557" y="5204028"/>
              <a:ext cx="543243" cy="655638"/>
            </a:xfrm>
            <a:prstGeom prst="rect">
              <a:avLst/>
            </a:prstGeom>
          </p:spPr>
        </p:pic>
        <p:pic>
          <p:nvPicPr>
            <p:cNvPr id="110" name="図 109">
              <a:extLst>
                <a:ext uri="{FF2B5EF4-FFF2-40B4-BE49-F238E27FC236}">
                  <a16:creationId xmlns:a16="http://schemas.microsoft.com/office/drawing/2014/main" id="{D17307D2-2FCD-56BE-9D28-253F7EF02D09}"/>
                </a:ext>
              </a:extLst>
            </p:cNvPr>
            <p:cNvPicPr>
              <a:picLocks noChangeAspect="1"/>
            </p:cNvPicPr>
            <p:nvPr/>
          </p:nvPicPr>
          <p:blipFill>
            <a:blip r:embed="rId5"/>
            <a:stretch>
              <a:fillRect/>
            </a:stretch>
          </p:blipFill>
          <p:spPr>
            <a:xfrm>
              <a:off x="1542493" y="5204028"/>
              <a:ext cx="543243" cy="655638"/>
            </a:xfrm>
            <a:prstGeom prst="rect">
              <a:avLst/>
            </a:prstGeom>
          </p:spPr>
        </p:pic>
      </p:grpSp>
      <p:grpSp>
        <p:nvGrpSpPr>
          <p:cNvPr id="119" name="グループ化 118">
            <a:extLst>
              <a:ext uri="{FF2B5EF4-FFF2-40B4-BE49-F238E27FC236}">
                <a16:creationId xmlns:a16="http://schemas.microsoft.com/office/drawing/2014/main" id="{651BCA2A-923D-8E2D-F565-00C238A205EF}"/>
              </a:ext>
            </a:extLst>
          </p:cNvPr>
          <p:cNvGrpSpPr/>
          <p:nvPr/>
        </p:nvGrpSpPr>
        <p:grpSpPr>
          <a:xfrm>
            <a:off x="804551" y="5919348"/>
            <a:ext cx="10648188" cy="889868"/>
            <a:chOff x="819150" y="1972270"/>
            <a:chExt cx="10648188" cy="889868"/>
          </a:xfrm>
        </p:grpSpPr>
        <p:sp>
          <p:nvSpPr>
            <p:cNvPr id="120" name="Shape 3">
              <a:extLst>
                <a:ext uri="{FF2B5EF4-FFF2-40B4-BE49-F238E27FC236}">
                  <a16:creationId xmlns:a16="http://schemas.microsoft.com/office/drawing/2014/main" id="{8CED1FEB-FF58-9E36-4A69-2CA852BE5A85}"/>
                </a:ext>
              </a:extLst>
            </p:cNvPr>
            <p:cNvSpPr/>
            <p:nvPr/>
          </p:nvSpPr>
          <p:spPr>
            <a:xfrm>
              <a:off x="819150" y="1972270"/>
              <a:ext cx="10553700" cy="889868"/>
            </a:xfrm>
            <a:prstGeom prst="roundRect">
              <a:avLst>
                <a:gd name="adj" fmla="val 7419"/>
              </a:avLst>
            </a:prstGeom>
            <a:solidFill>
              <a:srgbClr val="FFFFFF"/>
            </a:solidFill>
            <a:ln w="12700">
              <a:solidFill>
                <a:srgbClr val="0A0028"/>
              </a:solidFill>
              <a:prstDash val="solid"/>
            </a:ln>
          </p:spPr>
          <p:txBody>
            <a:bodyPr/>
            <a:lstStyle/>
            <a:p>
              <a:endParaRPr lang="ja-JP" altLang="en-US"/>
            </a:p>
          </p:txBody>
        </p:sp>
        <p:sp>
          <p:nvSpPr>
            <p:cNvPr id="121" name="Text 4">
              <a:extLst>
                <a:ext uri="{FF2B5EF4-FFF2-40B4-BE49-F238E27FC236}">
                  <a16:creationId xmlns:a16="http://schemas.microsoft.com/office/drawing/2014/main" id="{B04CA51C-3B22-BBCF-763E-D0E8C8F909A0}"/>
                </a:ext>
              </a:extLst>
            </p:cNvPr>
            <p:cNvSpPr/>
            <p:nvPr/>
          </p:nvSpPr>
          <p:spPr>
            <a:xfrm>
              <a:off x="1028700" y="2131020"/>
              <a:ext cx="10438638" cy="284460"/>
            </a:xfrm>
            <a:prstGeom prst="rect">
              <a:avLst/>
            </a:prstGeom>
            <a:noFill/>
            <a:ln/>
          </p:spPr>
          <p:txBody>
            <a:bodyPr wrap="square" lIns="0" tIns="0" rIns="0" bIns="0" rtlCol="0" anchor="t">
              <a:normAutofit/>
            </a:bodyPr>
            <a:lstStyle/>
            <a:p>
              <a:pPr marL="0" indent="0" algn="l">
                <a:lnSpc>
                  <a:spcPts val="2040"/>
                </a:lnSpc>
                <a:buNone/>
              </a:pPr>
              <a:r>
                <a:rPr lang="ja-JP" altLang="en-US" sz="1700" b="1" dirty="0">
                  <a:solidFill>
                    <a:srgbClr val="0A0028"/>
                  </a:solidFill>
                  <a:latin typeface="Noto Sans JP" pitchFamily="34" charset="0"/>
                  <a:ea typeface="Noto Sans JP" pitchFamily="34" charset="-122"/>
                  <a:cs typeface="Noto Sans JP" pitchFamily="34" charset="-120"/>
                </a:rPr>
                <a:t>もしも</a:t>
              </a:r>
              <a:r>
                <a:rPr lang="en-US" sz="1700" b="1" dirty="0">
                  <a:solidFill>
                    <a:srgbClr val="0A0028"/>
                  </a:solidFill>
                  <a:latin typeface="Noto Sans JP" pitchFamily="34" charset="0"/>
                  <a:ea typeface="Noto Sans JP" pitchFamily="34" charset="-122"/>
                  <a:cs typeface="Noto Sans JP" pitchFamily="34" charset="-120"/>
                </a:rPr>
                <a:t>:押しのけ 対 </a:t>
              </a:r>
              <a:r>
                <a:rPr lang="ja-JP" altLang="en-US" sz="1700" b="1" dirty="0">
                  <a:solidFill>
                    <a:srgbClr val="0A0028"/>
                  </a:solidFill>
                  <a:latin typeface="Noto Sans JP" pitchFamily="34" charset="0"/>
                  <a:ea typeface="Noto Sans JP" pitchFamily="34" charset="-122"/>
                  <a:cs typeface="Noto Sans JP" pitchFamily="34" charset="-120"/>
                </a:rPr>
                <a:t>押しのけ</a:t>
              </a:r>
              <a:endParaRPr lang="en-US" sz="1700" dirty="0"/>
            </a:p>
          </p:txBody>
        </p:sp>
        <p:sp>
          <p:nvSpPr>
            <p:cNvPr id="122" name="Text 5">
              <a:extLst>
                <a:ext uri="{FF2B5EF4-FFF2-40B4-BE49-F238E27FC236}">
                  <a16:creationId xmlns:a16="http://schemas.microsoft.com/office/drawing/2014/main" id="{F2A5EF87-7BAB-EB9B-5DF8-ADFD8D2DEDF3}"/>
                </a:ext>
              </a:extLst>
            </p:cNvPr>
            <p:cNvSpPr/>
            <p:nvPr/>
          </p:nvSpPr>
          <p:spPr>
            <a:xfrm>
              <a:off x="1028700" y="2466280"/>
              <a:ext cx="1311027" cy="307330"/>
            </a:xfrm>
            <a:prstGeom prst="roundRect">
              <a:avLst>
                <a:gd name="adj" fmla="val 16529"/>
              </a:avLst>
            </a:prstGeom>
            <a:solidFill>
              <a:srgbClr val="C3A3E8"/>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A:押しのけ×1</a:t>
              </a:r>
              <a:endParaRPr lang="en-US" sz="1300" dirty="0"/>
            </a:p>
          </p:txBody>
        </p:sp>
        <p:sp>
          <p:nvSpPr>
            <p:cNvPr id="123" name="Text 6">
              <a:extLst>
                <a:ext uri="{FF2B5EF4-FFF2-40B4-BE49-F238E27FC236}">
                  <a16:creationId xmlns:a16="http://schemas.microsoft.com/office/drawing/2014/main" id="{04D0DC10-2E2F-31DD-FE64-1F9C42D1DED7}"/>
                </a:ext>
              </a:extLst>
            </p:cNvPr>
            <p:cNvSpPr/>
            <p:nvPr/>
          </p:nvSpPr>
          <p:spPr>
            <a:xfrm>
              <a:off x="2441327" y="2504380"/>
              <a:ext cx="2159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A0028"/>
                  </a:solidFill>
                  <a:latin typeface="Noto Sans JP" pitchFamily="34" charset="0"/>
                  <a:ea typeface="Noto Sans JP" pitchFamily="34" charset="-122"/>
                  <a:cs typeface="Noto Sans JP" pitchFamily="34" charset="-120"/>
                </a:rPr>
                <a:t>対</a:t>
              </a:r>
              <a:endParaRPr lang="en-US" sz="1300" dirty="0"/>
            </a:p>
          </p:txBody>
        </p:sp>
        <p:sp>
          <p:nvSpPr>
            <p:cNvPr id="125" name="Text 8">
              <a:extLst>
                <a:ext uri="{FF2B5EF4-FFF2-40B4-BE49-F238E27FC236}">
                  <a16:creationId xmlns:a16="http://schemas.microsoft.com/office/drawing/2014/main" id="{FBBD8E52-960C-D4C8-E0C2-E05AC087FD08}"/>
                </a:ext>
              </a:extLst>
            </p:cNvPr>
            <p:cNvSpPr/>
            <p:nvPr/>
          </p:nvSpPr>
          <p:spPr>
            <a:xfrm>
              <a:off x="8135544" y="2296783"/>
              <a:ext cx="3284550" cy="360041"/>
            </a:xfrm>
            <a:prstGeom prst="rect">
              <a:avLst/>
            </a:prstGeom>
            <a:noFill/>
            <a:ln/>
          </p:spPr>
          <p:txBody>
            <a:bodyPr wrap="square" lIns="0" tIns="0" rIns="0" bIns="0" rtlCol="0" anchor="t">
              <a:normAutofit fontScale="92500"/>
            </a:bodyPr>
            <a:lstStyle/>
            <a:p>
              <a:pPr>
                <a:lnSpc>
                  <a:spcPts val="1950"/>
                </a:lnSpc>
              </a:pPr>
              <a:r>
                <a:rPr lang="en-US" sz="1300" b="1" dirty="0" err="1">
                  <a:solidFill>
                    <a:srgbClr val="0A0028"/>
                  </a:solidFill>
                  <a:latin typeface="Noto Sans JP" pitchFamily="34" charset="0"/>
                  <a:ea typeface="Noto Sans JP" pitchFamily="34" charset="-122"/>
                  <a:cs typeface="Noto Sans JP" pitchFamily="34" charset="-120"/>
                </a:rPr>
                <a:t>結果:押しのけ失敗</a:t>
              </a:r>
              <a:r>
                <a:rPr lang="en-US" sz="1300" b="1" dirty="0">
                  <a:solidFill>
                    <a:srgbClr val="0A0028"/>
                  </a:solidFill>
                  <a:latin typeface="Noto Sans JP" pitchFamily="34" charset="0"/>
                  <a:ea typeface="Noto Sans JP" pitchFamily="34" charset="-122"/>
                  <a:cs typeface="Noto Sans JP" pitchFamily="34" charset="-120"/>
                </a:rPr>
                <a:t>。</a:t>
              </a:r>
              <a:r>
                <a:rPr lang="ja-JP" altLang="en-US" sz="1300" b="1" dirty="0">
                  <a:solidFill>
                    <a:srgbClr val="0A0028"/>
                  </a:solidFill>
                  <a:latin typeface="Noto Sans JP" pitchFamily="34" charset="0"/>
                  <a:ea typeface="Noto Sans JP" pitchFamily="34" charset="-122"/>
                  <a:cs typeface="Noto Sans JP" pitchFamily="34" charset="-120"/>
                </a:rPr>
                <a:t>相殺され</a:t>
              </a:r>
              <a:r>
                <a:rPr lang="en-US" sz="1300" b="1" dirty="0" err="1">
                  <a:solidFill>
                    <a:srgbClr val="0A0028"/>
                  </a:solidFill>
                  <a:latin typeface="Noto Sans JP" pitchFamily="34" charset="0"/>
                  <a:ea typeface="Noto Sans JP" pitchFamily="34" charset="-122"/>
                  <a:cs typeface="Noto Sans JP" pitchFamily="34" charset="-120"/>
                </a:rPr>
                <a:t>何も起こらない</a:t>
              </a:r>
              <a:r>
                <a:rPr lang="en-US" sz="1300" b="1" dirty="0">
                  <a:solidFill>
                    <a:srgbClr val="0A0028"/>
                  </a:solidFill>
                  <a:latin typeface="Noto Sans JP" pitchFamily="34" charset="0"/>
                  <a:ea typeface="Noto Sans JP" pitchFamily="34" charset="-122"/>
                  <a:cs typeface="Noto Sans JP" pitchFamily="34" charset="-120"/>
                </a:rPr>
                <a:t>。</a:t>
              </a:r>
              <a:endParaRPr lang="en-US" sz="1300" b="1" dirty="0"/>
            </a:p>
          </p:txBody>
        </p:sp>
      </p:grpSp>
      <p:sp>
        <p:nvSpPr>
          <p:cNvPr id="127" name="Text 5">
            <a:extLst>
              <a:ext uri="{FF2B5EF4-FFF2-40B4-BE49-F238E27FC236}">
                <a16:creationId xmlns:a16="http://schemas.microsoft.com/office/drawing/2014/main" id="{AA1C394F-7085-1E3C-86F6-5016EEFDB43D}"/>
              </a:ext>
            </a:extLst>
          </p:cNvPr>
          <p:cNvSpPr/>
          <p:nvPr/>
        </p:nvSpPr>
        <p:spPr>
          <a:xfrm>
            <a:off x="2697959" y="6408775"/>
            <a:ext cx="1311027" cy="307330"/>
          </a:xfrm>
          <a:prstGeom prst="roundRect">
            <a:avLst>
              <a:gd name="adj" fmla="val 16529"/>
            </a:avLst>
          </a:prstGeom>
          <a:solidFill>
            <a:srgbClr val="C3A3E8"/>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B:押しのけ×1</a:t>
            </a:r>
            <a:endParaRPr lang="en-US" sz="1300" dirty="0"/>
          </a:p>
        </p:txBody>
      </p:sp>
      <p:pic>
        <p:nvPicPr>
          <p:cNvPr id="133" name="図 132">
            <a:extLst>
              <a:ext uri="{FF2B5EF4-FFF2-40B4-BE49-F238E27FC236}">
                <a16:creationId xmlns:a16="http://schemas.microsoft.com/office/drawing/2014/main" id="{9075ADA0-C657-60D2-7241-3E82F8304A7D}"/>
              </a:ext>
            </a:extLst>
          </p:cNvPr>
          <p:cNvPicPr>
            <a:picLocks noChangeAspect="1"/>
          </p:cNvPicPr>
          <p:nvPr/>
        </p:nvPicPr>
        <p:blipFill>
          <a:blip r:embed="rId7"/>
          <a:stretch>
            <a:fillRect/>
          </a:stretch>
        </p:blipFill>
        <p:spPr>
          <a:xfrm>
            <a:off x="4868887" y="6078098"/>
            <a:ext cx="544364" cy="657930"/>
          </a:xfrm>
          <a:prstGeom prst="rect">
            <a:avLst/>
          </a:prstGeom>
        </p:spPr>
      </p:pic>
      <p:pic>
        <p:nvPicPr>
          <p:cNvPr id="135" name="図 134">
            <a:extLst>
              <a:ext uri="{FF2B5EF4-FFF2-40B4-BE49-F238E27FC236}">
                <a16:creationId xmlns:a16="http://schemas.microsoft.com/office/drawing/2014/main" id="{DEEAE0CA-1BEE-01D8-9B6A-BC74583B0755}"/>
              </a:ext>
            </a:extLst>
          </p:cNvPr>
          <p:cNvPicPr>
            <a:picLocks noChangeAspect="1"/>
          </p:cNvPicPr>
          <p:nvPr/>
        </p:nvPicPr>
        <p:blipFill>
          <a:blip r:embed="rId7"/>
          <a:stretch>
            <a:fillRect/>
          </a:stretch>
        </p:blipFill>
        <p:spPr>
          <a:xfrm>
            <a:off x="6406721" y="6071835"/>
            <a:ext cx="544364" cy="657930"/>
          </a:xfrm>
          <a:prstGeom prst="rect">
            <a:avLst/>
          </a:prstGeom>
        </p:spPr>
      </p:pic>
      <p:sp>
        <p:nvSpPr>
          <p:cNvPr id="137" name="Text 6">
            <a:extLst>
              <a:ext uri="{FF2B5EF4-FFF2-40B4-BE49-F238E27FC236}">
                <a16:creationId xmlns:a16="http://schemas.microsoft.com/office/drawing/2014/main" id="{D37E2C50-39C8-601F-8180-71FD17C92E60}"/>
              </a:ext>
            </a:extLst>
          </p:cNvPr>
          <p:cNvSpPr/>
          <p:nvPr/>
        </p:nvSpPr>
        <p:spPr>
          <a:xfrm>
            <a:off x="5843028" y="6292622"/>
            <a:ext cx="2159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A0028"/>
                </a:solidFill>
                <a:latin typeface="Noto Sans JP" pitchFamily="34" charset="0"/>
                <a:ea typeface="Noto Sans JP" pitchFamily="34" charset="-122"/>
                <a:cs typeface="Noto Sans JP" pitchFamily="34" charset="-120"/>
              </a:rPr>
              <a:t>対</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457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34A00"/>
                </a:solidFill>
                <a:latin typeface="Noto Sans JP" pitchFamily="34" charset="0"/>
                <a:ea typeface="Noto Sans JP" pitchFamily="34" charset="-122"/>
                <a:cs typeface="Noto Sans JP" pitchFamily="34" charset="-120"/>
              </a:rPr>
              <a:t>SAMPLE PLAY 4</a:t>
            </a:r>
            <a:endParaRPr lang="en-US" sz="1200" dirty="0"/>
          </a:p>
        </p:txBody>
      </p:sp>
      <p:sp>
        <p:nvSpPr>
          <p:cNvPr id="3" name="Text 1"/>
          <p:cNvSpPr>
            <a:spLocks noGrp="1"/>
          </p:cNvSpPr>
          <p:nvPr>
            <p:ph type="title"/>
          </p:nvPr>
        </p:nvSpPr>
        <p:spPr>
          <a:xfrm>
            <a:off x="812800" y="7975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A0028"/>
                </a:solidFill>
                <a:latin typeface="Noto Sans JP" pitchFamily="34" charset="0"/>
                <a:ea typeface="Noto Sans JP" pitchFamily="34" charset="-122"/>
                <a:cs typeface="Noto Sans JP" pitchFamily="34" charset="-120"/>
              </a:rPr>
              <a:t>例4:「連続」の数え方と部位欠損</a:t>
            </a:r>
            <a:endParaRPr lang="en-US" sz="3000" dirty="0"/>
          </a:p>
        </p:txBody>
      </p:sp>
      <p:sp>
        <p:nvSpPr>
          <p:cNvPr id="4" name="Text 2"/>
          <p:cNvSpPr/>
          <p:nvPr/>
        </p:nvSpPr>
        <p:spPr>
          <a:xfrm>
            <a:off x="812800" y="1343620"/>
            <a:ext cx="10883392"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A0028"/>
                </a:solidFill>
                <a:latin typeface="Noto Sans JP" pitchFamily="34" charset="0"/>
                <a:ea typeface="Noto Sans JP" pitchFamily="34" charset="-122"/>
                <a:cs typeface="Noto Sans JP" pitchFamily="34" charset="-120"/>
              </a:rPr>
              <a:t>HPカードは頭部・左腕・右腕が各2枚。</a:t>
            </a:r>
            <a:r>
              <a:rPr lang="ja-JP" altLang="en-US" sz="1300" dirty="0">
                <a:solidFill>
                  <a:srgbClr val="0A0028"/>
                </a:solidFill>
                <a:latin typeface="Noto Sans JP" pitchFamily="34" charset="0"/>
                <a:ea typeface="Noto Sans JP" pitchFamily="34" charset="-122"/>
                <a:cs typeface="Noto Sans JP" pitchFamily="34" charset="-120"/>
              </a:rPr>
              <a:t>参照する</a:t>
            </a:r>
            <a:r>
              <a:rPr lang="en-US" sz="1300" dirty="0">
                <a:solidFill>
                  <a:srgbClr val="0A0028"/>
                </a:solidFill>
                <a:latin typeface="Noto Sans JP" pitchFamily="34" charset="0"/>
                <a:ea typeface="Noto Sans JP" pitchFamily="34" charset="-122"/>
                <a:cs typeface="Noto Sans JP" pitchFamily="34" charset="-120"/>
              </a:rPr>
              <a:t>のは並んでいる位置ではなく、失った順番。同じ種類が続けて2枚になると欠損する。</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2638182528"/>
              </p:ext>
            </p:extLst>
          </p:nvPr>
        </p:nvGraphicFramePr>
        <p:xfrm>
          <a:off x="825500" y="1730970"/>
          <a:ext cx="10553700" cy="3592160"/>
        </p:xfrm>
        <a:graphic>
          <a:graphicData uri="http://schemas.openxmlformats.org/drawingml/2006/table">
            <a:tbl>
              <a:tblPr/>
              <a:tblGrid>
                <a:gridCol w="5276850">
                  <a:extLst>
                    <a:ext uri="{9D8B030D-6E8A-4147-A177-3AD203B41FA5}">
                      <a16:colId xmlns:a16="http://schemas.microsoft.com/office/drawing/2014/main" val="20000"/>
                    </a:ext>
                  </a:extLst>
                </a:gridCol>
                <a:gridCol w="5276850">
                  <a:extLst>
                    <a:ext uri="{9D8B030D-6E8A-4147-A177-3AD203B41FA5}">
                      <a16:colId xmlns:a16="http://schemas.microsoft.com/office/drawing/2014/main" val="20001"/>
                    </a:ext>
                  </a:extLst>
                </a:gridCol>
              </a:tblGrid>
              <a:tr h="424160">
                <a:tc>
                  <a:txBody>
                    <a:bodyPr/>
                    <a:lstStyle/>
                    <a:p>
                      <a:pPr marL="0" indent="0">
                        <a:lnSpc>
                          <a:spcPts val="2240"/>
                        </a:lnSpc>
                        <a:buNone/>
                      </a:pPr>
                      <a:r>
                        <a:rPr lang="en-US" sz="1600" b="1" dirty="0">
                          <a:solidFill>
                            <a:srgbClr val="0A0028"/>
                          </a:solidFill>
                          <a:latin typeface="Noto Sans JP" pitchFamily="34" charset="0"/>
                          <a:ea typeface="Noto Sans JP" pitchFamily="34" charset="-122"/>
                          <a:cs typeface="Noto Sans JP" pitchFamily="34" charset="-120"/>
                        </a:rPr>
                        <a:t>失った順番</a:t>
                      </a:r>
                      <a:endParaRPr lang="en-US" sz="1600" dirty="0">
                        <a:latin typeface="Noto Sans JP" charset="0"/>
                        <a:ea typeface="Noto Sans JP" charset="0"/>
                        <a:cs typeface="Noto Sans JP" charset="0"/>
                      </a:endParaRPr>
                    </a:p>
                  </a:txBody>
                  <a:tcPr marL="63500" marR="63500" marT="63500" marB="63500">
                    <a:lnL w="12700" cap="flat" cmpd="sng" algn="ctr">
                      <a:solidFill>
                        <a:srgbClr val="C0C0BF"/>
                      </a:solidFill>
                      <a:prstDash val="solid"/>
                      <a:round/>
                      <a:headEnd type="none" w="med" len="med"/>
                      <a:tailEnd type="none" w="med" len="med"/>
                    </a:lnL>
                    <a:lnR w="12700" cap="flat" cmpd="sng" algn="ctr">
                      <a:solidFill>
                        <a:srgbClr val="B2B2B1"/>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B2B2B1"/>
                      </a:solidFill>
                      <a:prstDash val="solid"/>
                      <a:round/>
                      <a:headEnd type="none" w="med" len="med"/>
                      <a:tailEnd type="none" w="med" len="med"/>
                    </a:lnB>
                    <a:solidFill>
                      <a:srgbClr val="DEDEDE"/>
                    </a:solidFill>
                  </a:tcPr>
                </a:tc>
                <a:tc>
                  <a:txBody>
                    <a:bodyPr/>
                    <a:lstStyle/>
                    <a:p>
                      <a:pPr marL="0" indent="0">
                        <a:lnSpc>
                          <a:spcPts val="2240"/>
                        </a:lnSpc>
                        <a:buNone/>
                      </a:pPr>
                      <a:r>
                        <a:rPr lang="en-US" sz="1600" b="1" dirty="0">
                          <a:solidFill>
                            <a:srgbClr val="0A0028"/>
                          </a:solidFill>
                          <a:latin typeface="Noto Sans JP" pitchFamily="34" charset="0"/>
                          <a:ea typeface="Noto Sans JP" pitchFamily="34" charset="-122"/>
                          <a:cs typeface="Noto Sans JP" pitchFamily="34" charset="-120"/>
                        </a:rPr>
                        <a:t>結果</a:t>
                      </a:r>
                      <a:endParaRPr lang="en-US" sz="1600" dirty="0">
                        <a:latin typeface="Noto Sans JP" charset="0"/>
                        <a:ea typeface="Noto Sans JP" charset="0"/>
                        <a:cs typeface="Noto Sans JP" charset="0"/>
                      </a:endParaRPr>
                    </a:p>
                  </a:txBody>
                  <a:tcPr marL="63500" marR="63500" marT="63500" marB="63500">
                    <a:lnL w="12700" cap="flat" cmpd="sng" algn="ctr">
                      <a:solidFill>
                        <a:srgbClr val="B2B2B1"/>
                      </a:solidFill>
                      <a:prstDash val="solid"/>
                      <a:round/>
                      <a:headEnd type="none" w="med" len="med"/>
                      <a:tailEnd type="none" w="med" len="med"/>
                    </a:lnL>
                    <a:lnR w="12700" cap="flat" cmpd="sng" algn="ctr">
                      <a:solidFill>
                        <a:srgbClr val="B2B2B1"/>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B2B2B1"/>
                      </a:solidFill>
                      <a:prstDash val="solid"/>
                      <a:round/>
                      <a:headEnd type="none" w="med" len="med"/>
                      <a:tailEnd type="none" w="med" len="med"/>
                    </a:lnB>
                    <a:solidFill>
                      <a:srgbClr val="DEDEDE"/>
                    </a:solidFill>
                  </a:tcPr>
                </a:tc>
                <a:extLst>
                  <a:ext uri="{0D108BD9-81ED-4DB2-BD59-A6C34878D82A}">
                    <a16:rowId xmlns:a16="http://schemas.microsoft.com/office/drawing/2014/main" val="10000"/>
                  </a:ext>
                </a:extLst>
              </a:tr>
              <a:tr h="792000">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頭部 → 左腕 → 頭部</a:t>
                      </a:r>
                      <a:endParaRPr lang="en-US" sz="1600" dirty="0">
                        <a:latin typeface="Noto Sans JP" charset="0"/>
                        <a:ea typeface="Noto Sans JP" charset="0"/>
                        <a:cs typeface="Noto Sans JP" charset="0"/>
                      </a:endParaRPr>
                    </a:p>
                  </a:txBody>
                  <a:tcPr marL="63500" marR="63500" marT="63500" marB="63500">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B2B2B1"/>
                      </a:solidFill>
                      <a:prstDash val="solid"/>
                      <a:round/>
                      <a:headEnd type="none" w="med" len="med"/>
                      <a:tailEnd type="none" w="med" len="med"/>
                    </a:lnT>
                    <a:lnB w="12700" cap="flat" cmpd="sng" algn="ctr">
                      <a:solidFill>
                        <a:srgbClr val="C0C0BF"/>
                      </a:solidFill>
                      <a:prstDash val="solid"/>
                      <a:round/>
                      <a:headEnd type="none" w="med" len="med"/>
                      <a:tailEnd type="none" w="med" len="med"/>
                    </a:lnB>
                  </a:tcPr>
                </a:tc>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頭部が続いていないので、即死にならない</a:t>
                      </a:r>
                      <a:endParaRPr lang="en-US" sz="1600" dirty="0">
                        <a:latin typeface="Noto Sans JP" charset="0"/>
                        <a:ea typeface="Noto Sans JP" charset="0"/>
                        <a:cs typeface="Noto Sans JP" charset="0"/>
                      </a:endParaRPr>
                    </a:p>
                  </a:txBody>
                  <a:tcPr marL="63500" marR="63500" marT="63500" marB="63500">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B2B2B1"/>
                      </a:solidFill>
                      <a:prstDash val="solid"/>
                      <a:round/>
                      <a:headEnd type="none" w="med" len="med"/>
                      <a:tailEnd type="none" w="med" len="med"/>
                    </a:lnT>
                    <a:lnB w="12700" cap="flat" cmpd="sng" algn="ctr">
                      <a:solidFill>
                        <a:srgbClr val="C0C0BF"/>
                      </a:solidFill>
                      <a:prstDash val="solid"/>
                      <a:round/>
                      <a:headEnd type="none" w="med" len="med"/>
                      <a:tailEnd type="none" w="med" len="med"/>
                    </a:lnB>
                  </a:tcPr>
                </a:tc>
                <a:extLst>
                  <a:ext uri="{0D108BD9-81ED-4DB2-BD59-A6C34878D82A}">
                    <a16:rowId xmlns:a16="http://schemas.microsoft.com/office/drawing/2014/main" val="10001"/>
                  </a:ext>
                </a:extLst>
              </a:tr>
              <a:tr h="792000">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左腕 → 頭部 → 頭部</a:t>
                      </a:r>
                      <a:endParaRPr lang="en-US" sz="1600" dirty="0">
                        <a:latin typeface="Noto Sans JP" charset="0"/>
                        <a:ea typeface="Noto Sans JP" charset="0"/>
                        <a:cs typeface="Noto Sans JP" charset="0"/>
                      </a:endParaRPr>
                    </a:p>
                  </a:txBody>
                  <a:tcPr marL="63500" marR="63500" marT="63500" marB="63500">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C0C0BF"/>
                      </a:solidFill>
                      <a:prstDash val="solid"/>
                      <a:round/>
                      <a:headEnd type="none" w="med" len="med"/>
                      <a:tailEnd type="none" w="med" len="med"/>
                    </a:lnB>
                  </a:tcPr>
                </a:tc>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頭部が連続。即死で敗北</a:t>
                      </a:r>
                      <a:endParaRPr lang="en-US" sz="1600" dirty="0">
                        <a:latin typeface="Noto Sans JP" charset="0"/>
                        <a:ea typeface="Noto Sans JP" charset="0"/>
                        <a:cs typeface="Noto Sans JP" charset="0"/>
                      </a:endParaRPr>
                    </a:p>
                  </a:txBody>
                  <a:tcPr marL="63500" marR="63500" marT="63500" marB="63500">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C0C0BF"/>
                      </a:solidFill>
                      <a:prstDash val="solid"/>
                      <a:round/>
                      <a:headEnd type="none" w="med" len="med"/>
                      <a:tailEnd type="none" w="med" len="med"/>
                    </a:lnB>
                  </a:tcPr>
                </a:tc>
                <a:extLst>
                  <a:ext uri="{0D108BD9-81ED-4DB2-BD59-A6C34878D82A}">
                    <a16:rowId xmlns:a16="http://schemas.microsoft.com/office/drawing/2014/main" val="10002"/>
                  </a:ext>
                </a:extLst>
              </a:tr>
              <a:tr h="792000">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左腕 → 左腕</a:t>
                      </a:r>
                      <a:endParaRPr lang="en-US" sz="1600" dirty="0">
                        <a:latin typeface="Noto Sans JP" charset="0"/>
                        <a:ea typeface="Noto Sans JP" charset="0"/>
                        <a:cs typeface="Noto Sans JP" charset="0"/>
                      </a:endParaRPr>
                    </a:p>
                  </a:txBody>
                  <a:tcPr marL="63500" marR="63500" marT="63500" marB="63500">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C0C0BF"/>
                      </a:solidFill>
                      <a:prstDash val="solid"/>
                      <a:round/>
                      <a:headEnd type="none" w="med" len="med"/>
                      <a:tailEnd type="none" w="med" len="med"/>
                    </a:lnB>
                  </a:tcPr>
                </a:tc>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腕が連続。両手武器は使えず、ナイフに強制変更(ロングソード 2・スピード3 → ナイフ 1・スピード6)</a:t>
                      </a:r>
                      <a:endParaRPr lang="en-US" sz="1600" dirty="0">
                        <a:latin typeface="Noto Sans JP" charset="0"/>
                        <a:ea typeface="Noto Sans JP" charset="0"/>
                        <a:cs typeface="Noto Sans JP" charset="0"/>
                      </a:endParaRPr>
                    </a:p>
                  </a:txBody>
                  <a:tcPr marL="63500" marR="63500" marT="63500" marB="63500">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C0C0BF"/>
                      </a:solidFill>
                      <a:prstDash val="solid"/>
                      <a:round/>
                      <a:headEnd type="none" w="med" len="med"/>
                      <a:tailEnd type="none" w="med" len="med"/>
                    </a:lnB>
                  </a:tcPr>
                </a:tc>
                <a:extLst>
                  <a:ext uri="{0D108BD9-81ED-4DB2-BD59-A6C34878D82A}">
                    <a16:rowId xmlns:a16="http://schemas.microsoft.com/office/drawing/2014/main" val="10003"/>
                  </a:ext>
                </a:extLst>
              </a:tr>
              <a:tr h="792000">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左腕 → </a:t>
                      </a:r>
                      <a:r>
                        <a:rPr lang="en-US" sz="1600" dirty="0" err="1">
                          <a:solidFill>
                            <a:srgbClr val="0A0028"/>
                          </a:solidFill>
                          <a:latin typeface="Noto Sans JP" pitchFamily="34" charset="0"/>
                          <a:ea typeface="Noto Sans JP" pitchFamily="34" charset="-122"/>
                          <a:cs typeface="Noto Sans JP" pitchFamily="34" charset="-120"/>
                        </a:rPr>
                        <a:t>左腕</a:t>
                      </a:r>
                      <a:r>
                        <a:rPr lang="en-US" sz="1600" dirty="0">
                          <a:solidFill>
                            <a:srgbClr val="0A0028"/>
                          </a:solidFill>
                          <a:latin typeface="Noto Sans JP" pitchFamily="34" charset="0"/>
                          <a:ea typeface="Noto Sans JP" pitchFamily="34" charset="-122"/>
                          <a:cs typeface="Noto Sans JP" pitchFamily="34" charset="-120"/>
                        </a:rPr>
                        <a:t> →</a:t>
                      </a:r>
                    </a:p>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 右腕 → 右腕</a:t>
                      </a:r>
                      <a:endParaRPr lang="en-US" sz="1600" dirty="0">
                        <a:latin typeface="Noto Sans JP" charset="0"/>
                        <a:ea typeface="Noto Sans JP" charset="0"/>
                        <a:cs typeface="Noto Sans JP" charset="0"/>
                      </a:endParaRPr>
                    </a:p>
                  </a:txBody>
                  <a:tcPr marL="63500" marR="63500" marT="63500" marB="63500">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C0C0BF"/>
                      </a:solidFill>
                      <a:prstDash val="solid"/>
                      <a:round/>
                      <a:headEnd type="none" w="med" len="med"/>
                      <a:tailEnd type="none" w="med" len="med"/>
                    </a:lnB>
                  </a:tcPr>
                </a:tc>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両腕とも連続。「頭突き」(素手攻撃)しかできなくなる</a:t>
                      </a:r>
                      <a:endParaRPr lang="en-US" sz="1600" dirty="0">
                        <a:latin typeface="Noto Sans JP" charset="0"/>
                        <a:ea typeface="Noto Sans JP" charset="0"/>
                        <a:cs typeface="Noto Sans JP" charset="0"/>
                      </a:endParaRPr>
                    </a:p>
                  </a:txBody>
                  <a:tcPr marL="63500" marR="63500" marT="63500" marB="63500">
                    <a:lnL w="12700" cap="flat" cmpd="sng" algn="ctr">
                      <a:solidFill>
                        <a:srgbClr val="C0C0BF"/>
                      </a:solidFill>
                      <a:prstDash val="solid"/>
                      <a:round/>
                      <a:headEnd type="none" w="med" len="med"/>
                      <a:tailEnd type="none" w="med" len="med"/>
                    </a:lnL>
                    <a:lnR w="12700" cap="flat" cmpd="sng" algn="ctr">
                      <a:solidFill>
                        <a:srgbClr val="C0C0BF"/>
                      </a:solidFill>
                      <a:prstDash val="solid"/>
                      <a:round/>
                      <a:headEnd type="none" w="med" len="med"/>
                      <a:tailEnd type="none" w="med" len="med"/>
                    </a:lnR>
                    <a:lnT w="12700" cap="flat" cmpd="sng" algn="ctr">
                      <a:solidFill>
                        <a:srgbClr val="C0C0BF"/>
                      </a:solidFill>
                      <a:prstDash val="solid"/>
                      <a:round/>
                      <a:headEnd type="none" w="med" len="med"/>
                      <a:tailEnd type="none" w="med" len="med"/>
                    </a:lnT>
                    <a:lnB w="12700" cap="flat" cmpd="sng" algn="ctr">
                      <a:solidFill>
                        <a:srgbClr val="C0C0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p:nvPr/>
        </p:nvSpPr>
        <p:spPr>
          <a:xfrm>
            <a:off x="869950" y="5660231"/>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A0028"/>
                </a:solidFill>
                <a:latin typeface="Noto Sans JP" pitchFamily="34" charset="0"/>
                <a:ea typeface="Noto Sans JP" pitchFamily="34" charset="-122"/>
                <a:cs typeface="Noto Sans JP" pitchFamily="34" charset="-120"/>
              </a:rPr>
              <a:t>素手のダメージは0.5で、直接HPに入る。ただし部位欠損は起こらない。</a:t>
            </a:r>
            <a:endParaRPr lang="en-US" sz="1200" dirty="0"/>
          </a:p>
        </p:txBody>
      </p:sp>
      <p:pic>
        <p:nvPicPr>
          <p:cNvPr id="12" name="図 11">
            <a:extLst>
              <a:ext uri="{FF2B5EF4-FFF2-40B4-BE49-F238E27FC236}">
                <a16:creationId xmlns:a16="http://schemas.microsoft.com/office/drawing/2014/main" id="{8E2A836B-6BC7-1286-82E3-AF84169A6B82}"/>
              </a:ext>
            </a:extLst>
          </p:cNvPr>
          <p:cNvPicPr>
            <a:picLocks noChangeAspect="1"/>
          </p:cNvPicPr>
          <p:nvPr/>
        </p:nvPicPr>
        <p:blipFill>
          <a:blip r:embed="rId3"/>
          <a:stretch>
            <a:fillRect/>
          </a:stretch>
        </p:blipFill>
        <p:spPr>
          <a:xfrm>
            <a:off x="5083171" y="2261807"/>
            <a:ext cx="521676" cy="629609"/>
          </a:xfrm>
          <a:prstGeom prst="rect">
            <a:avLst/>
          </a:prstGeom>
        </p:spPr>
      </p:pic>
      <p:pic>
        <p:nvPicPr>
          <p:cNvPr id="14" name="図 13">
            <a:extLst>
              <a:ext uri="{FF2B5EF4-FFF2-40B4-BE49-F238E27FC236}">
                <a16:creationId xmlns:a16="http://schemas.microsoft.com/office/drawing/2014/main" id="{61D61E3F-8E2B-1355-0757-4E7AC140A2E3}"/>
              </a:ext>
            </a:extLst>
          </p:cNvPr>
          <p:cNvPicPr>
            <a:picLocks noChangeAspect="1"/>
          </p:cNvPicPr>
          <p:nvPr/>
        </p:nvPicPr>
        <p:blipFill>
          <a:blip r:embed="rId4"/>
          <a:stretch>
            <a:fillRect/>
          </a:stretch>
        </p:blipFill>
        <p:spPr>
          <a:xfrm>
            <a:off x="4341809" y="3837911"/>
            <a:ext cx="521676" cy="629609"/>
          </a:xfrm>
          <a:prstGeom prst="rect">
            <a:avLst/>
          </a:prstGeom>
        </p:spPr>
      </p:pic>
      <p:grpSp>
        <p:nvGrpSpPr>
          <p:cNvPr id="17" name="グループ化 16">
            <a:extLst>
              <a:ext uri="{FF2B5EF4-FFF2-40B4-BE49-F238E27FC236}">
                <a16:creationId xmlns:a16="http://schemas.microsoft.com/office/drawing/2014/main" id="{17EAFC6E-423F-7CB7-0DCB-917EEF879393}"/>
              </a:ext>
            </a:extLst>
          </p:cNvPr>
          <p:cNvGrpSpPr/>
          <p:nvPr/>
        </p:nvGrpSpPr>
        <p:grpSpPr>
          <a:xfrm>
            <a:off x="3027357" y="2245237"/>
            <a:ext cx="1836128" cy="629609"/>
            <a:chOff x="2889245" y="2233664"/>
            <a:chExt cx="1836128" cy="629609"/>
          </a:xfrm>
        </p:grpSpPr>
        <p:pic>
          <p:nvPicPr>
            <p:cNvPr id="8" name="図 7">
              <a:extLst>
                <a:ext uri="{FF2B5EF4-FFF2-40B4-BE49-F238E27FC236}">
                  <a16:creationId xmlns:a16="http://schemas.microsoft.com/office/drawing/2014/main" id="{CA2E53D7-C67D-3CCD-6E38-0B0B310FC424}"/>
                </a:ext>
              </a:extLst>
            </p:cNvPr>
            <p:cNvPicPr>
              <a:picLocks noChangeAspect="1"/>
            </p:cNvPicPr>
            <p:nvPr/>
          </p:nvPicPr>
          <p:blipFill>
            <a:blip r:embed="rId5"/>
            <a:stretch>
              <a:fillRect/>
            </a:stretch>
          </p:blipFill>
          <p:spPr>
            <a:xfrm>
              <a:off x="2889245" y="2233664"/>
              <a:ext cx="521675" cy="629608"/>
            </a:xfrm>
            <a:prstGeom prst="rect">
              <a:avLst/>
            </a:prstGeom>
          </p:spPr>
        </p:pic>
        <p:pic>
          <p:nvPicPr>
            <p:cNvPr id="10" name="図 9">
              <a:extLst>
                <a:ext uri="{FF2B5EF4-FFF2-40B4-BE49-F238E27FC236}">
                  <a16:creationId xmlns:a16="http://schemas.microsoft.com/office/drawing/2014/main" id="{43870F77-663C-EAE1-9664-988E1AA807C8}"/>
                </a:ext>
              </a:extLst>
            </p:cNvPr>
            <p:cNvPicPr>
              <a:picLocks noChangeAspect="1"/>
            </p:cNvPicPr>
            <p:nvPr/>
          </p:nvPicPr>
          <p:blipFill>
            <a:blip r:embed="rId5"/>
            <a:stretch>
              <a:fillRect/>
            </a:stretch>
          </p:blipFill>
          <p:spPr>
            <a:xfrm>
              <a:off x="4203698" y="2233664"/>
              <a:ext cx="521675" cy="629608"/>
            </a:xfrm>
            <a:prstGeom prst="rect">
              <a:avLst/>
            </a:prstGeom>
          </p:spPr>
        </p:pic>
        <p:pic>
          <p:nvPicPr>
            <p:cNvPr id="16" name="図 15">
              <a:extLst>
                <a:ext uri="{FF2B5EF4-FFF2-40B4-BE49-F238E27FC236}">
                  <a16:creationId xmlns:a16="http://schemas.microsoft.com/office/drawing/2014/main" id="{91D6535A-E3D6-66CC-0AB4-C9B6AFA61571}"/>
                </a:ext>
              </a:extLst>
            </p:cNvPr>
            <p:cNvPicPr>
              <a:picLocks noChangeAspect="1"/>
            </p:cNvPicPr>
            <p:nvPr/>
          </p:nvPicPr>
          <p:blipFill>
            <a:blip r:embed="rId3"/>
            <a:stretch>
              <a:fillRect/>
            </a:stretch>
          </p:blipFill>
          <p:spPr>
            <a:xfrm>
              <a:off x="3546471" y="2233664"/>
              <a:ext cx="521676" cy="629609"/>
            </a:xfrm>
            <a:prstGeom prst="rect">
              <a:avLst/>
            </a:prstGeom>
          </p:spPr>
        </p:pic>
      </p:grpSp>
      <p:grpSp>
        <p:nvGrpSpPr>
          <p:cNvPr id="24" name="グループ化 23">
            <a:extLst>
              <a:ext uri="{FF2B5EF4-FFF2-40B4-BE49-F238E27FC236}">
                <a16:creationId xmlns:a16="http://schemas.microsoft.com/office/drawing/2014/main" id="{C4C5266B-8979-AE63-CB90-A89E0B03EBDE}"/>
              </a:ext>
            </a:extLst>
          </p:cNvPr>
          <p:cNvGrpSpPr/>
          <p:nvPr/>
        </p:nvGrpSpPr>
        <p:grpSpPr>
          <a:xfrm>
            <a:off x="3027355" y="3008841"/>
            <a:ext cx="1836130" cy="629609"/>
            <a:chOff x="2889243" y="2233664"/>
            <a:chExt cx="1836130" cy="629609"/>
          </a:xfrm>
        </p:grpSpPr>
        <p:pic>
          <p:nvPicPr>
            <p:cNvPr id="25" name="図 24">
              <a:extLst>
                <a:ext uri="{FF2B5EF4-FFF2-40B4-BE49-F238E27FC236}">
                  <a16:creationId xmlns:a16="http://schemas.microsoft.com/office/drawing/2014/main" id="{99C0F7DC-ED3D-78FD-7CEE-CD3BC5AF6997}"/>
                </a:ext>
              </a:extLst>
            </p:cNvPr>
            <p:cNvPicPr>
              <a:picLocks noChangeAspect="1"/>
            </p:cNvPicPr>
            <p:nvPr/>
          </p:nvPicPr>
          <p:blipFill>
            <a:blip r:embed="rId5"/>
            <a:stretch>
              <a:fillRect/>
            </a:stretch>
          </p:blipFill>
          <p:spPr>
            <a:xfrm>
              <a:off x="3546471" y="2233665"/>
              <a:ext cx="521675" cy="629608"/>
            </a:xfrm>
            <a:prstGeom prst="rect">
              <a:avLst/>
            </a:prstGeom>
          </p:spPr>
        </p:pic>
        <p:pic>
          <p:nvPicPr>
            <p:cNvPr id="26" name="図 25">
              <a:extLst>
                <a:ext uri="{FF2B5EF4-FFF2-40B4-BE49-F238E27FC236}">
                  <a16:creationId xmlns:a16="http://schemas.microsoft.com/office/drawing/2014/main" id="{13CBD4A1-6974-CEE8-601B-706BA9D1753A}"/>
                </a:ext>
              </a:extLst>
            </p:cNvPr>
            <p:cNvPicPr>
              <a:picLocks noChangeAspect="1"/>
            </p:cNvPicPr>
            <p:nvPr/>
          </p:nvPicPr>
          <p:blipFill>
            <a:blip r:embed="rId5"/>
            <a:stretch>
              <a:fillRect/>
            </a:stretch>
          </p:blipFill>
          <p:spPr>
            <a:xfrm>
              <a:off x="4203698" y="2233664"/>
              <a:ext cx="521675" cy="629608"/>
            </a:xfrm>
            <a:prstGeom prst="rect">
              <a:avLst/>
            </a:prstGeom>
          </p:spPr>
        </p:pic>
        <p:pic>
          <p:nvPicPr>
            <p:cNvPr id="27" name="図 26">
              <a:extLst>
                <a:ext uri="{FF2B5EF4-FFF2-40B4-BE49-F238E27FC236}">
                  <a16:creationId xmlns:a16="http://schemas.microsoft.com/office/drawing/2014/main" id="{9DD4E125-6468-637A-7523-6A62DA01F463}"/>
                </a:ext>
              </a:extLst>
            </p:cNvPr>
            <p:cNvPicPr>
              <a:picLocks noChangeAspect="1"/>
            </p:cNvPicPr>
            <p:nvPr/>
          </p:nvPicPr>
          <p:blipFill>
            <a:blip r:embed="rId3"/>
            <a:stretch>
              <a:fillRect/>
            </a:stretch>
          </p:blipFill>
          <p:spPr>
            <a:xfrm>
              <a:off x="2889243" y="2233664"/>
              <a:ext cx="521676" cy="629609"/>
            </a:xfrm>
            <a:prstGeom prst="rect">
              <a:avLst/>
            </a:prstGeom>
          </p:spPr>
        </p:pic>
      </p:grpSp>
      <p:pic>
        <p:nvPicPr>
          <p:cNvPr id="29" name="図 28">
            <a:extLst>
              <a:ext uri="{FF2B5EF4-FFF2-40B4-BE49-F238E27FC236}">
                <a16:creationId xmlns:a16="http://schemas.microsoft.com/office/drawing/2014/main" id="{BE48D9A8-AA71-48E7-805E-3054F6AF8883}"/>
              </a:ext>
            </a:extLst>
          </p:cNvPr>
          <p:cNvPicPr>
            <a:picLocks noChangeAspect="1"/>
          </p:cNvPicPr>
          <p:nvPr/>
        </p:nvPicPr>
        <p:blipFill>
          <a:blip r:embed="rId3"/>
          <a:stretch>
            <a:fillRect/>
          </a:stretch>
        </p:blipFill>
        <p:spPr>
          <a:xfrm>
            <a:off x="3027355" y="3837911"/>
            <a:ext cx="521676" cy="629609"/>
          </a:xfrm>
          <a:prstGeom prst="rect">
            <a:avLst/>
          </a:prstGeom>
        </p:spPr>
      </p:pic>
      <p:pic>
        <p:nvPicPr>
          <p:cNvPr id="30" name="図 29">
            <a:extLst>
              <a:ext uri="{FF2B5EF4-FFF2-40B4-BE49-F238E27FC236}">
                <a16:creationId xmlns:a16="http://schemas.microsoft.com/office/drawing/2014/main" id="{0AB8D78C-4ED6-DE52-8FD5-84900ADB0133}"/>
              </a:ext>
            </a:extLst>
          </p:cNvPr>
          <p:cNvPicPr>
            <a:picLocks noChangeAspect="1"/>
          </p:cNvPicPr>
          <p:nvPr/>
        </p:nvPicPr>
        <p:blipFill>
          <a:blip r:embed="rId3"/>
          <a:stretch>
            <a:fillRect/>
          </a:stretch>
        </p:blipFill>
        <p:spPr>
          <a:xfrm>
            <a:off x="3684582" y="3837911"/>
            <a:ext cx="521676" cy="629609"/>
          </a:xfrm>
          <a:prstGeom prst="rect">
            <a:avLst/>
          </a:prstGeom>
        </p:spPr>
      </p:pic>
      <p:pic>
        <p:nvPicPr>
          <p:cNvPr id="31" name="図 30">
            <a:extLst>
              <a:ext uri="{FF2B5EF4-FFF2-40B4-BE49-F238E27FC236}">
                <a16:creationId xmlns:a16="http://schemas.microsoft.com/office/drawing/2014/main" id="{0CAB2C64-960E-2557-8B77-B37624BF0B5E}"/>
              </a:ext>
            </a:extLst>
          </p:cNvPr>
          <p:cNvPicPr>
            <a:picLocks noChangeAspect="1"/>
          </p:cNvPicPr>
          <p:nvPr/>
        </p:nvPicPr>
        <p:blipFill>
          <a:blip r:embed="rId4"/>
          <a:stretch>
            <a:fillRect/>
          </a:stretch>
        </p:blipFill>
        <p:spPr>
          <a:xfrm>
            <a:off x="4999036" y="3837911"/>
            <a:ext cx="521676" cy="629609"/>
          </a:xfrm>
          <a:prstGeom prst="rect">
            <a:avLst/>
          </a:prstGeom>
        </p:spPr>
      </p:pic>
      <p:pic>
        <p:nvPicPr>
          <p:cNvPr id="32" name="図 31">
            <a:extLst>
              <a:ext uri="{FF2B5EF4-FFF2-40B4-BE49-F238E27FC236}">
                <a16:creationId xmlns:a16="http://schemas.microsoft.com/office/drawing/2014/main" id="{040A43AD-6B18-E355-0741-55E20D441E69}"/>
              </a:ext>
            </a:extLst>
          </p:cNvPr>
          <p:cNvPicPr>
            <a:picLocks noChangeAspect="1"/>
          </p:cNvPicPr>
          <p:nvPr/>
        </p:nvPicPr>
        <p:blipFill>
          <a:blip r:embed="rId4"/>
          <a:stretch>
            <a:fillRect/>
          </a:stretch>
        </p:blipFill>
        <p:spPr>
          <a:xfrm>
            <a:off x="4341809" y="4601514"/>
            <a:ext cx="521676" cy="629609"/>
          </a:xfrm>
          <a:prstGeom prst="rect">
            <a:avLst/>
          </a:prstGeom>
        </p:spPr>
      </p:pic>
      <p:pic>
        <p:nvPicPr>
          <p:cNvPr id="33" name="図 32">
            <a:extLst>
              <a:ext uri="{FF2B5EF4-FFF2-40B4-BE49-F238E27FC236}">
                <a16:creationId xmlns:a16="http://schemas.microsoft.com/office/drawing/2014/main" id="{B9903A89-9716-2DB2-5059-562A765B0FC9}"/>
              </a:ext>
            </a:extLst>
          </p:cNvPr>
          <p:cNvPicPr>
            <a:picLocks noChangeAspect="1"/>
          </p:cNvPicPr>
          <p:nvPr/>
        </p:nvPicPr>
        <p:blipFill>
          <a:blip r:embed="rId3"/>
          <a:stretch>
            <a:fillRect/>
          </a:stretch>
        </p:blipFill>
        <p:spPr>
          <a:xfrm>
            <a:off x="3027355" y="4601514"/>
            <a:ext cx="521676" cy="629609"/>
          </a:xfrm>
          <a:prstGeom prst="rect">
            <a:avLst/>
          </a:prstGeom>
        </p:spPr>
      </p:pic>
      <p:pic>
        <p:nvPicPr>
          <p:cNvPr id="34" name="図 33">
            <a:extLst>
              <a:ext uri="{FF2B5EF4-FFF2-40B4-BE49-F238E27FC236}">
                <a16:creationId xmlns:a16="http://schemas.microsoft.com/office/drawing/2014/main" id="{A31D0B79-2560-80E9-46BD-BC690E6F002B}"/>
              </a:ext>
            </a:extLst>
          </p:cNvPr>
          <p:cNvPicPr>
            <a:picLocks noChangeAspect="1"/>
          </p:cNvPicPr>
          <p:nvPr/>
        </p:nvPicPr>
        <p:blipFill>
          <a:blip r:embed="rId3"/>
          <a:stretch>
            <a:fillRect/>
          </a:stretch>
        </p:blipFill>
        <p:spPr>
          <a:xfrm>
            <a:off x="3684582" y="4601514"/>
            <a:ext cx="521676" cy="629609"/>
          </a:xfrm>
          <a:prstGeom prst="rect">
            <a:avLst/>
          </a:prstGeom>
        </p:spPr>
      </p:pic>
      <p:pic>
        <p:nvPicPr>
          <p:cNvPr id="35" name="図 34">
            <a:extLst>
              <a:ext uri="{FF2B5EF4-FFF2-40B4-BE49-F238E27FC236}">
                <a16:creationId xmlns:a16="http://schemas.microsoft.com/office/drawing/2014/main" id="{C539C57F-7302-33CD-6A79-4DD3FBABACCE}"/>
              </a:ext>
            </a:extLst>
          </p:cNvPr>
          <p:cNvPicPr>
            <a:picLocks noChangeAspect="1"/>
          </p:cNvPicPr>
          <p:nvPr/>
        </p:nvPicPr>
        <p:blipFill>
          <a:blip r:embed="rId4"/>
          <a:stretch>
            <a:fillRect/>
          </a:stretch>
        </p:blipFill>
        <p:spPr>
          <a:xfrm>
            <a:off x="4999036" y="4601514"/>
            <a:ext cx="521676" cy="62960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9505" y="165175"/>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34A00"/>
                </a:solidFill>
                <a:latin typeface="Noto Sans JP" pitchFamily="34" charset="0"/>
                <a:ea typeface="Noto Sans JP" pitchFamily="34" charset="-122"/>
                <a:cs typeface="Noto Sans JP" pitchFamily="34" charset="-120"/>
              </a:rPr>
              <a:t>SAMPLE PLAY 5</a:t>
            </a:r>
            <a:endParaRPr lang="en-US" sz="1200" dirty="0"/>
          </a:p>
        </p:txBody>
      </p:sp>
      <p:sp>
        <p:nvSpPr>
          <p:cNvPr id="3" name="Text 1"/>
          <p:cNvSpPr>
            <a:spLocks noGrp="1"/>
          </p:cNvSpPr>
          <p:nvPr>
            <p:ph type="title"/>
          </p:nvPr>
        </p:nvSpPr>
        <p:spPr>
          <a:xfrm>
            <a:off x="349505" y="505495"/>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A0028"/>
                </a:solidFill>
                <a:latin typeface="Noto Sans JP" pitchFamily="34" charset="0"/>
                <a:ea typeface="Noto Sans JP" pitchFamily="34" charset="-122"/>
                <a:cs typeface="Noto Sans JP" pitchFamily="34" charset="-120"/>
              </a:rPr>
              <a:t>例5:反撃の「成功」と応酬</a:t>
            </a:r>
            <a:endParaRPr lang="en-US" sz="3000" dirty="0"/>
          </a:p>
        </p:txBody>
      </p:sp>
      <p:sp>
        <p:nvSpPr>
          <p:cNvPr id="4" name="Text 2"/>
          <p:cNvSpPr/>
          <p:nvPr/>
        </p:nvSpPr>
        <p:spPr>
          <a:xfrm>
            <a:off x="349505" y="1003748"/>
            <a:ext cx="10883392"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A0028"/>
                </a:solidFill>
                <a:latin typeface="Noto Sans JP" pitchFamily="34" charset="0"/>
                <a:ea typeface="Noto Sans JP" pitchFamily="34" charset="-122"/>
                <a:cs typeface="Noto Sans JP" pitchFamily="34" charset="-120"/>
              </a:rPr>
              <a:t>A</a:t>
            </a:r>
            <a:r>
              <a:rPr lang="ja-JP" altLang="en-US" sz="1300" dirty="0">
                <a:solidFill>
                  <a:srgbClr val="0A0028"/>
                </a:solidFill>
                <a:latin typeface="Noto Sans JP" pitchFamily="34" charset="0"/>
                <a:ea typeface="Noto Sans JP" pitchFamily="34" charset="-122"/>
                <a:cs typeface="Noto Sans JP" pitchFamily="34" charset="-120"/>
              </a:rPr>
              <a:t>が攻撃側</a:t>
            </a:r>
            <a:r>
              <a:rPr lang="en-US" sz="1300" dirty="0">
                <a:solidFill>
                  <a:srgbClr val="0A0028"/>
                </a:solidFill>
                <a:latin typeface="Noto Sans JP" pitchFamily="34" charset="0"/>
                <a:ea typeface="Noto Sans JP" pitchFamily="34" charset="-122"/>
                <a:cs typeface="Noto Sans JP" pitchFamily="34" charset="-120"/>
              </a:rPr>
              <a:t>。</a:t>
            </a:r>
            <a:endParaRPr lang="en-US" sz="1300" dirty="0"/>
          </a:p>
        </p:txBody>
      </p:sp>
      <p:grpSp>
        <p:nvGrpSpPr>
          <p:cNvPr id="52" name="グループ化 51">
            <a:extLst>
              <a:ext uri="{FF2B5EF4-FFF2-40B4-BE49-F238E27FC236}">
                <a16:creationId xmlns:a16="http://schemas.microsoft.com/office/drawing/2014/main" id="{C84042C6-53D4-8464-059D-31269F3B42F3}"/>
              </a:ext>
            </a:extLst>
          </p:cNvPr>
          <p:cNvGrpSpPr/>
          <p:nvPr/>
        </p:nvGrpSpPr>
        <p:grpSpPr>
          <a:xfrm>
            <a:off x="6273434" y="95335"/>
            <a:ext cx="3716547" cy="549868"/>
            <a:chOff x="6273434" y="84534"/>
            <a:chExt cx="3716547" cy="549868"/>
          </a:xfrm>
        </p:grpSpPr>
        <p:grpSp>
          <p:nvGrpSpPr>
            <p:cNvPr id="48" name="グループ化 47">
              <a:extLst>
                <a:ext uri="{FF2B5EF4-FFF2-40B4-BE49-F238E27FC236}">
                  <a16:creationId xmlns:a16="http://schemas.microsoft.com/office/drawing/2014/main" id="{74A51AFA-C0C4-E7A7-A174-5E92B2ABBAE8}"/>
                </a:ext>
              </a:extLst>
            </p:cNvPr>
            <p:cNvGrpSpPr/>
            <p:nvPr/>
          </p:nvGrpSpPr>
          <p:grpSpPr>
            <a:xfrm>
              <a:off x="6273434" y="84534"/>
              <a:ext cx="3716547" cy="549868"/>
              <a:chOff x="5635480" y="170204"/>
              <a:chExt cx="3716547" cy="549868"/>
            </a:xfrm>
          </p:grpSpPr>
          <p:sp>
            <p:nvSpPr>
              <p:cNvPr id="20" name="Text 3">
                <a:extLst>
                  <a:ext uri="{FF2B5EF4-FFF2-40B4-BE49-F238E27FC236}">
                    <a16:creationId xmlns:a16="http://schemas.microsoft.com/office/drawing/2014/main" id="{0005A75C-96EF-7681-CFF6-7D460EE1F188}"/>
                  </a:ext>
                </a:extLst>
              </p:cNvPr>
              <p:cNvSpPr/>
              <p:nvPr/>
            </p:nvSpPr>
            <p:spPr>
              <a:xfrm>
                <a:off x="5635480" y="33335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grpSp>
            <p:nvGrpSpPr>
              <p:cNvPr id="25" name="グループ化 24">
                <a:extLst>
                  <a:ext uri="{FF2B5EF4-FFF2-40B4-BE49-F238E27FC236}">
                    <a16:creationId xmlns:a16="http://schemas.microsoft.com/office/drawing/2014/main" id="{E176AA22-74AA-37D1-1B48-1AFAFB4EE869}"/>
                  </a:ext>
                </a:extLst>
              </p:cNvPr>
              <p:cNvGrpSpPr/>
              <p:nvPr/>
            </p:nvGrpSpPr>
            <p:grpSpPr>
              <a:xfrm>
                <a:off x="6389209" y="170204"/>
                <a:ext cx="2962818" cy="549868"/>
                <a:chOff x="6229721" y="476251"/>
                <a:chExt cx="2962818" cy="549868"/>
              </a:xfrm>
            </p:grpSpPr>
            <p:pic>
              <p:nvPicPr>
                <p:cNvPr id="26" name="図 25">
                  <a:extLst>
                    <a:ext uri="{FF2B5EF4-FFF2-40B4-BE49-F238E27FC236}">
                      <a16:creationId xmlns:a16="http://schemas.microsoft.com/office/drawing/2014/main" id="{6ED3105A-1C65-951E-F3BF-10799E96340E}"/>
                    </a:ext>
                  </a:extLst>
                </p:cNvPr>
                <p:cNvPicPr>
                  <a:picLocks noChangeAspect="1"/>
                </p:cNvPicPr>
                <p:nvPr/>
              </p:nvPicPr>
              <p:blipFill>
                <a:blip r:embed="rId3"/>
                <a:stretch>
                  <a:fillRect/>
                </a:stretch>
              </p:blipFill>
              <p:spPr>
                <a:xfrm>
                  <a:off x="6229721" y="493102"/>
                  <a:ext cx="441643" cy="533017"/>
                </a:xfrm>
                <a:prstGeom prst="rect">
                  <a:avLst/>
                </a:prstGeom>
              </p:spPr>
            </p:pic>
            <p:pic>
              <p:nvPicPr>
                <p:cNvPr id="27" name="図 26">
                  <a:extLst>
                    <a:ext uri="{FF2B5EF4-FFF2-40B4-BE49-F238E27FC236}">
                      <a16:creationId xmlns:a16="http://schemas.microsoft.com/office/drawing/2014/main" id="{B3739F49-000F-3224-E2FE-C406C0506FC9}"/>
                    </a:ext>
                  </a:extLst>
                </p:cNvPr>
                <p:cNvPicPr>
                  <a:picLocks noChangeAspect="1"/>
                </p:cNvPicPr>
                <p:nvPr/>
              </p:nvPicPr>
              <p:blipFill>
                <a:blip r:embed="rId4"/>
                <a:stretch>
                  <a:fillRect/>
                </a:stretch>
              </p:blipFill>
              <p:spPr>
                <a:xfrm>
                  <a:off x="8249450" y="476251"/>
                  <a:ext cx="441643" cy="533017"/>
                </a:xfrm>
                <a:prstGeom prst="rect">
                  <a:avLst/>
                </a:prstGeom>
              </p:spPr>
            </p:pic>
            <p:pic>
              <p:nvPicPr>
                <p:cNvPr id="28" name="図 27">
                  <a:extLst>
                    <a:ext uri="{FF2B5EF4-FFF2-40B4-BE49-F238E27FC236}">
                      <a16:creationId xmlns:a16="http://schemas.microsoft.com/office/drawing/2014/main" id="{07F45EA4-CB8A-494A-4BC4-27F8B0AFF2D7}"/>
                    </a:ext>
                  </a:extLst>
                </p:cNvPr>
                <p:cNvPicPr>
                  <a:picLocks noChangeAspect="1"/>
                </p:cNvPicPr>
                <p:nvPr/>
              </p:nvPicPr>
              <p:blipFill>
                <a:blip r:embed="rId5"/>
                <a:stretch>
                  <a:fillRect/>
                </a:stretch>
              </p:blipFill>
              <p:spPr>
                <a:xfrm>
                  <a:off x="7229540" y="487052"/>
                  <a:ext cx="441643" cy="533017"/>
                </a:xfrm>
                <a:prstGeom prst="rect">
                  <a:avLst/>
                </a:prstGeom>
              </p:spPr>
            </p:pic>
            <p:pic>
              <p:nvPicPr>
                <p:cNvPr id="29" name="図 28">
                  <a:extLst>
                    <a:ext uri="{FF2B5EF4-FFF2-40B4-BE49-F238E27FC236}">
                      <a16:creationId xmlns:a16="http://schemas.microsoft.com/office/drawing/2014/main" id="{7AFB1BA7-5C48-6ABC-1F41-0630E01C8FEE}"/>
                    </a:ext>
                  </a:extLst>
                </p:cNvPr>
                <p:cNvPicPr>
                  <a:picLocks noChangeAspect="1"/>
                </p:cNvPicPr>
                <p:nvPr/>
              </p:nvPicPr>
              <p:blipFill>
                <a:blip r:embed="rId6"/>
                <a:stretch>
                  <a:fillRect/>
                </a:stretch>
              </p:blipFill>
              <p:spPr>
                <a:xfrm>
                  <a:off x="8750896" y="477757"/>
                  <a:ext cx="441643" cy="533017"/>
                </a:xfrm>
                <a:prstGeom prst="rect">
                  <a:avLst/>
                </a:prstGeom>
              </p:spPr>
            </p:pic>
            <p:pic>
              <p:nvPicPr>
                <p:cNvPr id="31" name="図 30">
                  <a:extLst>
                    <a:ext uri="{FF2B5EF4-FFF2-40B4-BE49-F238E27FC236}">
                      <a16:creationId xmlns:a16="http://schemas.microsoft.com/office/drawing/2014/main" id="{CA8E608F-696C-7E32-7030-0131F201E3C9}"/>
                    </a:ext>
                  </a:extLst>
                </p:cNvPr>
                <p:cNvPicPr>
                  <a:picLocks noChangeAspect="1"/>
                </p:cNvPicPr>
                <p:nvPr/>
              </p:nvPicPr>
              <p:blipFill>
                <a:blip r:embed="rId5"/>
                <a:stretch>
                  <a:fillRect/>
                </a:stretch>
              </p:blipFill>
              <p:spPr>
                <a:xfrm>
                  <a:off x="7730083" y="487052"/>
                  <a:ext cx="441643" cy="533017"/>
                </a:xfrm>
                <a:prstGeom prst="rect">
                  <a:avLst/>
                </a:prstGeom>
              </p:spPr>
            </p:pic>
          </p:grpSp>
        </p:grpSp>
        <p:pic>
          <p:nvPicPr>
            <p:cNvPr id="51" name="図 50">
              <a:extLst>
                <a:ext uri="{FF2B5EF4-FFF2-40B4-BE49-F238E27FC236}">
                  <a16:creationId xmlns:a16="http://schemas.microsoft.com/office/drawing/2014/main" id="{EF8A6B58-B389-15BC-7CFD-AA2CC6C25424}"/>
                </a:ext>
              </a:extLst>
            </p:cNvPr>
            <p:cNvPicPr>
              <a:picLocks noChangeAspect="1"/>
            </p:cNvPicPr>
            <p:nvPr/>
          </p:nvPicPr>
          <p:blipFill>
            <a:blip r:embed="rId3"/>
            <a:stretch>
              <a:fillRect/>
            </a:stretch>
          </p:blipFill>
          <p:spPr>
            <a:xfrm>
              <a:off x="7521637" y="97575"/>
              <a:ext cx="441643" cy="533017"/>
            </a:xfrm>
            <a:prstGeom prst="rect">
              <a:avLst/>
            </a:prstGeom>
          </p:spPr>
        </p:pic>
      </p:grpSp>
      <p:grpSp>
        <p:nvGrpSpPr>
          <p:cNvPr id="55" name="グループ化 54">
            <a:extLst>
              <a:ext uri="{FF2B5EF4-FFF2-40B4-BE49-F238E27FC236}">
                <a16:creationId xmlns:a16="http://schemas.microsoft.com/office/drawing/2014/main" id="{C44B8177-6A05-BA25-EBEB-2B3E439C3E16}"/>
              </a:ext>
            </a:extLst>
          </p:cNvPr>
          <p:cNvGrpSpPr/>
          <p:nvPr/>
        </p:nvGrpSpPr>
        <p:grpSpPr>
          <a:xfrm>
            <a:off x="6273434" y="761542"/>
            <a:ext cx="3695189" cy="543978"/>
            <a:chOff x="6273434" y="761542"/>
            <a:chExt cx="3695189" cy="543978"/>
          </a:xfrm>
        </p:grpSpPr>
        <p:grpSp>
          <p:nvGrpSpPr>
            <p:cNvPr id="49" name="グループ化 48">
              <a:extLst>
                <a:ext uri="{FF2B5EF4-FFF2-40B4-BE49-F238E27FC236}">
                  <a16:creationId xmlns:a16="http://schemas.microsoft.com/office/drawing/2014/main" id="{D2A9EADD-065B-08A0-4CB0-15809C4AB468}"/>
                </a:ext>
              </a:extLst>
            </p:cNvPr>
            <p:cNvGrpSpPr/>
            <p:nvPr/>
          </p:nvGrpSpPr>
          <p:grpSpPr>
            <a:xfrm>
              <a:off x="6273434" y="761542"/>
              <a:ext cx="3695189" cy="543978"/>
              <a:chOff x="6273434" y="761542"/>
              <a:chExt cx="3695189" cy="543978"/>
            </a:xfrm>
          </p:grpSpPr>
          <p:sp>
            <p:nvSpPr>
              <p:cNvPr id="35" name="Text 3">
                <a:extLst>
                  <a:ext uri="{FF2B5EF4-FFF2-40B4-BE49-F238E27FC236}">
                    <a16:creationId xmlns:a16="http://schemas.microsoft.com/office/drawing/2014/main" id="{0CA5B55E-D4F1-0778-C2A7-6591E3C17091}"/>
                  </a:ext>
                </a:extLst>
              </p:cNvPr>
              <p:cNvSpPr/>
              <p:nvPr/>
            </p:nvSpPr>
            <p:spPr>
              <a:xfrm>
                <a:off x="6273434" y="898489"/>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err="1">
                    <a:solidFill>
                      <a:srgbClr val="0A0028"/>
                    </a:solidFill>
                    <a:latin typeface="Noto Sans JP" pitchFamily="34" charset="0"/>
                    <a:ea typeface="Noto Sans JP" pitchFamily="34" charset="-122"/>
                    <a:cs typeface="Noto Sans JP" pitchFamily="34" charset="-120"/>
                  </a:rPr>
                  <a:t>Bの手札</a:t>
                </a:r>
                <a:endParaRPr lang="en-US" sz="1300" dirty="0"/>
              </a:p>
            </p:txBody>
          </p:sp>
          <p:grpSp>
            <p:nvGrpSpPr>
              <p:cNvPr id="40" name="グループ化 39">
                <a:extLst>
                  <a:ext uri="{FF2B5EF4-FFF2-40B4-BE49-F238E27FC236}">
                    <a16:creationId xmlns:a16="http://schemas.microsoft.com/office/drawing/2014/main" id="{D1968F9D-12D7-9444-D3E1-8DEDAE67414F}"/>
                  </a:ext>
                </a:extLst>
              </p:cNvPr>
              <p:cNvGrpSpPr/>
              <p:nvPr/>
            </p:nvGrpSpPr>
            <p:grpSpPr>
              <a:xfrm>
                <a:off x="7027163" y="761542"/>
                <a:ext cx="2941460" cy="543978"/>
                <a:chOff x="6229721" y="1428291"/>
                <a:chExt cx="2941460" cy="543978"/>
              </a:xfrm>
            </p:grpSpPr>
            <p:grpSp>
              <p:nvGrpSpPr>
                <p:cNvPr id="41" name="グループ化 40">
                  <a:extLst>
                    <a:ext uri="{FF2B5EF4-FFF2-40B4-BE49-F238E27FC236}">
                      <a16:creationId xmlns:a16="http://schemas.microsoft.com/office/drawing/2014/main" id="{1C2C7F65-2E79-272C-9B4A-037C5892FB25}"/>
                    </a:ext>
                  </a:extLst>
                </p:cNvPr>
                <p:cNvGrpSpPr/>
                <p:nvPr/>
              </p:nvGrpSpPr>
              <p:grpSpPr>
                <a:xfrm>
                  <a:off x="6229721" y="1428291"/>
                  <a:ext cx="2941460" cy="543978"/>
                  <a:chOff x="6229721" y="493102"/>
                  <a:chExt cx="2941460" cy="543978"/>
                </a:xfrm>
              </p:grpSpPr>
              <p:pic>
                <p:nvPicPr>
                  <p:cNvPr id="43" name="図 42">
                    <a:extLst>
                      <a:ext uri="{FF2B5EF4-FFF2-40B4-BE49-F238E27FC236}">
                        <a16:creationId xmlns:a16="http://schemas.microsoft.com/office/drawing/2014/main" id="{9606C6B9-E787-5708-2416-4DDE06BB563E}"/>
                      </a:ext>
                    </a:extLst>
                  </p:cNvPr>
                  <p:cNvPicPr>
                    <a:picLocks noChangeAspect="1"/>
                  </p:cNvPicPr>
                  <p:nvPr/>
                </p:nvPicPr>
                <p:blipFill>
                  <a:blip r:embed="rId3"/>
                  <a:stretch>
                    <a:fillRect/>
                  </a:stretch>
                </p:blipFill>
                <p:spPr>
                  <a:xfrm>
                    <a:off x="6229721" y="493102"/>
                    <a:ext cx="441643" cy="533017"/>
                  </a:xfrm>
                  <a:prstGeom prst="rect">
                    <a:avLst/>
                  </a:prstGeom>
                </p:spPr>
              </p:pic>
              <p:pic>
                <p:nvPicPr>
                  <p:cNvPr id="44" name="図 43">
                    <a:extLst>
                      <a:ext uri="{FF2B5EF4-FFF2-40B4-BE49-F238E27FC236}">
                        <a16:creationId xmlns:a16="http://schemas.microsoft.com/office/drawing/2014/main" id="{D3AE8E6F-2DF4-EC75-85C3-B289C3BD7238}"/>
                      </a:ext>
                    </a:extLst>
                  </p:cNvPr>
                  <p:cNvPicPr>
                    <a:picLocks noChangeAspect="1"/>
                  </p:cNvPicPr>
                  <p:nvPr/>
                </p:nvPicPr>
                <p:blipFill>
                  <a:blip r:embed="rId4"/>
                  <a:stretch>
                    <a:fillRect/>
                  </a:stretch>
                </p:blipFill>
                <p:spPr>
                  <a:xfrm>
                    <a:off x="7229540" y="504063"/>
                    <a:ext cx="441643" cy="533017"/>
                  </a:xfrm>
                  <a:prstGeom prst="rect">
                    <a:avLst/>
                  </a:prstGeom>
                </p:spPr>
              </p:pic>
              <p:pic>
                <p:nvPicPr>
                  <p:cNvPr id="45" name="図 44">
                    <a:extLst>
                      <a:ext uri="{FF2B5EF4-FFF2-40B4-BE49-F238E27FC236}">
                        <a16:creationId xmlns:a16="http://schemas.microsoft.com/office/drawing/2014/main" id="{084F5FE3-5388-030C-050F-980550892C35}"/>
                      </a:ext>
                    </a:extLst>
                  </p:cNvPr>
                  <p:cNvPicPr>
                    <a:picLocks noChangeAspect="1"/>
                  </p:cNvPicPr>
                  <p:nvPr/>
                </p:nvPicPr>
                <p:blipFill>
                  <a:blip r:embed="rId5"/>
                  <a:stretch>
                    <a:fillRect/>
                  </a:stretch>
                </p:blipFill>
                <p:spPr>
                  <a:xfrm>
                    <a:off x="6730264" y="499613"/>
                    <a:ext cx="441643" cy="533017"/>
                  </a:xfrm>
                  <a:prstGeom prst="rect">
                    <a:avLst/>
                  </a:prstGeom>
                </p:spPr>
              </p:pic>
              <p:pic>
                <p:nvPicPr>
                  <p:cNvPr id="46" name="図 45">
                    <a:extLst>
                      <a:ext uri="{FF2B5EF4-FFF2-40B4-BE49-F238E27FC236}">
                        <a16:creationId xmlns:a16="http://schemas.microsoft.com/office/drawing/2014/main" id="{4E652063-0B2D-3684-D29B-558070C4AFFA}"/>
                      </a:ext>
                    </a:extLst>
                  </p:cNvPr>
                  <p:cNvPicPr>
                    <a:picLocks noChangeAspect="1"/>
                  </p:cNvPicPr>
                  <p:nvPr/>
                </p:nvPicPr>
                <p:blipFill>
                  <a:blip r:embed="rId6"/>
                  <a:stretch>
                    <a:fillRect/>
                  </a:stretch>
                </p:blipFill>
                <p:spPr>
                  <a:xfrm>
                    <a:off x="8729538" y="504063"/>
                    <a:ext cx="441643" cy="533017"/>
                  </a:xfrm>
                  <a:prstGeom prst="rect">
                    <a:avLst/>
                  </a:prstGeom>
                </p:spPr>
              </p:pic>
            </p:grpSp>
            <p:pic>
              <p:nvPicPr>
                <p:cNvPr id="42" name="図 41">
                  <a:extLst>
                    <a:ext uri="{FF2B5EF4-FFF2-40B4-BE49-F238E27FC236}">
                      <a16:creationId xmlns:a16="http://schemas.microsoft.com/office/drawing/2014/main" id="{785076B9-F173-1553-6059-0E2E06F08E52}"/>
                    </a:ext>
                  </a:extLst>
                </p:cNvPr>
                <p:cNvPicPr>
                  <a:picLocks noChangeAspect="1"/>
                </p:cNvPicPr>
                <p:nvPr/>
              </p:nvPicPr>
              <p:blipFill>
                <a:blip r:embed="rId6"/>
                <a:stretch>
                  <a:fillRect/>
                </a:stretch>
              </p:blipFill>
              <p:spPr>
                <a:xfrm>
                  <a:off x="8228092" y="1439252"/>
                  <a:ext cx="441643" cy="533017"/>
                </a:xfrm>
                <a:prstGeom prst="rect">
                  <a:avLst/>
                </a:prstGeom>
              </p:spPr>
            </p:pic>
          </p:grpSp>
        </p:grpSp>
        <p:pic>
          <p:nvPicPr>
            <p:cNvPr id="54" name="図 53">
              <a:extLst>
                <a:ext uri="{FF2B5EF4-FFF2-40B4-BE49-F238E27FC236}">
                  <a16:creationId xmlns:a16="http://schemas.microsoft.com/office/drawing/2014/main" id="{62F8E81E-DCDA-5FBC-FDDB-C3D85117DD05}"/>
                </a:ext>
              </a:extLst>
            </p:cNvPr>
            <p:cNvPicPr>
              <a:picLocks noChangeAspect="1"/>
            </p:cNvPicPr>
            <p:nvPr/>
          </p:nvPicPr>
          <p:blipFill>
            <a:blip r:embed="rId4"/>
            <a:stretch>
              <a:fillRect/>
            </a:stretch>
          </p:blipFill>
          <p:spPr>
            <a:xfrm>
              <a:off x="8526258" y="772503"/>
              <a:ext cx="441643" cy="533017"/>
            </a:xfrm>
            <a:prstGeom prst="rect">
              <a:avLst/>
            </a:prstGeom>
          </p:spPr>
        </p:pic>
      </p:grpSp>
      <p:grpSp>
        <p:nvGrpSpPr>
          <p:cNvPr id="192" name="グループ化 191">
            <a:extLst>
              <a:ext uri="{FF2B5EF4-FFF2-40B4-BE49-F238E27FC236}">
                <a16:creationId xmlns:a16="http://schemas.microsoft.com/office/drawing/2014/main" id="{526F99DF-1654-CCDA-C22E-C9BBC1A70B2A}"/>
              </a:ext>
            </a:extLst>
          </p:cNvPr>
          <p:cNvGrpSpPr/>
          <p:nvPr/>
        </p:nvGrpSpPr>
        <p:grpSpPr>
          <a:xfrm>
            <a:off x="341234" y="1369168"/>
            <a:ext cx="10648188" cy="2233091"/>
            <a:chOff x="819150" y="1724620"/>
            <a:chExt cx="10648188" cy="2233091"/>
          </a:xfrm>
        </p:grpSpPr>
        <p:grpSp>
          <p:nvGrpSpPr>
            <p:cNvPr id="57" name="グループ化 56">
              <a:extLst>
                <a:ext uri="{FF2B5EF4-FFF2-40B4-BE49-F238E27FC236}">
                  <a16:creationId xmlns:a16="http://schemas.microsoft.com/office/drawing/2014/main" id="{E72BC8B9-A393-2927-C8F5-7E6EBB4BAF92}"/>
                </a:ext>
              </a:extLst>
            </p:cNvPr>
            <p:cNvGrpSpPr/>
            <p:nvPr/>
          </p:nvGrpSpPr>
          <p:grpSpPr>
            <a:xfrm>
              <a:off x="819150" y="1724620"/>
              <a:ext cx="10648188" cy="2233091"/>
              <a:chOff x="819150" y="1724620"/>
              <a:chExt cx="10648188" cy="2233091"/>
            </a:xfrm>
          </p:grpSpPr>
          <p:sp>
            <p:nvSpPr>
              <p:cNvPr id="5" name="Shape 3"/>
              <p:cNvSpPr/>
              <p:nvPr/>
            </p:nvSpPr>
            <p:spPr>
              <a:xfrm>
                <a:off x="819150" y="1724620"/>
                <a:ext cx="10553700" cy="2233091"/>
              </a:xfrm>
              <a:prstGeom prst="roundRect">
                <a:avLst>
                  <a:gd name="adj" fmla="val 6219"/>
                </a:avLst>
              </a:prstGeom>
              <a:solidFill>
                <a:srgbClr val="FFFFFF"/>
              </a:solidFill>
              <a:ln w="12700">
                <a:solidFill>
                  <a:srgbClr val="0A0028"/>
                </a:solidFill>
                <a:prstDash val="solid"/>
              </a:ln>
            </p:spPr>
            <p:txBody>
              <a:bodyPr/>
              <a:lstStyle/>
              <a:p>
                <a:endParaRPr lang="ja-JP" altLang="en-US"/>
              </a:p>
            </p:txBody>
          </p:sp>
          <p:sp>
            <p:nvSpPr>
              <p:cNvPr id="6" name="Text 4"/>
              <p:cNvSpPr/>
              <p:nvPr/>
            </p:nvSpPr>
            <p:spPr>
              <a:xfrm>
                <a:off x="1028700" y="1883370"/>
                <a:ext cx="10438638"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0028"/>
                    </a:solidFill>
                    <a:latin typeface="Noto Sans JP" pitchFamily="34" charset="0"/>
                    <a:ea typeface="Noto Sans JP" pitchFamily="34" charset="-122"/>
                    <a:cs typeface="Noto Sans JP" pitchFamily="34" charset="-120"/>
                  </a:rPr>
                  <a:t>① Aの攻撃 対 Bの反撃(成功)</a:t>
                </a:r>
                <a:endParaRPr lang="en-US" sz="1700" dirty="0"/>
              </a:p>
            </p:txBody>
          </p:sp>
          <p:sp>
            <p:nvSpPr>
              <p:cNvPr id="7" name="Text 5"/>
              <p:cNvSpPr/>
              <p:nvPr/>
            </p:nvSpPr>
            <p:spPr>
              <a:xfrm>
                <a:off x="1028700" y="2218630"/>
                <a:ext cx="1476127"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A:振り下ろし×1</a:t>
                </a:r>
                <a:endParaRPr lang="en-US" sz="1300" dirty="0"/>
              </a:p>
            </p:txBody>
          </p:sp>
          <p:sp>
            <p:nvSpPr>
              <p:cNvPr id="8" name="Text 6"/>
              <p:cNvSpPr/>
              <p:nvPr/>
            </p:nvSpPr>
            <p:spPr>
              <a:xfrm>
                <a:off x="2606427" y="2256730"/>
                <a:ext cx="2159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A0028"/>
                    </a:solidFill>
                    <a:latin typeface="Noto Sans JP" pitchFamily="34" charset="0"/>
                    <a:ea typeface="Noto Sans JP" pitchFamily="34" charset="-122"/>
                    <a:cs typeface="Noto Sans JP" pitchFamily="34" charset="-120"/>
                  </a:rPr>
                  <a:t>対</a:t>
                </a:r>
                <a:endParaRPr lang="en-US" sz="1300" dirty="0"/>
              </a:p>
            </p:txBody>
          </p:sp>
          <p:sp>
            <p:nvSpPr>
              <p:cNvPr id="9" name="Text 7"/>
              <p:cNvSpPr/>
              <p:nvPr/>
            </p:nvSpPr>
            <p:spPr>
              <a:xfrm>
                <a:off x="2873127" y="2218630"/>
                <a:ext cx="2918074"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B:反撃 スイング×1</a:t>
                </a:r>
                <a:r>
                  <a:rPr lang="ja-JP" altLang="en-US" sz="1300" b="1" dirty="0">
                    <a:solidFill>
                      <a:srgbClr val="0A0028"/>
                    </a:solidFill>
                    <a:latin typeface="Noto Sans JP" pitchFamily="34" charset="0"/>
                    <a:ea typeface="Noto Sans JP" pitchFamily="34" charset="-122"/>
                    <a:cs typeface="Noto Sans JP" pitchFamily="34" charset="-120"/>
                  </a:rPr>
                  <a:t>→振り下ろし</a:t>
                </a:r>
                <a:r>
                  <a:rPr lang="en-US" altLang="ja-JP" sz="1300" b="1" dirty="0">
                    <a:solidFill>
                      <a:srgbClr val="0A0028"/>
                    </a:solidFill>
                    <a:latin typeface="Noto Sans JP" pitchFamily="34" charset="0"/>
                    <a:ea typeface="Noto Sans JP" pitchFamily="34" charset="-122"/>
                    <a:cs typeface="Noto Sans JP" pitchFamily="34" charset="-120"/>
                  </a:rPr>
                  <a:t>×1</a:t>
                </a:r>
                <a:endParaRPr lang="en-US" sz="1300" dirty="0"/>
              </a:p>
            </p:txBody>
          </p:sp>
          <p:sp>
            <p:nvSpPr>
              <p:cNvPr id="10" name="Text 8"/>
              <p:cNvSpPr/>
              <p:nvPr/>
            </p:nvSpPr>
            <p:spPr>
              <a:xfrm>
                <a:off x="934212" y="3379459"/>
                <a:ext cx="10438638" cy="520700"/>
              </a:xfrm>
              <a:prstGeom prst="rect">
                <a:avLst/>
              </a:prstGeom>
              <a:noFill/>
              <a:ln/>
            </p:spPr>
            <p:txBody>
              <a:bodyPr wrap="square" lIns="0" tIns="0" rIns="0" bIns="0" rtlCol="0" anchor="t">
                <a:normAutofit/>
              </a:bodyPr>
              <a:lstStyle/>
              <a:p>
                <a:pPr marL="0" indent="0" algn="l">
                  <a:lnSpc>
                    <a:spcPts val="1950"/>
                  </a:lnSpc>
                  <a:buNone/>
                </a:pPr>
                <a:r>
                  <a:rPr lang="ja-JP" altLang="en-US" sz="1300" dirty="0">
                    <a:solidFill>
                      <a:srgbClr val="0A0028"/>
                    </a:solidFill>
                    <a:latin typeface="Noto Sans JP" pitchFamily="34" charset="0"/>
                    <a:ea typeface="Noto Sans JP" pitchFamily="34" charset="-122"/>
                    <a:cs typeface="Noto Sans JP" pitchFamily="34" charset="-120"/>
                  </a:rPr>
                  <a:t>場に出したカードは</a:t>
                </a:r>
                <a:r>
                  <a:rPr lang="en-US" sz="1300" dirty="0" err="1">
                    <a:solidFill>
                      <a:srgbClr val="0A0028"/>
                    </a:solidFill>
                    <a:latin typeface="Noto Sans JP" pitchFamily="34" charset="0"/>
                    <a:ea typeface="Noto Sans JP" pitchFamily="34" charset="-122"/>
                    <a:cs typeface="Noto Sans JP" pitchFamily="34" charset="-120"/>
                  </a:rPr>
                  <a:t>種類が合っていないが、Bは手札</a:t>
                </a:r>
                <a:r>
                  <a:rPr lang="ja-JP" altLang="en-US" sz="1300" dirty="0">
                    <a:solidFill>
                      <a:srgbClr val="0A0028"/>
                    </a:solidFill>
                    <a:latin typeface="Noto Sans JP" pitchFamily="34" charset="0"/>
                    <a:ea typeface="Noto Sans JP" pitchFamily="34" charset="-122"/>
                    <a:cs typeface="Noto Sans JP" pitchFamily="34" charset="-120"/>
                  </a:rPr>
                  <a:t>に</a:t>
                </a:r>
                <a:r>
                  <a:rPr lang="en-US" sz="1300" dirty="0" err="1">
                    <a:solidFill>
                      <a:srgbClr val="0A0028"/>
                    </a:solidFill>
                    <a:latin typeface="Noto Sans JP" pitchFamily="34" charset="0"/>
                    <a:ea typeface="Noto Sans JP" pitchFamily="34" charset="-122"/>
                    <a:cs typeface="Noto Sans JP" pitchFamily="34" charset="-120"/>
                  </a:rPr>
                  <a:t>振り下ろし</a:t>
                </a:r>
                <a:r>
                  <a:rPr lang="ja-JP" altLang="en-US" sz="1300" dirty="0">
                    <a:solidFill>
                      <a:srgbClr val="0A0028"/>
                    </a:solidFill>
                    <a:latin typeface="Noto Sans JP" pitchFamily="34" charset="0"/>
                    <a:ea typeface="Noto Sans JP" pitchFamily="34" charset="-122"/>
                    <a:cs typeface="Noto Sans JP" pitchFamily="34" charset="-120"/>
                  </a:rPr>
                  <a:t>があるため反撃</a:t>
                </a:r>
                <a:r>
                  <a:rPr lang="en-US" sz="1300" dirty="0" err="1">
                    <a:solidFill>
                      <a:srgbClr val="0A0028"/>
                    </a:solidFill>
                    <a:latin typeface="Noto Sans JP" pitchFamily="34" charset="0"/>
                    <a:ea typeface="Noto Sans JP" pitchFamily="34" charset="-122"/>
                    <a:cs typeface="Noto Sans JP" pitchFamily="34" charset="-120"/>
                  </a:rPr>
                  <a:t>できる。スイングを手札に戻して振り下ろしを出し、反撃は成功</a:t>
                </a:r>
                <a:r>
                  <a:rPr lang="en-US" sz="1300" dirty="0">
                    <a:solidFill>
                      <a:srgbClr val="0A0028"/>
                    </a:solidFill>
                    <a:latin typeface="Noto Sans JP" pitchFamily="34" charset="0"/>
                    <a:ea typeface="Noto Sans JP" pitchFamily="34" charset="-122"/>
                    <a:cs typeface="Noto Sans JP" pitchFamily="34" charset="-120"/>
                  </a:rPr>
                  <a:t>(大成功ではない)。Aは一時的に防御側になる。</a:t>
                </a:r>
                <a:endParaRPr lang="en-US" sz="1300" dirty="0"/>
              </a:p>
            </p:txBody>
          </p:sp>
        </p:grpSp>
        <p:grpSp>
          <p:nvGrpSpPr>
            <p:cNvPr id="58" name="グループ化 57">
              <a:extLst>
                <a:ext uri="{FF2B5EF4-FFF2-40B4-BE49-F238E27FC236}">
                  <a16:creationId xmlns:a16="http://schemas.microsoft.com/office/drawing/2014/main" id="{9B9A7770-011D-22B9-FE27-E89439FF4C2E}"/>
                </a:ext>
              </a:extLst>
            </p:cNvPr>
            <p:cNvGrpSpPr/>
            <p:nvPr/>
          </p:nvGrpSpPr>
          <p:grpSpPr>
            <a:xfrm>
              <a:off x="6252076" y="1833846"/>
              <a:ext cx="3716547" cy="546058"/>
              <a:chOff x="6273434" y="84534"/>
              <a:chExt cx="3716547" cy="546058"/>
            </a:xfrm>
          </p:grpSpPr>
          <p:grpSp>
            <p:nvGrpSpPr>
              <p:cNvPr id="59" name="グループ化 58">
                <a:extLst>
                  <a:ext uri="{FF2B5EF4-FFF2-40B4-BE49-F238E27FC236}">
                    <a16:creationId xmlns:a16="http://schemas.microsoft.com/office/drawing/2014/main" id="{CBFE7384-4A64-2606-FE2D-120111C35509}"/>
                  </a:ext>
                </a:extLst>
              </p:cNvPr>
              <p:cNvGrpSpPr/>
              <p:nvPr/>
            </p:nvGrpSpPr>
            <p:grpSpPr>
              <a:xfrm>
                <a:off x="6273434" y="84534"/>
                <a:ext cx="3716547" cy="543818"/>
                <a:chOff x="5635480" y="170204"/>
                <a:chExt cx="3716547" cy="543818"/>
              </a:xfrm>
            </p:grpSpPr>
            <p:sp>
              <p:nvSpPr>
                <p:cNvPr id="61" name="Text 3">
                  <a:extLst>
                    <a:ext uri="{FF2B5EF4-FFF2-40B4-BE49-F238E27FC236}">
                      <a16:creationId xmlns:a16="http://schemas.microsoft.com/office/drawing/2014/main" id="{1B18E231-642A-0F11-6F94-80055F0031F1}"/>
                    </a:ext>
                  </a:extLst>
                </p:cNvPr>
                <p:cNvSpPr/>
                <p:nvPr/>
              </p:nvSpPr>
              <p:spPr>
                <a:xfrm>
                  <a:off x="5635480" y="33335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grpSp>
              <p:nvGrpSpPr>
                <p:cNvPr id="62" name="グループ化 61">
                  <a:extLst>
                    <a:ext uri="{FF2B5EF4-FFF2-40B4-BE49-F238E27FC236}">
                      <a16:creationId xmlns:a16="http://schemas.microsoft.com/office/drawing/2014/main" id="{736A7AB2-2D68-0CB8-4FA2-F6C9D182225E}"/>
                    </a:ext>
                  </a:extLst>
                </p:cNvPr>
                <p:cNvGrpSpPr/>
                <p:nvPr/>
              </p:nvGrpSpPr>
              <p:grpSpPr>
                <a:xfrm>
                  <a:off x="7389028" y="170204"/>
                  <a:ext cx="1962999" cy="543818"/>
                  <a:chOff x="7229540" y="476251"/>
                  <a:chExt cx="1962999" cy="543818"/>
                </a:xfrm>
              </p:grpSpPr>
              <p:pic>
                <p:nvPicPr>
                  <p:cNvPr id="64" name="図 63">
                    <a:extLst>
                      <a:ext uri="{FF2B5EF4-FFF2-40B4-BE49-F238E27FC236}">
                        <a16:creationId xmlns:a16="http://schemas.microsoft.com/office/drawing/2014/main" id="{48EB466E-C27C-D057-BC32-0EA170B37679}"/>
                      </a:ext>
                    </a:extLst>
                  </p:cNvPr>
                  <p:cNvPicPr>
                    <a:picLocks noChangeAspect="1"/>
                  </p:cNvPicPr>
                  <p:nvPr/>
                </p:nvPicPr>
                <p:blipFill>
                  <a:blip r:embed="rId4"/>
                  <a:stretch>
                    <a:fillRect/>
                  </a:stretch>
                </p:blipFill>
                <p:spPr>
                  <a:xfrm>
                    <a:off x="8249450" y="476251"/>
                    <a:ext cx="441643" cy="533017"/>
                  </a:xfrm>
                  <a:prstGeom prst="rect">
                    <a:avLst/>
                  </a:prstGeom>
                </p:spPr>
              </p:pic>
              <p:pic>
                <p:nvPicPr>
                  <p:cNvPr id="65" name="図 64">
                    <a:extLst>
                      <a:ext uri="{FF2B5EF4-FFF2-40B4-BE49-F238E27FC236}">
                        <a16:creationId xmlns:a16="http://schemas.microsoft.com/office/drawing/2014/main" id="{8C0A0A52-D812-C11F-48EB-C3FB9CBB6634}"/>
                      </a:ext>
                    </a:extLst>
                  </p:cNvPr>
                  <p:cNvPicPr>
                    <a:picLocks noChangeAspect="1"/>
                  </p:cNvPicPr>
                  <p:nvPr/>
                </p:nvPicPr>
                <p:blipFill>
                  <a:blip r:embed="rId5"/>
                  <a:stretch>
                    <a:fillRect/>
                  </a:stretch>
                </p:blipFill>
                <p:spPr>
                  <a:xfrm>
                    <a:off x="7229540" y="487052"/>
                    <a:ext cx="441643" cy="533017"/>
                  </a:xfrm>
                  <a:prstGeom prst="rect">
                    <a:avLst/>
                  </a:prstGeom>
                </p:spPr>
              </p:pic>
              <p:pic>
                <p:nvPicPr>
                  <p:cNvPr id="66" name="図 65">
                    <a:extLst>
                      <a:ext uri="{FF2B5EF4-FFF2-40B4-BE49-F238E27FC236}">
                        <a16:creationId xmlns:a16="http://schemas.microsoft.com/office/drawing/2014/main" id="{7342B360-3341-3032-A524-80D34752E1B9}"/>
                      </a:ext>
                    </a:extLst>
                  </p:cNvPr>
                  <p:cNvPicPr>
                    <a:picLocks noChangeAspect="1"/>
                  </p:cNvPicPr>
                  <p:nvPr/>
                </p:nvPicPr>
                <p:blipFill>
                  <a:blip r:embed="rId6"/>
                  <a:stretch>
                    <a:fillRect/>
                  </a:stretch>
                </p:blipFill>
                <p:spPr>
                  <a:xfrm>
                    <a:off x="8750896" y="477757"/>
                    <a:ext cx="441643" cy="533017"/>
                  </a:xfrm>
                  <a:prstGeom prst="rect">
                    <a:avLst/>
                  </a:prstGeom>
                </p:spPr>
              </p:pic>
              <p:pic>
                <p:nvPicPr>
                  <p:cNvPr id="67" name="図 66">
                    <a:extLst>
                      <a:ext uri="{FF2B5EF4-FFF2-40B4-BE49-F238E27FC236}">
                        <a16:creationId xmlns:a16="http://schemas.microsoft.com/office/drawing/2014/main" id="{6779E3D8-DD13-6E5F-D022-4EE980A06462}"/>
                      </a:ext>
                    </a:extLst>
                  </p:cNvPr>
                  <p:cNvPicPr>
                    <a:picLocks noChangeAspect="1"/>
                  </p:cNvPicPr>
                  <p:nvPr/>
                </p:nvPicPr>
                <p:blipFill>
                  <a:blip r:embed="rId5"/>
                  <a:stretch>
                    <a:fillRect/>
                  </a:stretch>
                </p:blipFill>
                <p:spPr>
                  <a:xfrm>
                    <a:off x="7730083" y="487052"/>
                    <a:ext cx="441643" cy="533017"/>
                  </a:xfrm>
                  <a:prstGeom prst="rect">
                    <a:avLst/>
                  </a:prstGeom>
                </p:spPr>
              </p:pic>
            </p:grpSp>
          </p:grpSp>
          <p:pic>
            <p:nvPicPr>
              <p:cNvPr id="60" name="図 59">
                <a:extLst>
                  <a:ext uri="{FF2B5EF4-FFF2-40B4-BE49-F238E27FC236}">
                    <a16:creationId xmlns:a16="http://schemas.microsoft.com/office/drawing/2014/main" id="{3DB4C2D8-C505-1475-5D8E-32D69D7287C3}"/>
                  </a:ext>
                </a:extLst>
              </p:cNvPr>
              <p:cNvPicPr>
                <a:picLocks noChangeAspect="1"/>
              </p:cNvPicPr>
              <p:nvPr/>
            </p:nvPicPr>
            <p:blipFill>
              <a:blip r:embed="rId3"/>
              <a:stretch>
                <a:fillRect/>
              </a:stretch>
            </p:blipFill>
            <p:spPr>
              <a:xfrm>
                <a:off x="7521637" y="97575"/>
                <a:ext cx="441643" cy="533017"/>
              </a:xfrm>
              <a:prstGeom prst="rect">
                <a:avLst/>
              </a:prstGeom>
            </p:spPr>
          </p:pic>
        </p:grpSp>
        <p:pic>
          <p:nvPicPr>
            <p:cNvPr id="80" name="図 79">
              <a:extLst>
                <a:ext uri="{FF2B5EF4-FFF2-40B4-BE49-F238E27FC236}">
                  <a16:creationId xmlns:a16="http://schemas.microsoft.com/office/drawing/2014/main" id="{F8A0D4BC-65C8-6F65-8EF5-4989E24C8D97}"/>
                </a:ext>
              </a:extLst>
            </p:cNvPr>
            <p:cNvPicPr>
              <a:picLocks noChangeAspect="1"/>
            </p:cNvPicPr>
            <p:nvPr/>
          </p:nvPicPr>
          <p:blipFill>
            <a:blip r:embed="rId3"/>
            <a:stretch>
              <a:fillRect/>
            </a:stretch>
          </p:blipFill>
          <p:spPr>
            <a:xfrm>
              <a:off x="1545941" y="2567013"/>
              <a:ext cx="478815" cy="577880"/>
            </a:xfrm>
            <a:prstGeom prst="rect">
              <a:avLst/>
            </a:prstGeom>
          </p:spPr>
        </p:pic>
        <p:pic>
          <p:nvPicPr>
            <p:cNvPr id="82" name="図 81">
              <a:extLst>
                <a:ext uri="{FF2B5EF4-FFF2-40B4-BE49-F238E27FC236}">
                  <a16:creationId xmlns:a16="http://schemas.microsoft.com/office/drawing/2014/main" id="{2D0A57CA-453B-613D-9E54-6B6928C0C990}"/>
                </a:ext>
              </a:extLst>
            </p:cNvPr>
            <p:cNvPicPr>
              <a:picLocks noChangeAspect="1"/>
            </p:cNvPicPr>
            <p:nvPr/>
          </p:nvPicPr>
          <p:blipFill>
            <a:blip r:embed="rId4">
              <a:alphaModFix amt="50000"/>
            </a:blip>
            <a:stretch>
              <a:fillRect/>
            </a:stretch>
          </p:blipFill>
          <p:spPr>
            <a:xfrm>
              <a:off x="3301322" y="2608797"/>
              <a:ext cx="441643" cy="533017"/>
            </a:xfrm>
            <a:prstGeom prst="rect">
              <a:avLst/>
            </a:prstGeom>
          </p:spPr>
        </p:pic>
        <p:pic>
          <p:nvPicPr>
            <p:cNvPr id="84" name="図 83">
              <a:extLst>
                <a:ext uri="{FF2B5EF4-FFF2-40B4-BE49-F238E27FC236}">
                  <a16:creationId xmlns:a16="http://schemas.microsoft.com/office/drawing/2014/main" id="{B9191EFA-5ED7-341F-1E2C-72AA50E31A72}"/>
                </a:ext>
              </a:extLst>
            </p:cNvPr>
            <p:cNvPicPr>
              <a:picLocks noChangeAspect="1"/>
            </p:cNvPicPr>
            <p:nvPr/>
          </p:nvPicPr>
          <p:blipFill>
            <a:blip r:embed="rId7"/>
            <a:stretch>
              <a:fillRect/>
            </a:stretch>
          </p:blipFill>
          <p:spPr>
            <a:xfrm>
              <a:off x="2683865" y="2567013"/>
              <a:ext cx="506117" cy="610831"/>
            </a:xfrm>
            <a:prstGeom prst="rect">
              <a:avLst/>
            </a:prstGeom>
          </p:spPr>
        </p:pic>
        <p:sp>
          <p:nvSpPr>
            <p:cNvPr id="86" name="Text 1">
              <a:extLst>
                <a:ext uri="{FF2B5EF4-FFF2-40B4-BE49-F238E27FC236}">
                  <a16:creationId xmlns:a16="http://schemas.microsoft.com/office/drawing/2014/main" id="{CA0E9DB3-0E6E-DEAD-8A78-AD590B2EBC52}"/>
                </a:ext>
              </a:extLst>
            </p:cNvPr>
            <p:cNvSpPr txBox="1">
              <a:spLocks/>
            </p:cNvSpPr>
            <p:nvPr/>
          </p:nvSpPr>
          <p:spPr>
            <a:xfrm>
              <a:off x="3274280" y="2628379"/>
              <a:ext cx="710770" cy="411202"/>
            </a:xfrm>
            <a:prstGeom prst="rect">
              <a:avLst/>
            </a:prstGeom>
            <a:noFill/>
            <a:ln/>
          </p:spPr>
          <p:txBody>
            <a:bodyPr wrap="square" lIns="0" tIns="0" rIns="0" bIns="0" rtlCol="0" anchor="t">
              <a:normAutofit/>
            </a:bodyPr>
            <a:lstStyle>
              <a:lvl1pPr marL="0" indent="0" algn="l" defTabSz="914400" rtl="0" eaLnBrk="1" latinLnBrk="0" hangingPunct="1">
                <a:lnSpc>
                  <a:spcPct val="115000"/>
                </a:lnSpc>
                <a:spcBef>
                  <a:spcPct val="0"/>
                </a:spcBef>
                <a:buNone/>
                <a:defRPr lang="en-US" sz="3200" kern="1200" dirty="0">
                  <a:solidFill>
                    <a:srgbClr val="0A0028"/>
                  </a:solidFill>
                  <a:latin typeface="Noto Sans JP" pitchFamily="34" charset="0"/>
                  <a:ea typeface="Noto Sans JP" pitchFamily="34" charset="-122"/>
                  <a:cs typeface="Noto Sans JP" pitchFamily="34" charset="-120"/>
                </a:defRPr>
              </a:lvl1pPr>
            </a:lstStyle>
            <a:p>
              <a:pPr>
                <a:lnSpc>
                  <a:spcPts val="3520"/>
                </a:lnSpc>
              </a:pPr>
              <a:r>
                <a:rPr lang="ja-JP" altLang="en-US" sz="2000" b="1" dirty="0"/>
                <a:t>手札</a:t>
              </a:r>
              <a:endParaRPr lang="ja-JP" altLang="en-US" sz="2000" dirty="0"/>
            </a:p>
          </p:txBody>
        </p:sp>
        <p:sp>
          <p:nvSpPr>
            <p:cNvPr id="88" name="矢印: U ターン 87">
              <a:extLst>
                <a:ext uri="{FF2B5EF4-FFF2-40B4-BE49-F238E27FC236}">
                  <a16:creationId xmlns:a16="http://schemas.microsoft.com/office/drawing/2014/main" id="{0E3E888D-8721-F924-108B-F0B148EDA254}"/>
                </a:ext>
              </a:extLst>
            </p:cNvPr>
            <p:cNvSpPr/>
            <p:nvPr/>
          </p:nvSpPr>
          <p:spPr>
            <a:xfrm flipV="1">
              <a:off x="3478132" y="3135487"/>
              <a:ext cx="4779603" cy="221841"/>
            </a:xfrm>
            <a:prstGeom prst="uturnArrow">
              <a:avLst>
                <a:gd name="adj1" fmla="val 25581"/>
                <a:gd name="adj2" fmla="val 25000"/>
                <a:gd name="adj3" fmla="val 30229"/>
                <a:gd name="adj4" fmla="val 68609"/>
                <a:gd name="adj5" fmla="val 10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pic>
          <p:nvPicPr>
            <p:cNvPr id="92" name="図 91">
              <a:extLst>
                <a:ext uri="{FF2B5EF4-FFF2-40B4-BE49-F238E27FC236}">
                  <a16:creationId xmlns:a16="http://schemas.microsoft.com/office/drawing/2014/main" id="{3F438D48-FEB6-6DE9-0E69-01D620B47AE3}"/>
                </a:ext>
              </a:extLst>
            </p:cNvPr>
            <p:cNvPicPr>
              <a:picLocks noChangeAspect="1"/>
            </p:cNvPicPr>
            <p:nvPr/>
          </p:nvPicPr>
          <p:blipFill>
            <a:blip r:embed="rId3"/>
            <a:stretch>
              <a:fillRect/>
            </a:stretch>
          </p:blipFill>
          <p:spPr>
            <a:xfrm>
              <a:off x="3860667" y="2597876"/>
              <a:ext cx="441643" cy="533017"/>
            </a:xfrm>
            <a:prstGeom prst="rect">
              <a:avLst/>
            </a:prstGeom>
          </p:spPr>
        </p:pic>
        <p:sp>
          <p:nvSpPr>
            <p:cNvPr id="90" name="矢印: U ターン 89">
              <a:extLst>
                <a:ext uri="{FF2B5EF4-FFF2-40B4-BE49-F238E27FC236}">
                  <a16:creationId xmlns:a16="http://schemas.microsoft.com/office/drawing/2014/main" id="{DA2A6387-94A2-9AF3-48D2-7F7328660847}"/>
                </a:ext>
              </a:extLst>
            </p:cNvPr>
            <p:cNvSpPr/>
            <p:nvPr/>
          </p:nvSpPr>
          <p:spPr>
            <a:xfrm flipH="1" flipV="1">
              <a:off x="4031115" y="3033069"/>
              <a:ext cx="3224261" cy="216310"/>
            </a:xfrm>
            <a:prstGeom prst="uturnArrow">
              <a:avLst>
                <a:gd name="adj1" fmla="val 25581"/>
                <a:gd name="adj2" fmla="val 25000"/>
                <a:gd name="adj3" fmla="val 30229"/>
                <a:gd name="adj4" fmla="val 68609"/>
                <a:gd name="adj5" fmla="val 10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nvGrpSpPr>
            <p:cNvPr id="95" name="グループ化 94">
              <a:extLst>
                <a:ext uri="{FF2B5EF4-FFF2-40B4-BE49-F238E27FC236}">
                  <a16:creationId xmlns:a16="http://schemas.microsoft.com/office/drawing/2014/main" id="{AF9D02AF-E15E-2DA9-0B8F-D0A70AE23320}"/>
                </a:ext>
              </a:extLst>
            </p:cNvPr>
            <p:cNvGrpSpPr/>
            <p:nvPr/>
          </p:nvGrpSpPr>
          <p:grpSpPr>
            <a:xfrm>
              <a:off x="6252076" y="2506564"/>
              <a:ext cx="3695189" cy="624119"/>
              <a:chOff x="6252076" y="2506564"/>
              <a:chExt cx="3695189" cy="624119"/>
            </a:xfrm>
          </p:grpSpPr>
          <p:grpSp>
            <p:nvGrpSpPr>
              <p:cNvPr id="68" name="グループ化 67">
                <a:extLst>
                  <a:ext uri="{FF2B5EF4-FFF2-40B4-BE49-F238E27FC236}">
                    <a16:creationId xmlns:a16="http://schemas.microsoft.com/office/drawing/2014/main" id="{5094EB0D-FB86-E60A-83B9-8FC8F23B426D}"/>
                  </a:ext>
                </a:extLst>
              </p:cNvPr>
              <p:cNvGrpSpPr/>
              <p:nvPr/>
            </p:nvGrpSpPr>
            <p:grpSpPr>
              <a:xfrm>
                <a:off x="6252076" y="2506564"/>
                <a:ext cx="3695189" cy="537467"/>
                <a:chOff x="6273434" y="768053"/>
                <a:chExt cx="3695189" cy="537467"/>
              </a:xfrm>
            </p:grpSpPr>
            <p:grpSp>
              <p:nvGrpSpPr>
                <p:cNvPr id="69" name="グループ化 68">
                  <a:extLst>
                    <a:ext uri="{FF2B5EF4-FFF2-40B4-BE49-F238E27FC236}">
                      <a16:creationId xmlns:a16="http://schemas.microsoft.com/office/drawing/2014/main" id="{C155522D-D52E-927C-37A1-1B4C688DB528}"/>
                    </a:ext>
                  </a:extLst>
                </p:cNvPr>
                <p:cNvGrpSpPr/>
                <p:nvPr/>
              </p:nvGrpSpPr>
              <p:grpSpPr>
                <a:xfrm>
                  <a:off x="6273434" y="768053"/>
                  <a:ext cx="3695189" cy="537467"/>
                  <a:chOff x="6273434" y="768053"/>
                  <a:chExt cx="3695189" cy="537467"/>
                </a:xfrm>
              </p:grpSpPr>
              <p:sp>
                <p:nvSpPr>
                  <p:cNvPr id="71" name="Text 3">
                    <a:extLst>
                      <a:ext uri="{FF2B5EF4-FFF2-40B4-BE49-F238E27FC236}">
                        <a16:creationId xmlns:a16="http://schemas.microsoft.com/office/drawing/2014/main" id="{00875437-5EDC-D3AC-AF87-224EC4758CED}"/>
                      </a:ext>
                    </a:extLst>
                  </p:cNvPr>
                  <p:cNvSpPr/>
                  <p:nvPr/>
                </p:nvSpPr>
                <p:spPr>
                  <a:xfrm>
                    <a:off x="6273434" y="898489"/>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err="1">
                        <a:solidFill>
                          <a:srgbClr val="0A0028"/>
                        </a:solidFill>
                        <a:latin typeface="Noto Sans JP" pitchFamily="34" charset="0"/>
                        <a:ea typeface="Noto Sans JP" pitchFamily="34" charset="-122"/>
                        <a:cs typeface="Noto Sans JP" pitchFamily="34" charset="-120"/>
                      </a:rPr>
                      <a:t>Bの手札</a:t>
                    </a:r>
                    <a:endParaRPr lang="en-US" sz="1300" dirty="0"/>
                  </a:p>
                </p:txBody>
              </p:sp>
              <p:grpSp>
                <p:nvGrpSpPr>
                  <p:cNvPr id="72" name="グループ化 71">
                    <a:extLst>
                      <a:ext uri="{FF2B5EF4-FFF2-40B4-BE49-F238E27FC236}">
                        <a16:creationId xmlns:a16="http://schemas.microsoft.com/office/drawing/2014/main" id="{FC2C8F96-2FB6-C9B9-343E-20EF6A30AAE9}"/>
                      </a:ext>
                    </a:extLst>
                  </p:cNvPr>
                  <p:cNvGrpSpPr/>
                  <p:nvPr/>
                </p:nvGrpSpPr>
                <p:grpSpPr>
                  <a:xfrm>
                    <a:off x="7027163" y="768053"/>
                    <a:ext cx="2941460" cy="537467"/>
                    <a:chOff x="6229721" y="1434802"/>
                    <a:chExt cx="2941460" cy="537467"/>
                  </a:xfrm>
                </p:grpSpPr>
                <p:grpSp>
                  <p:nvGrpSpPr>
                    <p:cNvPr id="73" name="グループ化 72">
                      <a:extLst>
                        <a:ext uri="{FF2B5EF4-FFF2-40B4-BE49-F238E27FC236}">
                          <a16:creationId xmlns:a16="http://schemas.microsoft.com/office/drawing/2014/main" id="{C8D62EFE-7F41-E7AB-8728-D84ABCF26A45}"/>
                        </a:ext>
                      </a:extLst>
                    </p:cNvPr>
                    <p:cNvGrpSpPr/>
                    <p:nvPr/>
                  </p:nvGrpSpPr>
                  <p:grpSpPr>
                    <a:xfrm>
                      <a:off x="6229721" y="1434802"/>
                      <a:ext cx="2941460" cy="537467"/>
                      <a:chOff x="6229721" y="499613"/>
                      <a:chExt cx="2941460" cy="537467"/>
                    </a:xfrm>
                  </p:grpSpPr>
                  <p:pic>
                    <p:nvPicPr>
                      <p:cNvPr id="75" name="図 74">
                        <a:extLst>
                          <a:ext uri="{FF2B5EF4-FFF2-40B4-BE49-F238E27FC236}">
                            <a16:creationId xmlns:a16="http://schemas.microsoft.com/office/drawing/2014/main" id="{80484BAC-2C53-6B77-C819-1D1AAE686D32}"/>
                          </a:ext>
                        </a:extLst>
                      </p:cNvPr>
                      <p:cNvPicPr>
                        <a:picLocks noChangeAspect="1"/>
                      </p:cNvPicPr>
                      <p:nvPr/>
                    </p:nvPicPr>
                    <p:blipFill>
                      <a:blip r:embed="rId3">
                        <a:alphaModFix amt="35000"/>
                      </a:blip>
                      <a:stretch>
                        <a:fillRect/>
                      </a:stretch>
                    </p:blipFill>
                    <p:spPr>
                      <a:xfrm>
                        <a:off x="6229721" y="502480"/>
                        <a:ext cx="441643" cy="533017"/>
                      </a:xfrm>
                      <a:prstGeom prst="rect">
                        <a:avLst/>
                      </a:prstGeom>
                    </p:spPr>
                  </p:pic>
                  <p:pic>
                    <p:nvPicPr>
                      <p:cNvPr id="77" name="図 76">
                        <a:extLst>
                          <a:ext uri="{FF2B5EF4-FFF2-40B4-BE49-F238E27FC236}">
                            <a16:creationId xmlns:a16="http://schemas.microsoft.com/office/drawing/2014/main" id="{3EC47091-D0B4-D509-02E1-E47B1FFDC7D1}"/>
                          </a:ext>
                        </a:extLst>
                      </p:cNvPr>
                      <p:cNvPicPr>
                        <a:picLocks noChangeAspect="1"/>
                      </p:cNvPicPr>
                      <p:nvPr/>
                    </p:nvPicPr>
                    <p:blipFill>
                      <a:blip r:embed="rId5"/>
                      <a:stretch>
                        <a:fillRect/>
                      </a:stretch>
                    </p:blipFill>
                    <p:spPr>
                      <a:xfrm>
                        <a:off x="6730264" y="499613"/>
                        <a:ext cx="441643" cy="533017"/>
                      </a:xfrm>
                      <a:prstGeom prst="rect">
                        <a:avLst/>
                      </a:prstGeom>
                    </p:spPr>
                  </p:pic>
                  <p:pic>
                    <p:nvPicPr>
                      <p:cNvPr id="78" name="図 77">
                        <a:extLst>
                          <a:ext uri="{FF2B5EF4-FFF2-40B4-BE49-F238E27FC236}">
                            <a16:creationId xmlns:a16="http://schemas.microsoft.com/office/drawing/2014/main" id="{874300FA-1C55-81C3-A6A4-E885E6E5FC07}"/>
                          </a:ext>
                        </a:extLst>
                      </p:cNvPr>
                      <p:cNvPicPr>
                        <a:picLocks noChangeAspect="1"/>
                      </p:cNvPicPr>
                      <p:nvPr/>
                    </p:nvPicPr>
                    <p:blipFill>
                      <a:blip r:embed="rId6"/>
                      <a:stretch>
                        <a:fillRect/>
                      </a:stretch>
                    </p:blipFill>
                    <p:spPr>
                      <a:xfrm>
                        <a:off x="8729538" y="504063"/>
                        <a:ext cx="441643" cy="533017"/>
                      </a:xfrm>
                      <a:prstGeom prst="rect">
                        <a:avLst/>
                      </a:prstGeom>
                    </p:spPr>
                  </p:pic>
                </p:grpSp>
                <p:pic>
                  <p:nvPicPr>
                    <p:cNvPr id="74" name="図 73">
                      <a:extLst>
                        <a:ext uri="{FF2B5EF4-FFF2-40B4-BE49-F238E27FC236}">
                          <a16:creationId xmlns:a16="http://schemas.microsoft.com/office/drawing/2014/main" id="{9CF5E31A-D129-DA11-178E-64E04379157E}"/>
                        </a:ext>
                      </a:extLst>
                    </p:cNvPr>
                    <p:cNvPicPr>
                      <a:picLocks noChangeAspect="1"/>
                    </p:cNvPicPr>
                    <p:nvPr/>
                  </p:nvPicPr>
                  <p:blipFill>
                    <a:blip r:embed="rId6"/>
                    <a:stretch>
                      <a:fillRect/>
                    </a:stretch>
                  </p:blipFill>
                  <p:spPr>
                    <a:xfrm>
                      <a:off x="8228092" y="1439252"/>
                      <a:ext cx="441643" cy="533017"/>
                    </a:xfrm>
                    <a:prstGeom prst="rect">
                      <a:avLst/>
                    </a:prstGeom>
                  </p:spPr>
                </p:pic>
              </p:grpSp>
            </p:grpSp>
            <p:pic>
              <p:nvPicPr>
                <p:cNvPr id="70" name="図 69">
                  <a:extLst>
                    <a:ext uri="{FF2B5EF4-FFF2-40B4-BE49-F238E27FC236}">
                      <a16:creationId xmlns:a16="http://schemas.microsoft.com/office/drawing/2014/main" id="{CB8224DD-5B0A-539F-0366-F372BE57E1FF}"/>
                    </a:ext>
                  </a:extLst>
                </p:cNvPr>
                <p:cNvPicPr>
                  <a:picLocks noChangeAspect="1"/>
                </p:cNvPicPr>
                <p:nvPr/>
              </p:nvPicPr>
              <p:blipFill>
                <a:blip r:embed="rId4"/>
                <a:stretch>
                  <a:fillRect/>
                </a:stretch>
              </p:blipFill>
              <p:spPr>
                <a:xfrm>
                  <a:off x="8526258" y="772503"/>
                  <a:ext cx="441643" cy="533017"/>
                </a:xfrm>
                <a:prstGeom prst="rect">
                  <a:avLst/>
                </a:prstGeom>
              </p:spPr>
            </p:pic>
          </p:grpSp>
          <p:pic>
            <p:nvPicPr>
              <p:cNvPr id="94" name="図 93">
                <a:extLst>
                  <a:ext uri="{FF2B5EF4-FFF2-40B4-BE49-F238E27FC236}">
                    <a16:creationId xmlns:a16="http://schemas.microsoft.com/office/drawing/2014/main" id="{039FE086-F135-4DF0-11E7-FAE3D092161F}"/>
                  </a:ext>
                </a:extLst>
              </p:cNvPr>
              <p:cNvPicPr>
                <a:picLocks noChangeAspect="1"/>
              </p:cNvPicPr>
              <p:nvPr/>
            </p:nvPicPr>
            <p:blipFill>
              <a:blip r:embed="rId4">
                <a:alphaModFix amt="70000"/>
              </a:blip>
              <a:stretch>
                <a:fillRect/>
              </a:stretch>
            </p:blipFill>
            <p:spPr>
              <a:xfrm>
                <a:off x="8005623" y="2597666"/>
                <a:ext cx="441643" cy="533017"/>
              </a:xfrm>
              <a:prstGeom prst="rect">
                <a:avLst/>
              </a:prstGeom>
            </p:spPr>
          </p:pic>
        </p:grpSp>
      </p:grpSp>
      <p:grpSp>
        <p:nvGrpSpPr>
          <p:cNvPr id="157" name="グループ化 156">
            <a:extLst>
              <a:ext uri="{FF2B5EF4-FFF2-40B4-BE49-F238E27FC236}">
                <a16:creationId xmlns:a16="http://schemas.microsoft.com/office/drawing/2014/main" id="{F4797C5E-E0B7-B62B-2029-9D1018C4BAB2}"/>
              </a:ext>
            </a:extLst>
          </p:cNvPr>
          <p:cNvGrpSpPr/>
          <p:nvPr/>
        </p:nvGrpSpPr>
        <p:grpSpPr>
          <a:xfrm>
            <a:off x="334884" y="3685096"/>
            <a:ext cx="10648188" cy="1778362"/>
            <a:chOff x="812800" y="4040548"/>
            <a:chExt cx="10648188" cy="1778362"/>
          </a:xfrm>
        </p:grpSpPr>
        <p:grpSp>
          <p:nvGrpSpPr>
            <p:cNvPr id="56" name="グループ化 55">
              <a:extLst>
                <a:ext uri="{FF2B5EF4-FFF2-40B4-BE49-F238E27FC236}">
                  <a16:creationId xmlns:a16="http://schemas.microsoft.com/office/drawing/2014/main" id="{09446354-65C9-4823-734E-23C56D26237F}"/>
                </a:ext>
              </a:extLst>
            </p:cNvPr>
            <p:cNvGrpSpPr/>
            <p:nvPr/>
          </p:nvGrpSpPr>
          <p:grpSpPr>
            <a:xfrm>
              <a:off x="812800" y="4040548"/>
              <a:ext cx="10648188" cy="1778362"/>
              <a:chOff x="819150" y="3395911"/>
              <a:chExt cx="10648188" cy="1778362"/>
            </a:xfrm>
          </p:grpSpPr>
          <p:sp>
            <p:nvSpPr>
              <p:cNvPr id="11" name="Shape 9"/>
              <p:cNvSpPr/>
              <p:nvPr/>
            </p:nvSpPr>
            <p:spPr>
              <a:xfrm>
                <a:off x="819150" y="3395911"/>
                <a:ext cx="10553700" cy="1778362"/>
              </a:xfrm>
              <a:prstGeom prst="roundRect">
                <a:avLst>
                  <a:gd name="adj" fmla="val 6219"/>
                </a:avLst>
              </a:prstGeom>
              <a:solidFill>
                <a:srgbClr val="FFFFFF"/>
              </a:solidFill>
              <a:ln w="12700">
                <a:solidFill>
                  <a:srgbClr val="0A0028"/>
                </a:solidFill>
                <a:prstDash val="solid"/>
              </a:ln>
            </p:spPr>
            <p:txBody>
              <a:bodyPr/>
              <a:lstStyle/>
              <a:p>
                <a:endParaRPr lang="ja-JP" altLang="en-US"/>
              </a:p>
            </p:txBody>
          </p:sp>
          <p:sp>
            <p:nvSpPr>
              <p:cNvPr id="12" name="Text 10"/>
              <p:cNvSpPr/>
              <p:nvPr/>
            </p:nvSpPr>
            <p:spPr>
              <a:xfrm>
                <a:off x="1028700" y="3554661"/>
                <a:ext cx="10438638" cy="284460"/>
              </a:xfrm>
              <a:prstGeom prst="rect">
                <a:avLst/>
              </a:prstGeom>
              <a:noFill/>
              <a:ln/>
            </p:spPr>
            <p:txBody>
              <a:bodyPr wrap="square" lIns="0" tIns="0" rIns="0" bIns="0" rtlCol="0" anchor="t">
                <a:normAutofit/>
              </a:bodyPr>
              <a:lstStyle/>
              <a:p>
                <a:pPr>
                  <a:lnSpc>
                    <a:spcPts val="2160"/>
                  </a:lnSpc>
                </a:pPr>
                <a:r>
                  <a:rPr lang="en-US" sz="1700" b="1" dirty="0">
                    <a:solidFill>
                      <a:srgbClr val="0A0028"/>
                    </a:solidFill>
                    <a:latin typeface="Noto Sans JP" pitchFamily="34" charset="0"/>
                    <a:ea typeface="Noto Sans JP" pitchFamily="34" charset="-122"/>
                    <a:cs typeface="Noto Sans JP" pitchFamily="34" charset="-120"/>
                  </a:rPr>
                  <a:t>②</a:t>
                </a:r>
                <a:r>
                  <a:rPr lang="en-US" altLang="ja-JP" sz="1600" b="1" dirty="0">
                    <a:solidFill>
                      <a:srgbClr val="0A0028"/>
                    </a:solidFill>
                    <a:latin typeface="Noto Sans JP" pitchFamily="34" charset="0"/>
                    <a:ea typeface="Noto Sans JP" pitchFamily="34" charset="-122"/>
                    <a:cs typeface="Noto Sans JP" pitchFamily="34" charset="-120"/>
                  </a:rPr>
                  <a:t> </a:t>
                </a:r>
                <a:r>
                  <a:rPr lang="en-US" altLang="ja-JP" sz="1600" b="1" dirty="0" err="1">
                    <a:solidFill>
                      <a:srgbClr val="0A0028"/>
                    </a:solidFill>
                    <a:latin typeface="Noto Sans JP" pitchFamily="34" charset="0"/>
                    <a:ea typeface="Noto Sans JP" pitchFamily="34" charset="-122"/>
                    <a:cs typeface="Noto Sans JP" pitchFamily="34" charset="-120"/>
                  </a:rPr>
                  <a:t>Aは防御側として対処する</a:t>
                </a:r>
                <a:r>
                  <a:rPr lang="ja-JP" altLang="en-US" sz="1600" b="1" dirty="0">
                    <a:solidFill>
                      <a:srgbClr val="0A0028"/>
                    </a:solidFill>
                    <a:latin typeface="Noto Sans JP" pitchFamily="34" charset="0"/>
                    <a:ea typeface="Noto Sans JP" pitchFamily="34" charset="-122"/>
                    <a:cs typeface="Noto Sans JP" pitchFamily="34" charset="-120"/>
                  </a:rPr>
                  <a:t>（反撃）</a:t>
                </a:r>
                <a:endParaRPr lang="en-US" altLang="ja-JP" sz="1600" dirty="0"/>
              </a:p>
            </p:txBody>
          </p:sp>
          <p:sp>
            <p:nvSpPr>
              <p:cNvPr id="13" name="Text 11"/>
              <p:cNvSpPr/>
              <p:nvPr/>
            </p:nvSpPr>
            <p:spPr>
              <a:xfrm>
                <a:off x="1028700" y="3889921"/>
                <a:ext cx="1843782"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A:反撃 振り下ろし×1</a:t>
                </a:r>
                <a:endParaRPr lang="en-US" sz="1300" dirty="0"/>
              </a:p>
            </p:txBody>
          </p:sp>
          <p:sp>
            <p:nvSpPr>
              <p:cNvPr id="14" name="Text 12"/>
              <p:cNvSpPr/>
              <p:nvPr/>
            </p:nvSpPr>
            <p:spPr>
              <a:xfrm>
                <a:off x="2974082" y="3928021"/>
                <a:ext cx="2159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A0028"/>
                    </a:solidFill>
                    <a:latin typeface="Noto Sans JP" pitchFamily="34" charset="0"/>
                    <a:ea typeface="Noto Sans JP" pitchFamily="34" charset="-122"/>
                    <a:cs typeface="Noto Sans JP" pitchFamily="34" charset="-120"/>
                  </a:rPr>
                  <a:t>対</a:t>
                </a:r>
                <a:endParaRPr lang="en-US" sz="1300" dirty="0"/>
              </a:p>
            </p:txBody>
          </p:sp>
          <p:sp>
            <p:nvSpPr>
              <p:cNvPr id="15" name="Text 13"/>
              <p:cNvSpPr/>
              <p:nvPr/>
            </p:nvSpPr>
            <p:spPr>
              <a:xfrm>
                <a:off x="3240782" y="3889921"/>
                <a:ext cx="1798744" cy="307330"/>
              </a:xfrm>
              <a:prstGeom prst="roundRect">
                <a:avLst>
                  <a:gd name="adj" fmla="val 16529"/>
                </a:avLst>
              </a:prstGeom>
              <a:solidFill>
                <a:schemeClr val="accent1"/>
              </a:solidFill>
              <a:ln/>
            </p:spPr>
            <p:txBody>
              <a:bodyPr wrap="none" lIns="0" tIns="0" rIns="0" bIns="0" rtlCol="0" anchor="ctr">
                <a:normAutofit/>
              </a:bodyPr>
              <a:lstStyle/>
              <a:p>
                <a:pPr algn="ctr">
                  <a:lnSpc>
                    <a:spcPts val="1820"/>
                  </a:lnSpc>
                </a:pPr>
                <a:r>
                  <a:rPr lang="en-US" sz="1300" b="1" dirty="0">
                    <a:solidFill>
                      <a:srgbClr val="0A0028"/>
                    </a:solidFill>
                    <a:latin typeface="Noto Sans JP" pitchFamily="34" charset="0"/>
                    <a:ea typeface="Noto Sans JP" pitchFamily="34" charset="-122"/>
                    <a:cs typeface="Noto Sans JP" pitchFamily="34" charset="-120"/>
                  </a:rPr>
                  <a:t>B:</a:t>
                </a:r>
                <a:r>
                  <a:rPr lang="en-US" altLang="ja-JP" sz="1300" b="1" dirty="0">
                    <a:solidFill>
                      <a:srgbClr val="0A0028"/>
                    </a:solidFill>
                    <a:latin typeface="Noto Sans JP" pitchFamily="34" charset="0"/>
                    <a:ea typeface="Noto Sans JP" pitchFamily="34" charset="-122"/>
                    <a:cs typeface="Noto Sans JP" pitchFamily="34" charset="-120"/>
                  </a:rPr>
                  <a:t>反撃 </a:t>
                </a:r>
                <a:r>
                  <a:rPr lang="ja-JP" altLang="en-US" sz="1300" b="1" dirty="0">
                    <a:solidFill>
                      <a:srgbClr val="0A0028"/>
                    </a:solidFill>
                    <a:latin typeface="Noto Sans JP" pitchFamily="34" charset="0"/>
                    <a:ea typeface="Noto Sans JP" pitchFamily="34" charset="-122"/>
                    <a:cs typeface="Noto Sans JP" pitchFamily="34" charset="-120"/>
                  </a:rPr>
                  <a:t>振り下ろし</a:t>
                </a:r>
                <a:r>
                  <a:rPr lang="en-US" altLang="ja-JP" sz="1300" b="1" dirty="0">
                    <a:solidFill>
                      <a:srgbClr val="0A0028"/>
                    </a:solidFill>
                    <a:latin typeface="Noto Sans JP" pitchFamily="34" charset="0"/>
                    <a:ea typeface="Noto Sans JP" pitchFamily="34" charset="-122"/>
                    <a:cs typeface="Noto Sans JP" pitchFamily="34" charset="-120"/>
                  </a:rPr>
                  <a:t>×1</a:t>
                </a:r>
                <a:endParaRPr lang="en-US" altLang="ja-JP" sz="1300" dirty="0"/>
              </a:p>
            </p:txBody>
          </p:sp>
          <p:sp>
            <p:nvSpPr>
              <p:cNvPr id="16" name="Text 14"/>
              <p:cNvSpPr/>
              <p:nvPr/>
            </p:nvSpPr>
            <p:spPr>
              <a:xfrm>
                <a:off x="1028700" y="4876218"/>
                <a:ext cx="10438638" cy="298055"/>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A0028"/>
                    </a:solidFill>
                    <a:latin typeface="Noto Sans JP" pitchFamily="34" charset="0"/>
                    <a:ea typeface="Noto Sans JP" pitchFamily="34" charset="-122"/>
                    <a:cs typeface="Noto Sans JP" pitchFamily="34" charset="-120"/>
                  </a:rPr>
                  <a:t>A</a:t>
                </a:r>
                <a:r>
                  <a:rPr lang="ja-JP" altLang="en-US" sz="1300" dirty="0">
                    <a:solidFill>
                      <a:srgbClr val="0A0028"/>
                    </a:solidFill>
                    <a:latin typeface="Noto Sans JP" pitchFamily="34" charset="0"/>
                    <a:ea typeface="Noto Sans JP" pitchFamily="34" charset="-122"/>
                    <a:cs typeface="Noto Sans JP" pitchFamily="34" charset="-120"/>
                  </a:rPr>
                  <a:t>は</a:t>
                </a:r>
                <a:r>
                  <a:rPr lang="en-US" altLang="ja-JP" sz="1300" dirty="0">
                    <a:solidFill>
                      <a:srgbClr val="0A0028"/>
                    </a:solidFill>
                    <a:latin typeface="Noto Sans JP" pitchFamily="34" charset="0"/>
                    <a:ea typeface="Noto Sans JP" pitchFamily="34" charset="-122"/>
                    <a:cs typeface="Noto Sans JP" pitchFamily="34" charset="-120"/>
                  </a:rPr>
                  <a:t>B</a:t>
                </a:r>
                <a:r>
                  <a:rPr lang="ja-JP" altLang="en-US" sz="1300" dirty="0">
                    <a:solidFill>
                      <a:srgbClr val="0A0028"/>
                    </a:solidFill>
                    <a:latin typeface="Noto Sans JP" pitchFamily="34" charset="0"/>
                    <a:ea typeface="Noto Sans JP" pitchFamily="34" charset="-122"/>
                    <a:cs typeface="Noto Sans JP" pitchFamily="34" charset="-120"/>
                  </a:rPr>
                  <a:t>の反撃に対してさらに「反撃」した。</a:t>
                </a:r>
                <a:r>
                  <a:rPr lang="en-US" sz="1300" dirty="0">
                    <a:solidFill>
                      <a:srgbClr val="0A0028"/>
                    </a:solidFill>
                    <a:latin typeface="Noto Sans JP" pitchFamily="34" charset="0"/>
                    <a:ea typeface="Noto Sans JP" pitchFamily="34" charset="-122"/>
                    <a:cs typeface="Noto Sans JP" pitchFamily="34" charset="-120"/>
                  </a:rPr>
                  <a:t>反撃の応酬の2回目以降は、合っていても「成功」止まりで、出したカードは戻らない</a:t>
                </a:r>
              </a:p>
            </p:txBody>
          </p:sp>
        </p:grpSp>
        <p:grpSp>
          <p:nvGrpSpPr>
            <p:cNvPr id="125" name="グループ化 124">
              <a:extLst>
                <a:ext uri="{FF2B5EF4-FFF2-40B4-BE49-F238E27FC236}">
                  <a16:creationId xmlns:a16="http://schemas.microsoft.com/office/drawing/2014/main" id="{6CFF5637-9897-650A-7ECD-DCB6E2DC5274}"/>
                </a:ext>
              </a:extLst>
            </p:cNvPr>
            <p:cNvGrpSpPr/>
            <p:nvPr/>
          </p:nvGrpSpPr>
          <p:grpSpPr>
            <a:xfrm>
              <a:off x="6274640" y="4091061"/>
              <a:ext cx="3716547" cy="543818"/>
              <a:chOff x="5635480" y="170204"/>
              <a:chExt cx="3716547" cy="543818"/>
            </a:xfrm>
          </p:grpSpPr>
          <p:sp>
            <p:nvSpPr>
              <p:cNvPr id="127" name="Text 3">
                <a:extLst>
                  <a:ext uri="{FF2B5EF4-FFF2-40B4-BE49-F238E27FC236}">
                    <a16:creationId xmlns:a16="http://schemas.microsoft.com/office/drawing/2014/main" id="{56165EE9-0EAF-6CB9-EC10-FE0E6AFDA936}"/>
                  </a:ext>
                </a:extLst>
              </p:cNvPr>
              <p:cNvSpPr/>
              <p:nvPr/>
            </p:nvSpPr>
            <p:spPr>
              <a:xfrm>
                <a:off x="5635480" y="33335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grpSp>
            <p:nvGrpSpPr>
              <p:cNvPr id="128" name="グループ化 127">
                <a:extLst>
                  <a:ext uri="{FF2B5EF4-FFF2-40B4-BE49-F238E27FC236}">
                    <a16:creationId xmlns:a16="http://schemas.microsoft.com/office/drawing/2014/main" id="{E6DD59F1-EFE5-F1B8-AB76-0946B994500F}"/>
                  </a:ext>
                </a:extLst>
              </p:cNvPr>
              <p:cNvGrpSpPr/>
              <p:nvPr/>
            </p:nvGrpSpPr>
            <p:grpSpPr>
              <a:xfrm>
                <a:off x="7389028" y="170204"/>
                <a:ext cx="1962999" cy="543818"/>
                <a:chOff x="7229540" y="476251"/>
                <a:chExt cx="1962999" cy="543818"/>
              </a:xfrm>
            </p:grpSpPr>
            <p:pic>
              <p:nvPicPr>
                <p:cNvPr id="130" name="図 129">
                  <a:extLst>
                    <a:ext uri="{FF2B5EF4-FFF2-40B4-BE49-F238E27FC236}">
                      <a16:creationId xmlns:a16="http://schemas.microsoft.com/office/drawing/2014/main" id="{A68BAFF4-2E7A-A613-0F24-6FA1A6522B0E}"/>
                    </a:ext>
                  </a:extLst>
                </p:cNvPr>
                <p:cNvPicPr>
                  <a:picLocks noChangeAspect="1"/>
                </p:cNvPicPr>
                <p:nvPr/>
              </p:nvPicPr>
              <p:blipFill>
                <a:blip r:embed="rId4"/>
                <a:stretch>
                  <a:fillRect/>
                </a:stretch>
              </p:blipFill>
              <p:spPr>
                <a:xfrm>
                  <a:off x="8249450" y="476251"/>
                  <a:ext cx="441643" cy="533017"/>
                </a:xfrm>
                <a:prstGeom prst="rect">
                  <a:avLst/>
                </a:prstGeom>
              </p:spPr>
            </p:pic>
            <p:pic>
              <p:nvPicPr>
                <p:cNvPr id="131" name="図 130">
                  <a:extLst>
                    <a:ext uri="{FF2B5EF4-FFF2-40B4-BE49-F238E27FC236}">
                      <a16:creationId xmlns:a16="http://schemas.microsoft.com/office/drawing/2014/main" id="{F0AFEF46-E88D-F6F4-07A8-24D10D49A84E}"/>
                    </a:ext>
                  </a:extLst>
                </p:cNvPr>
                <p:cNvPicPr>
                  <a:picLocks noChangeAspect="1"/>
                </p:cNvPicPr>
                <p:nvPr/>
              </p:nvPicPr>
              <p:blipFill>
                <a:blip r:embed="rId5"/>
                <a:stretch>
                  <a:fillRect/>
                </a:stretch>
              </p:blipFill>
              <p:spPr>
                <a:xfrm>
                  <a:off x="7229540" y="487052"/>
                  <a:ext cx="441643" cy="533017"/>
                </a:xfrm>
                <a:prstGeom prst="rect">
                  <a:avLst/>
                </a:prstGeom>
              </p:spPr>
            </p:pic>
            <p:pic>
              <p:nvPicPr>
                <p:cNvPr id="132" name="図 131">
                  <a:extLst>
                    <a:ext uri="{FF2B5EF4-FFF2-40B4-BE49-F238E27FC236}">
                      <a16:creationId xmlns:a16="http://schemas.microsoft.com/office/drawing/2014/main" id="{1BFA1CA7-56CD-5E7D-F627-F13D49287C30}"/>
                    </a:ext>
                  </a:extLst>
                </p:cNvPr>
                <p:cNvPicPr>
                  <a:picLocks noChangeAspect="1"/>
                </p:cNvPicPr>
                <p:nvPr/>
              </p:nvPicPr>
              <p:blipFill>
                <a:blip r:embed="rId6"/>
                <a:stretch>
                  <a:fillRect/>
                </a:stretch>
              </p:blipFill>
              <p:spPr>
                <a:xfrm>
                  <a:off x="8750896" y="477757"/>
                  <a:ext cx="441643" cy="533017"/>
                </a:xfrm>
                <a:prstGeom prst="rect">
                  <a:avLst/>
                </a:prstGeom>
              </p:spPr>
            </p:pic>
            <p:pic>
              <p:nvPicPr>
                <p:cNvPr id="133" name="図 132">
                  <a:extLst>
                    <a:ext uri="{FF2B5EF4-FFF2-40B4-BE49-F238E27FC236}">
                      <a16:creationId xmlns:a16="http://schemas.microsoft.com/office/drawing/2014/main" id="{4E87C2E9-F3CA-70C9-8653-3C653FC6F960}"/>
                    </a:ext>
                  </a:extLst>
                </p:cNvPr>
                <p:cNvPicPr>
                  <a:picLocks noChangeAspect="1"/>
                </p:cNvPicPr>
                <p:nvPr/>
              </p:nvPicPr>
              <p:blipFill>
                <a:blip r:embed="rId5"/>
                <a:stretch>
                  <a:fillRect/>
                </a:stretch>
              </p:blipFill>
              <p:spPr>
                <a:xfrm>
                  <a:off x="7730083" y="487052"/>
                  <a:ext cx="441643" cy="533017"/>
                </a:xfrm>
                <a:prstGeom prst="rect">
                  <a:avLst/>
                </a:prstGeom>
              </p:spPr>
            </p:pic>
          </p:grpSp>
        </p:grpSp>
        <p:grpSp>
          <p:nvGrpSpPr>
            <p:cNvPr id="134" name="グループ化 133">
              <a:extLst>
                <a:ext uri="{FF2B5EF4-FFF2-40B4-BE49-F238E27FC236}">
                  <a16:creationId xmlns:a16="http://schemas.microsoft.com/office/drawing/2014/main" id="{C8BCF3B4-2E6C-718D-4E60-40A9C9CA0F9B}"/>
                </a:ext>
              </a:extLst>
            </p:cNvPr>
            <p:cNvGrpSpPr/>
            <p:nvPr/>
          </p:nvGrpSpPr>
          <p:grpSpPr>
            <a:xfrm>
              <a:off x="6274640" y="4763779"/>
              <a:ext cx="3695189" cy="537467"/>
              <a:chOff x="6273434" y="768053"/>
              <a:chExt cx="3695189" cy="537467"/>
            </a:xfrm>
          </p:grpSpPr>
          <p:grpSp>
            <p:nvGrpSpPr>
              <p:cNvPr id="135" name="グループ化 134">
                <a:extLst>
                  <a:ext uri="{FF2B5EF4-FFF2-40B4-BE49-F238E27FC236}">
                    <a16:creationId xmlns:a16="http://schemas.microsoft.com/office/drawing/2014/main" id="{A7A7E7F2-A38A-8754-4F93-3914130A72EA}"/>
                  </a:ext>
                </a:extLst>
              </p:cNvPr>
              <p:cNvGrpSpPr/>
              <p:nvPr/>
            </p:nvGrpSpPr>
            <p:grpSpPr>
              <a:xfrm>
                <a:off x="6273434" y="768053"/>
                <a:ext cx="3695189" cy="537467"/>
                <a:chOff x="6273434" y="768053"/>
                <a:chExt cx="3695189" cy="537467"/>
              </a:xfrm>
            </p:grpSpPr>
            <p:sp>
              <p:nvSpPr>
                <p:cNvPr id="137" name="Text 3">
                  <a:extLst>
                    <a:ext uri="{FF2B5EF4-FFF2-40B4-BE49-F238E27FC236}">
                      <a16:creationId xmlns:a16="http://schemas.microsoft.com/office/drawing/2014/main" id="{8E64B6F0-DD38-39A5-F78C-1D1E180A4402}"/>
                    </a:ext>
                  </a:extLst>
                </p:cNvPr>
                <p:cNvSpPr/>
                <p:nvPr/>
              </p:nvSpPr>
              <p:spPr>
                <a:xfrm>
                  <a:off x="6273434" y="898489"/>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err="1">
                      <a:solidFill>
                        <a:srgbClr val="0A0028"/>
                      </a:solidFill>
                      <a:latin typeface="Noto Sans JP" pitchFamily="34" charset="0"/>
                      <a:ea typeface="Noto Sans JP" pitchFamily="34" charset="-122"/>
                      <a:cs typeface="Noto Sans JP" pitchFamily="34" charset="-120"/>
                    </a:rPr>
                    <a:t>Bの手札</a:t>
                  </a:r>
                  <a:endParaRPr lang="en-US" sz="1300" dirty="0"/>
                </a:p>
              </p:txBody>
            </p:sp>
            <p:grpSp>
              <p:nvGrpSpPr>
                <p:cNvPr id="138" name="グループ化 137">
                  <a:extLst>
                    <a:ext uri="{FF2B5EF4-FFF2-40B4-BE49-F238E27FC236}">
                      <a16:creationId xmlns:a16="http://schemas.microsoft.com/office/drawing/2014/main" id="{113020C7-9AA9-5566-C19A-176B9DF56054}"/>
                    </a:ext>
                  </a:extLst>
                </p:cNvPr>
                <p:cNvGrpSpPr/>
                <p:nvPr/>
              </p:nvGrpSpPr>
              <p:grpSpPr>
                <a:xfrm>
                  <a:off x="7527706" y="768053"/>
                  <a:ext cx="2440917" cy="537467"/>
                  <a:chOff x="6730264" y="1434802"/>
                  <a:chExt cx="2440917" cy="537467"/>
                </a:xfrm>
              </p:grpSpPr>
              <p:grpSp>
                <p:nvGrpSpPr>
                  <p:cNvPr id="139" name="グループ化 138">
                    <a:extLst>
                      <a:ext uri="{FF2B5EF4-FFF2-40B4-BE49-F238E27FC236}">
                        <a16:creationId xmlns:a16="http://schemas.microsoft.com/office/drawing/2014/main" id="{99363374-CE43-7650-D2F4-F78035EA6914}"/>
                      </a:ext>
                    </a:extLst>
                  </p:cNvPr>
                  <p:cNvGrpSpPr/>
                  <p:nvPr/>
                </p:nvGrpSpPr>
                <p:grpSpPr>
                  <a:xfrm>
                    <a:off x="6730264" y="1434802"/>
                    <a:ext cx="2440917" cy="537467"/>
                    <a:chOff x="6730264" y="499613"/>
                    <a:chExt cx="2440917" cy="537467"/>
                  </a:xfrm>
                </p:grpSpPr>
                <p:pic>
                  <p:nvPicPr>
                    <p:cNvPr id="142" name="図 141">
                      <a:extLst>
                        <a:ext uri="{FF2B5EF4-FFF2-40B4-BE49-F238E27FC236}">
                          <a16:creationId xmlns:a16="http://schemas.microsoft.com/office/drawing/2014/main" id="{E90534FF-B01E-77E0-B2BF-D32AEC8380C9}"/>
                        </a:ext>
                      </a:extLst>
                    </p:cNvPr>
                    <p:cNvPicPr>
                      <a:picLocks noChangeAspect="1"/>
                    </p:cNvPicPr>
                    <p:nvPr/>
                  </p:nvPicPr>
                  <p:blipFill>
                    <a:blip r:embed="rId4"/>
                    <a:stretch>
                      <a:fillRect/>
                    </a:stretch>
                  </p:blipFill>
                  <p:spPr>
                    <a:xfrm>
                      <a:off x="7229540" y="504063"/>
                      <a:ext cx="441643" cy="533017"/>
                    </a:xfrm>
                    <a:prstGeom prst="rect">
                      <a:avLst/>
                    </a:prstGeom>
                  </p:spPr>
                </p:pic>
                <p:pic>
                  <p:nvPicPr>
                    <p:cNvPr id="143" name="図 142">
                      <a:extLst>
                        <a:ext uri="{FF2B5EF4-FFF2-40B4-BE49-F238E27FC236}">
                          <a16:creationId xmlns:a16="http://schemas.microsoft.com/office/drawing/2014/main" id="{F7E5A91F-5921-C379-DC84-F72DB40D125F}"/>
                        </a:ext>
                      </a:extLst>
                    </p:cNvPr>
                    <p:cNvPicPr>
                      <a:picLocks noChangeAspect="1"/>
                    </p:cNvPicPr>
                    <p:nvPr/>
                  </p:nvPicPr>
                  <p:blipFill>
                    <a:blip r:embed="rId5"/>
                    <a:stretch>
                      <a:fillRect/>
                    </a:stretch>
                  </p:blipFill>
                  <p:spPr>
                    <a:xfrm>
                      <a:off x="6730264" y="499613"/>
                      <a:ext cx="441643" cy="533017"/>
                    </a:xfrm>
                    <a:prstGeom prst="rect">
                      <a:avLst/>
                    </a:prstGeom>
                  </p:spPr>
                </p:pic>
                <p:pic>
                  <p:nvPicPr>
                    <p:cNvPr id="144" name="図 143">
                      <a:extLst>
                        <a:ext uri="{FF2B5EF4-FFF2-40B4-BE49-F238E27FC236}">
                          <a16:creationId xmlns:a16="http://schemas.microsoft.com/office/drawing/2014/main" id="{5E16F0B7-696F-FA17-25A0-426B00A984F8}"/>
                        </a:ext>
                      </a:extLst>
                    </p:cNvPr>
                    <p:cNvPicPr>
                      <a:picLocks noChangeAspect="1"/>
                    </p:cNvPicPr>
                    <p:nvPr/>
                  </p:nvPicPr>
                  <p:blipFill>
                    <a:blip r:embed="rId6"/>
                    <a:stretch>
                      <a:fillRect/>
                    </a:stretch>
                  </p:blipFill>
                  <p:spPr>
                    <a:xfrm>
                      <a:off x="8729538" y="504063"/>
                      <a:ext cx="441643" cy="533017"/>
                    </a:xfrm>
                    <a:prstGeom prst="rect">
                      <a:avLst/>
                    </a:prstGeom>
                  </p:spPr>
                </p:pic>
              </p:grpSp>
              <p:pic>
                <p:nvPicPr>
                  <p:cNvPr id="140" name="図 139">
                    <a:extLst>
                      <a:ext uri="{FF2B5EF4-FFF2-40B4-BE49-F238E27FC236}">
                        <a16:creationId xmlns:a16="http://schemas.microsoft.com/office/drawing/2014/main" id="{4E9EB5D2-9234-6C22-8055-45BE75C83062}"/>
                      </a:ext>
                    </a:extLst>
                  </p:cNvPr>
                  <p:cNvPicPr>
                    <a:picLocks noChangeAspect="1"/>
                  </p:cNvPicPr>
                  <p:nvPr/>
                </p:nvPicPr>
                <p:blipFill>
                  <a:blip r:embed="rId6"/>
                  <a:stretch>
                    <a:fillRect/>
                  </a:stretch>
                </p:blipFill>
                <p:spPr>
                  <a:xfrm>
                    <a:off x="8228092" y="1439252"/>
                    <a:ext cx="441643" cy="533017"/>
                  </a:xfrm>
                  <a:prstGeom prst="rect">
                    <a:avLst/>
                  </a:prstGeom>
                </p:spPr>
              </p:pic>
            </p:grpSp>
          </p:grpSp>
          <p:pic>
            <p:nvPicPr>
              <p:cNvPr id="136" name="図 135">
                <a:extLst>
                  <a:ext uri="{FF2B5EF4-FFF2-40B4-BE49-F238E27FC236}">
                    <a16:creationId xmlns:a16="http://schemas.microsoft.com/office/drawing/2014/main" id="{B3BAE8F8-796F-E8A8-BAC9-77C3BB3DD1FF}"/>
                  </a:ext>
                </a:extLst>
              </p:cNvPr>
              <p:cNvPicPr>
                <a:picLocks noChangeAspect="1"/>
              </p:cNvPicPr>
              <p:nvPr/>
            </p:nvPicPr>
            <p:blipFill>
              <a:blip r:embed="rId4"/>
              <a:stretch>
                <a:fillRect/>
              </a:stretch>
            </p:blipFill>
            <p:spPr>
              <a:xfrm>
                <a:off x="8526258" y="772503"/>
                <a:ext cx="441643" cy="533017"/>
              </a:xfrm>
              <a:prstGeom prst="rect">
                <a:avLst/>
              </a:prstGeom>
            </p:spPr>
          </p:pic>
        </p:grpSp>
        <p:pic>
          <p:nvPicPr>
            <p:cNvPr id="151" name="図 150">
              <a:extLst>
                <a:ext uri="{FF2B5EF4-FFF2-40B4-BE49-F238E27FC236}">
                  <a16:creationId xmlns:a16="http://schemas.microsoft.com/office/drawing/2014/main" id="{242C6C30-25D1-1F30-9B43-28F7C8D52249}"/>
                </a:ext>
              </a:extLst>
            </p:cNvPr>
            <p:cNvPicPr>
              <a:picLocks noChangeAspect="1"/>
            </p:cNvPicPr>
            <p:nvPr/>
          </p:nvPicPr>
          <p:blipFill>
            <a:blip r:embed="rId3"/>
            <a:stretch>
              <a:fillRect/>
            </a:stretch>
          </p:blipFill>
          <p:spPr>
            <a:xfrm>
              <a:off x="1626425" y="4934260"/>
              <a:ext cx="441643" cy="533017"/>
            </a:xfrm>
            <a:prstGeom prst="rect">
              <a:avLst/>
            </a:prstGeom>
          </p:spPr>
        </p:pic>
        <p:grpSp>
          <p:nvGrpSpPr>
            <p:cNvPr id="154" name="グループ化 153">
              <a:extLst>
                <a:ext uri="{FF2B5EF4-FFF2-40B4-BE49-F238E27FC236}">
                  <a16:creationId xmlns:a16="http://schemas.microsoft.com/office/drawing/2014/main" id="{869F1B1B-8137-0E11-A766-A3C0BDF7BF7D}"/>
                </a:ext>
              </a:extLst>
            </p:cNvPr>
            <p:cNvGrpSpPr/>
            <p:nvPr/>
          </p:nvGrpSpPr>
          <p:grpSpPr>
            <a:xfrm>
              <a:off x="3860667" y="4930441"/>
              <a:ext cx="710770" cy="533017"/>
              <a:chOff x="4081488" y="4934259"/>
              <a:chExt cx="710770" cy="533017"/>
            </a:xfrm>
          </p:grpSpPr>
          <p:pic>
            <p:nvPicPr>
              <p:cNvPr id="153" name="図 152">
                <a:extLst>
                  <a:ext uri="{FF2B5EF4-FFF2-40B4-BE49-F238E27FC236}">
                    <a16:creationId xmlns:a16="http://schemas.microsoft.com/office/drawing/2014/main" id="{9732498E-03CB-E271-389C-71BDC304D45D}"/>
                  </a:ext>
                </a:extLst>
              </p:cNvPr>
              <p:cNvPicPr>
                <a:picLocks noChangeAspect="1"/>
              </p:cNvPicPr>
              <p:nvPr/>
            </p:nvPicPr>
            <p:blipFill>
              <a:blip r:embed="rId3">
                <a:alphaModFix amt="50000"/>
              </a:blip>
              <a:stretch>
                <a:fillRect/>
              </a:stretch>
            </p:blipFill>
            <p:spPr>
              <a:xfrm>
                <a:off x="4111342" y="4934259"/>
                <a:ext cx="441643" cy="533017"/>
              </a:xfrm>
              <a:prstGeom prst="rect">
                <a:avLst/>
              </a:prstGeom>
            </p:spPr>
          </p:pic>
          <p:sp>
            <p:nvSpPr>
              <p:cNvPr id="148" name="Text 1">
                <a:extLst>
                  <a:ext uri="{FF2B5EF4-FFF2-40B4-BE49-F238E27FC236}">
                    <a16:creationId xmlns:a16="http://schemas.microsoft.com/office/drawing/2014/main" id="{5A9404E8-F417-8649-9D15-78A95C77B062}"/>
                  </a:ext>
                </a:extLst>
              </p:cNvPr>
              <p:cNvSpPr txBox="1">
                <a:spLocks/>
              </p:cNvSpPr>
              <p:nvPr/>
            </p:nvSpPr>
            <p:spPr>
              <a:xfrm>
                <a:off x="4081488" y="4953843"/>
                <a:ext cx="710770" cy="411202"/>
              </a:xfrm>
              <a:prstGeom prst="rect">
                <a:avLst/>
              </a:prstGeom>
              <a:noFill/>
              <a:ln/>
            </p:spPr>
            <p:txBody>
              <a:bodyPr wrap="square" lIns="0" tIns="0" rIns="0" bIns="0" rtlCol="0" anchor="t">
                <a:normAutofit/>
              </a:bodyPr>
              <a:lstStyle>
                <a:lvl1pPr marL="0" indent="0" algn="l" defTabSz="914400" rtl="0" eaLnBrk="1" latinLnBrk="0" hangingPunct="1">
                  <a:lnSpc>
                    <a:spcPct val="115000"/>
                  </a:lnSpc>
                  <a:spcBef>
                    <a:spcPct val="0"/>
                  </a:spcBef>
                  <a:buNone/>
                  <a:defRPr lang="en-US" sz="3200" kern="1200" dirty="0">
                    <a:solidFill>
                      <a:srgbClr val="0A0028"/>
                    </a:solidFill>
                    <a:latin typeface="Noto Sans JP" pitchFamily="34" charset="0"/>
                    <a:ea typeface="Noto Sans JP" pitchFamily="34" charset="-122"/>
                    <a:cs typeface="Noto Sans JP" pitchFamily="34" charset="-120"/>
                  </a:defRPr>
                </a:lvl1pPr>
              </a:lstStyle>
              <a:p>
                <a:pPr>
                  <a:lnSpc>
                    <a:spcPts val="3520"/>
                  </a:lnSpc>
                </a:pPr>
                <a:r>
                  <a:rPr lang="ja-JP" altLang="en-US" sz="2000" b="1" dirty="0"/>
                  <a:t>反撃</a:t>
                </a:r>
                <a:endParaRPr lang="ja-JP" altLang="en-US" sz="2000" dirty="0"/>
              </a:p>
            </p:txBody>
          </p:sp>
        </p:grpSp>
      </p:grpSp>
      <p:grpSp>
        <p:nvGrpSpPr>
          <p:cNvPr id="193" name="グループ化 192">
            <a:extLst>
              <a:ext uri="{FF2B5EF4-FFF2-40B4-BE49-F238E27FC236}">
                <a16:creationId xmlns:a16="http://schemas.microsoft.com/office/drawing/2014/main" id="{4E4D2067-44FE-8CE7-2D03-87E13B2C2E93}"/>
              </a:ext>
            </a:extLst>
          </p:cNvPr>
          <p:cNvGrpSpPr/>
          <p:nvPr/>
        </p:nvGrpSpPr>
        <p:grpSpPr>
          <a:xfrm>
            <a:off x="341234" y="5546295"/>
            <a:ext cx="10648188" cy="1262822"/>
            <a:chOff x="812800" y="5917691"/>
            <a:chExt cx="10648188" cy="1262822"/>
          </a:xfrm>
        </p:grpSpPr>
        <p:grpSp>
          <p:nvGrpSpPr>
            <p:cNvPr id="158" name="グループ化 157">
              <a:extLst>
                <a:ext uri="{FF2B5EF4-FFF2-40B4-BE49-F238E27FC236}">
                  <a16:creationId xmlns:a16="http://schemas.microsoft.com/office/drawing/2014/main" id="{7A0FD04A-E5C9-9FF2-5769-15E2C5236B00}"/>
                </a:ext>
              </a:extLst>
            </p:cNvPr>
            <p:cNvGrpSpPr/>
            <p:nvPr/>
          </p:nvGrpSpPr>
          <p:grpSpPr>
            <a:xfrm>
              <a:off x="812800" y="5917691"/>
              <a:ext cx="10648188" cy="1262822"/>
              <a:chOff x="812800" y="4040548"/>
              <a:chExt cx="10648188" cy="1262822"/>
            </a:xfrm>
          </p:grpSpPr>
          <p:grpSp>
            <p:nvGrpSpPr>
              <p:cNvPr id="159" name="グループ化 158">
                <a:extLst>
                  <a:ext uri="{FF2B5EF4-FFF2-40B4-BE49-F238E27FC236}">
                    <a16:creationId xmlns:a16="http://schemas.microsoft.com/office/drawing/2014/main" id="{CED76405-856D-2322-EF3C-074DF3B864F4}"/>
                  </a:ext>
                </a:extLst>
              </p:cNvPr>
              <p:cNvGrpSpPr/>
              <p:nvPr/>
            </p:nvGrpSpPr>
            <p:grpSpPr>
              <a:xfrm>
                <a:off x="812800" y="4040548"/>
                <a:ext cx="10648188" cy="1262822"/>
                <a:chOff x="819150" y="3395911"/>
                <a:chExt cx="10648188" cy="1262822"/>
              </a:xfrm>
            </p:grpSpPr>
            <p:sp>
              <p:nvSpPr>
                <p:cNvPr id="181" name="Shape 9">
                  <a:extLst>
                    <a:ext uri="{FF2B5EF4-FFF2-40B4-BE49-F238E27FC236}">
                      <a16:creationId xmlns:a16="http://schemas.microsoft.com/office/drawing/2014/main" id="{1EA55636-DBD0-EB8F-C56B-3164B89F3BAE}"/>
                    </a:ext>
                  </a:extLst>
                </p:cNvPr>
                <p:cNvSpPr/>
                <p:nvPr/>
              </p:nvSpPr>
              <p:spPr>
                <a:xfrm>
                  <a:off x="819150" y="3395911"/>
                  <a:ext cx="10553700" cy="1262822"/>
                </a:xfrm>
                <a:prstGeom prst="roundRect">
                  <a:avLst>
                    <a:gd name="adj" fmla="val 6219"/>
                  </a:avLst>
                </a:prstGeom>
                <a:solidFill>
                  <a:srgbClr val="FFFFFF"/>
                </a:solidFill>
                <a:ln w="12700">
                  <a:solidFill>
                    <a:srgbClr val="0A0028"/>
                  </a:solidFill>
                  <a:prstDash val="solid"/>
                </a:ln>
              </p:spPr>
              <p:txBody>
                <a:bodyPr/>
                <a:lstStyle/>
                <a:p>
                  <a:endParaRPr lang="ja-JP" altLang="en-US"/>
                </a:p>
              </p:txBody>
            </p:sp>
            <p:sp>
              <p:nvSpPr>
                <p:cNvPr id="182" name="Text 10">
                  <a:extLst>
                    <a:ext uri="{FF2B5EF4-FFF2-40B4-BE49-F238E27FC236}">
                      <a16:creationId xmlns:a16="http://schemas.microsoft.com/office/drawing/2014/main" id="{8D09149A-B78A-88CE-4439-9F6FF733FC21}"/>
                    </a:ext>
                  </a:extLst>
                </p:cNvPr>
                <p:cNvSpPr/>
                <p:nvPr/>
              </p:nvSpPr>
              <p:spPr>
                <a:xfrm>
                  <a:off x="1028700" y="3462645"/>
                  <a:ext cx="10438638"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0028"/>
                      </a:solidFill>
                      <a:latin typeface="Noto Sans JP" pitchFamily="34" charset="0"/>
                      <a:ea typeface="Noto Sans JP" pitchFamily="34" charset="-122"/>
                      <a:cs typeface="Noto Sans JP" pitchFamily="34" charset="-120"/>
                    </a:rPr>
                    <a:t>③ </a:t>
                  </a:r>
                  <a:r>
                    <a:rPr lang="en-US" sz="1700" b="1" dirty="0" err="1">
                      <a:solidFill>
                        <a:srgbClr val="0A0028"/>
                      </a:solidFill>
                      <a:latin typeface="Noto Sans JP" pitchFamily="34" charset="0"/>
                      <a:ea typeface="Noto Sans JP" pitchFamily="34" charset="-122"/>
                      <a:cs typeface="Noto Sans JP" pitchFamily="34" charset="-120"/>
                    </a:rPr>
                    <a:t>Bはガード</a:t>
                  </a:r>
                  <a:endParaRPr lang="en-US" sz="1700" dirty="0"/>
                </a:p>
              </p:txBody>
            </p:sp>
            <p:sp>
              <p:nvSpPr>
                <p:cNvPr id="183" name="Text 11">
                  <a:extLst>
                    <a:ext uri="{FF2B5EF4-FFF2-40B4-BE49-F238E27FC236}">
                      <a16:creationId xmlns:a16="http://schemas.microsoft.com/office/drawing/2014/main" id="{387156B0-7FB8-5DFA-E0EA-157A14B17D0B}"/>
                    </a:ext>
                  </a:extLst>
                </p:cNvPr>
                <p:cNvSpPr/>
                <p:nvPr/>
              </p:nvSpPr>
              <p:spPr>
                <a:xfrm>
                  <a:off x="895096" y="3737062"/>
                  <a:ext cx="1843782"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A:反撃 振り下ろし×1</a:t>
                  </a:r>
                  <a:endParaRPr lang="en-US" sz="1300" dirty="0"/>
                </a:p>
              </p:txBody>
            </p:sp>
            <p:sp>
              <p:nvSpPr>
                <p:cNvPr id="184" name="Text 12">
                  <a:extLst>
                    <a:ext uri="{FF2B5EF4-FFF2-40B4-BE49-F238E27FC236}">
                      <a16:creationId xmlns:a16="http://schemas.microsoft.com/office/drawing/2014/main" id="{1B9F9676-F0E0-8FED-3E43-6D3EFF5A9132}"/>
                    </a:ext>
                  </a:extLst>
                </p:cNvPr>
                <p:cNvSpPr/>
                <p:nvPr/>
              </p:nvSpPr>
              <p:spPr>
                <a:xfrm>
                  <a:off x="2840478" y="3775162"/>
                  <a:ext cx="2159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A0028"/>
                      </a:solidFill>
                      <a:latin typeface="Noto Sans JP" pitchFamily="34" charset="0"/>
                      <a:ea typeface="Noto Sans JP" pitchFamily="34" charset="-122"/>
                      <a:cs typeface="Noto Sans JP" pitchFamily="34" charset="-120"/>
                    </a:rPr>
                    <a:t>対</a:t>
                  </a:r>
                  <a:endParaRPr lang="en-US" sz="1300" dirty="0"/>
                </a:p>
              </p:txBody>
            </p:sp>
            <p:sp>
              <p:nvSpPr>
                <p:cNvPr id="186" name="Text 14">
                  <a:extLst>
                    <a:ext uri="{FF2B5EF4-FFF2-40B4-BE49-F238E27FC236}">
                      <a16:creationId xmlns:a16="http://schemas.microsoft.com/office/drawing/2014/main" id="{E91D3B49-FC8A-D369-692B-F1AF507C674F}"/>
                    </a:ext>
                  </a:extLst>
                </p:cNvPr>
                <p:cNvSpPr/>
                <p:nvPr/>
              </p:nvSpPr>
              <p:spPr>
                <a:xfrm>
                  <a:off x="5643245" y="4071589"/>
                  <a:ext cx="5824093" cy="533017"/>
                </a:xfrm>
                <a:prstGeom prst="rect">
                  <a:avLst/>
                </a:prstGeom>
                <a:noFill/>
                <a:ln/>
              </p:spPr>
              <p:txBody>
                <a:bodyPr wrap="square" lIns="0" tIns="0" rIns="0" bIns="0" rtlCol="0" anchor="t">
                  <a:normAutofit/>
                </a:bodyPr>
                <a:lstStyle/>
                <a:p>
                  <a:pPr marL="0" indent="0" algn="l">
                    <a:lnSpc>
                      <a:spcPts val="1950"/>
                    </a:lnSpc>
                    <a:buNone/>
                  </a:pPr>
                  <a:r>
                    <a:rPr lang="en-US" sz="1150" dirty="0">
                      <a:solidFill>
                        <a:srgbClr val="0A0028"/>
                      </a:solidFill>
                      <a:latin typeface="Noto Sans JP" pitchFamily="34" charset="0"/>
                      <a:ea typeface="Noto Sans JP" pitchFamily="34" charset="-122"/>
                      <a:cs typeface="Noto Sans JP" pitchFamily="34" charset="-120"/>
                    </a:rPr>
                    <a:t>A</a:t>
                  </a:r>
                  <a:r>
                    <a:rPr lang="ja-JP" altLang="en-US" sz="1150" dirty="0">
                      <a:solidFill>
                        <a:srgbClr val="0A0028"/>
                      </a:solidFill>
                      <a:latin typeface="Noto Sans JP" pitchFamily="34" charset="0"/>
                      <a:ea typeface="Noto Sans JP" pitchFamily="34" charset="-122"/>
                      <a:cs typeface="Noto Sans JP" pitchFamily="34" charset="-120"/>
                    </a:rPr>
                    <a:t>の反撃</a:t>
                  </a:r>
                  <a:r>
                    <a:rPr lang="en-US" altLang="ja-JP" sz="1150" dirty="0">
                      <a:solidFill>
                        <a:srgbClr val="0A0028"/>
                      </a:solidFill>
                      <a:latin typeface="Noto Sans JP" pitchFamily="34" charset="0"/>
                      <a:ea typeface="Noto Sans JP" pitchFamily="34" charset="-122"/>
                      <a:cs typeface="Noto Sans JP" pitchFamily="34" charset="-120"/>
                    </a:rPr>
                    <a:t>(</a:t>
                  </a:r>
                  <a:r>
                    <a:rPr lang="ja-JP" altLang="en-US" sz="1150" dirty="0">
                      <a:solidFill>
                        <a:srgbClr val="0A0028"/>
                      </a:solidFill>
                      <a:latin typeface="Noto Sans JP" pitchFamily="34" charset="0"/>
                      <a:ea typeface="Noto Sans JP" pitchFamily="34" charset="-122"/>
                      <a:cs typeface="Noto Sans JP" pitchFamily="34" charset="-120"/>
                    </a:rPr>
                    <a:t>振り下ろし</a:t>
                  </a:r>
                  <a:r>
                    <a:rPr lang="en-US" altLang="ja-JP" sz="1150" dirty="0">
                      <a:solidFill>
                        <a:srgbClr val="0A0028"/>
                      </a:solidFill>
                      <a:latin typeface="Noto Sans JP" pitchFamily="34" charset="0"/>
                      <a:ea typeface="Noto Sans JP" pitchFamily="34" charset="-122"/>
                      <a:cs typeface="Noto Sans JP" pitchFamily="34" charset="-120"/>
                    </a:rPr>
                    <a:t>)</a:t>
                  </a:r>
                  <a:r>
                    <a:rPr lang="ja-JP" altLang="en-US" sz="1150" dirty="0">
                      <a:solidFill>
                        <a:srgbClr val="0A0028"/>
                      </a:solidFill>
                      <a:latin typeface="Noto Sans JP" pitchFamily="34" charset="0"/>
                      <a:ea typeface="Noto Sans JP" pitchFamily="34" charset="-122"/>
                      <a:cs typeface="Noto Sans JP" pitchFamily="34" charset="-120"/>
                    </a:rPr>
                    <a:t>に対して</a:t>
                  </a:r>
                  <a:r>
                    <a:rPr lang="en-US" sz="1150" dirty="0" err="1">
                      <a:solidFill>
                        <a:srgbClr val="0A0028"/>
                      </a:solidFill>
                      <a:latin typeface="Noto Sans JP" pitchFamily="34" charset="0"/>
                      <a:ea typeface="Noto Sans JP" pitchFamily="34" charset="-122"/>
                      <a:cs typeface="Noto Sans JP" pitchFamily="34" charset="-120"/>
                    </a:rPr>
                    <a:t>Bは</a:t>
                  </a:r>
                  <a:r>
                    <a:rPr lang="ja-JP" altLang="en-US" sz="1150" dirty="0">
                      <a:solidFill>
                        <a:srgbClr val="0A0028"/>
                      </a:solidFill>
                      <a:latin typeface="Noto Sans JP" pitchFamily="34" charset="0"/>
                      <a:ea typeface="Noto Sans JP" pitchFamily="34" charset="-122"/>
                      <a:cs typeface="Noto Sans JP" pitchFamily="34" charset="-120"/>
                    </a:rPr>
                    <a:t>振り下ろしを持っていないため「反撃」はできない。</a:t>
                  </a:r>
                  <a:endParaRPr lang="en-US" sz="1150" dirty="0">
                    <a:solidFill>
                      <a:srgbClr val="0A0028"/>
                    </a:solidFill>
                    <a:latin typeface="Noto Sans JP" pitchFamily="34" charset="0"/>
                    <a:ea typeface="Noto Sans JP" pitchFamily="34" charset="-122"/>
                    <a:cs typeface="Noto Sans JP" pitchFamily="34" charset="-120"/>
                  </a:endParaRPr>
                </a:p>
                <a:p>
                  <a:pPr>
                    <a:lnSpc>
                      <a:spcPts val="1950"/>
                    </a:lnSpc>
                  </a:pPr>
                  <a:r>
                    <a:rPr lang="en-US" sz="1150" dirty="0" err="1">
                      <a:solidFill>
                        <a:srgbClr val="0A0028"/>
                      </a:solidFill>
                      <a:latin typeface="Noto Sans JP" pitchFamily="34" charset="0"/>
                      <a:ea typeface="Noto Sans JP" pitchFamily="34" charset="-122"/>
                      <a:cs typeface="Noto Sans JP" pitchFamily="34" charset="-120"/>
                    </a:rPr>
                    <a:t>結果</a:t>
                  </a:r>
                  <a:r>
                    <a:rPr lang="en-US" sz="1150" dirty="0">
                      <a:solidFill>
                        <a:srgbClr val="0A0028"/>
                      </a:solidFill>
                      <a:latin typeface="Noto Sans JP" pitchFamily="34" charset="0"/>
                      <a:ea typeface="Noto Sans JP" pitchFamily="34" charset="-122"/>
                      <a:cs typeface="Noto Sans JP" pitchFamily="34" charset="-120"/>
                    </a:rPr>
                    <a:t>:</a:t>
                  </a:r>
                  <a:r>
                    <a:rPr lang="en-US" altLang="ja-JP" sz="1150" dirty="0">
                      <a:solidFill>
                        <a:srgbClr val="0A0028"/>
                      </a:solidFill>
                      <a:latin typeface="Noto Sans JP" pitchFamily="34" charset="0"/>
                      <a:ea typeface="Noto Sans JP" pitchFamily="34" charset="-122"/>
                      <a:cs typeface="Noto Sans JP" pitchFamily="34" charset="-120"/>
                    </a:rPr>
                    <a:t> B</a:t>
                  </a:r>
                  <a:r>
                    <a:rPr lang="ja-JP" altLang="en-US" sz="1150" dirty="0">
                      <a:solidFill>
                        <a:srgbClr val="0A0028"/>
                      </a:solidFill>
                      <a:latin typeface="Noto Sans JP" pitchFamily="34" charset="0"/>
                      <a:ea typeface="Noto Sans JP" pitchFamily="34" charset="-122"/>
                      <a:cs typeface="Noto Sans JP" pitchFamily="34" charset="-120"/>
                    </a:rPr>
                    <a:t>は</a:t>
                  </a:r>
                  <a:r>
                    <a:rPr lang="en-US" altLang="ja-JP" sz="1150" dirty="0" err="1">
                      <a:solidFill>
                        <a:srgbClr val="0A0028"/>
                      </a:solidFill>
                      <a:latin typeface="Noto Sans JP" pitchFamily="34" charset="0"/>
                      <a:ea typeface="Noto Sans JP" pitchFamily="34" charset="-122"/>
                      <a:cs typeface="Noto Sans JP" pitchFamily="34" charset="-120"/>
                    </a:rPr>
                    <a:t>ガードして</a:t>
                  </a:r>
                  <a:r>
                    <a:rPr lang="ja-JP" altLang="en-US" sz="1150" dirty="0">
                      <a:solidFill>
                        <a:srgbClr val="0A0028"/>
                      </a:solidFill>
                      <a:latin typeface="Noto Sans JP" pitchFamily="34" charset="0"/>
                      <a:ea typeface="Noto Sans JP" pitchFamily="34" charset="-122"/>
                      <a:cs typeface="Noto Sans JP" pitchFamily="34" charset="-120"/>
                    </a:rPr>
                    <a:t>反撃の</a:t>
                  </a:r>
                  <a:r>
                    <a:rPr lang="en-US" altLang="ja-JP" sz="1150" dirty="0" err="1">
                      <a:solidFill>
                        <a:srgbClr val="0A0028"/>
                      </a:solidFill>
                      <a:latin typeface="Noto Sans JP" pitchFamily="34" charset="0"/>
                      <a:ea typeface="Noto Sans JP" pitchFamily="34" charset="-122"/>
                      <a:cs typeface="Noto Sans JP" pitchFamily="34" charset="-120"/>
                    </a:rPr>
                    <a:t>応酬を止めた</a:t>
                  </a:r>
                  <a:r>
                    <a:rPr lang="en-US" altLang="ja-JP" sz="1150" dirty="0">
                      <a:solidFill>
                        <a:srgbClr val="0A0028"/>
                      </a:solidFill>
                      <a:latin typeface="Noto Sans JP" pitchFamily="34" charset="0"/>
                      <a:ea typeface="Noto Sans JP" pitchFamily="34" charset="-122"/>
                      <a:cs typeface="Noto Sans JP" pitchFamily="34" charset="-120"/>
                    </a:rPr>
                    <a:t>。 </a:t>
                  </a:r>
                  <a:r>
                    <a:rPr lang="en-US" sz="1150" dirty="0" err="1">
                      <a:solidFill>
                        <a:srgbClr val="0A0028"/>
                      </a:solidFill>
                      <a:latin typeface="Noto Sans JP" pitchFamily="34" charset="0"/>
                      <a:ea typeface="Noto Sans JP" pitchFamily="34" charset="-122"/>
                      <a:cs typeface="Noto Sans JP" pitchFamily="34" charset="-120"/>
                    </a:rPr>
                    <a:t>ダメージなし</a:t>
                  </a:r>
                  <a:r>
                    <a:rPr lang="en-US" sz="1150" dirty="0">
                      <a:solidFill>
                        <a:srgbClr val="0A0028"/>
                      </a:solidFill>
                      <a:latin typeface="Noto Sans JP" pitchFamily="34" charset="0"/>
                      <a:ea typeface="Noto Sans JP" pitchFamily="34" charset="-122"/>
                      <a:cs typeface="Noto Sans JP" pitchFamily="34" charset="-120"/>
                    </a:rPr>
                    <a:t>。</a:t>
                  </a:r>
                  <a:endParaRPr lang="en-US" sz="1150" dirty="0"/>
                </a:p>
              </p:txBody>
            </p:sp>
          </p:grpSp>
          <p:grpSp>
            <p:nvGrpSpPr>
              <p:cNvPr id="160" name="グループ化 159">
                <a:extLst>
                  <a:ext uri="{FF2B5EF4-FFF2-40B4-BE49-F238E27FC236}">
                    <a16:creationId xmlns:a16="http://schemas.microsoft.com/office/drawing/2014/main" id="{EA54DAA1-6E72-AC39-03CA-5B3C082EB098}"/>
                  </a:ext>
                </a:extLst>
              </p:cNvPr>
              <p:cNvGrpSpPr/>
              <p:nvPr/>
            </p:nvGrpSpPr>
            <p:grpSpPr>
              <a:xfrm>
                <a:off x="5583542" y="4108671"/>
                <a:ext cx="2632654" cy="536724"/>
                <a:chOff x="4944382" y="187814"/>
                <a:chExt cx="2632654" cy="536724"/>
              </a:xfrm>
            </p:grpSpPr>
            <p:sp>
              <p:nvSpPr>
                <p:cNvPr id="175" name="Text 3">
                  <a:extLst>
                    <a:ext uri="{FF2B5EF4-FFF2-40B4-BE49-F238E27FC236}">
                      <a16:creationId xmlns:a16="http://schemas.microsoft.com/office/drawing/2014/main" id="{9896D477-2252-857A-0DAD-214595843885}"/>
                    </a:ext>
                  </a:extLst>
                </p:cNvPr>
                <p:cNvSpPr/>
                <p:nvPr/>
              </p:nvSpPr>
              <p:spPr>
                <a:xfrm>
                  <a:off x="4944382" y="316656"/>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grpSp>
              <p:nvGrpSpPr>
                <p:cNvPr id="176" name="グループ化 175">
                  <a:extLst>
                    <a:ext uri="{FF2B5EF4-FFF2-40B4-BE49-F238E27FC236}">
                      <a16:creationId xmlns:a16="http://schemas.microsoft.com/office/drawing/2014/main" id="{CB338BB9-A188-1199-FE2A-C113BE8189C2}"/>
                    </a:ext>
                  </a:extLst>
                </p:cNvPr>
                <p:cNvGrpSpPr/>
                <p:nvPr/>
              </p:nvGrpSpPr>
              <p:grpSpPr>
                <a:xfrm>
                  <a:off x="5614037" y="187814"/>
                  <a:ext cx="1962999" cy="536724"/>
                  <a:chOff x="5454549" y="493861"/>
                  <a:chExt cx="1962999" cy="536724"/>
                </a:xfrm>
              </p:grpSpPr>
              <p:pic>
                <p:nvPicPr>
                  <p:cNvPr id="177" name="図 176">
                    <a:extLst>
                      <a:ext uri="{FF2B5EF4-FFF2-40B4-BE49-F238E27FC236}">
                        <a16:creationId xmlns:a16="http://schemas.microsoft.com/office/drawing/2014/main" id="{79A543DC-D96A-C2AB-990C-2D55A4363D0A}"/>
                      </a:ext>
                    </a:extLst>
                  </p:cNvPr>
                  <p:cNvPicPr>
                    <a:picLocks noChangeAspect="1"/>
                  </p:cNvPicPr>
                  <p:nvPr/>
                </p:nvPicPr>
                <p:blipFill>
                  <a:blip r:embed="rId4"/>
                  <a:stretch>
                    <a:fillRect/>
                  </a:stretch>
                </p:blipFill>
                <p:spPr>
                  <a:xfrm>
                    <a:off x="6474459" y="496062"/>
                    <a:ext cx="441643" cy="533017"/>
                  </a:xfrm>
                  <a:prstGeom prst="rect">
                    <a:avLst/>
                  </a:prstGeom>
                </p:spPr>
              </p:pic>
              <p:pic>
                <p:nvPicPr>
                  <p:cNvPr id="178" name="図 177">
                    <a:extLst>
                      <a:ext uri="{FF2B5EF4-FFF2-40B4-BE49-F238E27FC236}">
                        <a16:creationId xmlns:a16="http://schemas.microsoft.com/office/drawing/2014/main" id="{5F269A3C-08A3-7F34-87F5-83D28560ECB0}"/>
                      </a:ext>
                    </a:extLst>
                  </p:cNvPr>
                  <p:cNvPicPr>
                    <a:picLocks noChangeAspect="1"/>
                  </p:cNvPicPr>
                  <p:nvPr/>
                </p:nvPicPr>
                <p:blipFill>
                  <a:blip r:embed="rId5"/>
                  <a:stretch>
                    <a:fillRect/>
                  </a:stretch>
                </p:blipFill>
                <p:spPr>
                  <a:xfrm>
                    <a:off x="5454549" y="493861"/>
                    <a:ext cx="441643" cy="533017"/>
                  </a:xfrm>
                  <a:prstGeom prst="rect">
                    <a:avLst/>
                  </a:prstGeom>
                </p:spPr>
              </p:pic>
              <p:pic>
                <p:nvPicPr>
                  <p:cNvPr id="179" name="図 178">
                    <a:extLst>
                      <a:ext uri="{FF2B5EF4-FFF2-40B4-BE49-F238E27FC236}">
                        <a16:creationId xmlns:a16="http://schemas.microsoft.com/office/drawing/2014/main" id="{EF90C03B-EB0E-97CF-4FF7-DE12786C8939}"/>
                      </a:ext>
                    </a:extLst>
                  </p:cNvPr>
                  <p:cNvPicPr>
                    <a:picLocks noChangeAspect="1"/>
                  </p:cNvPicPr>
                  <p:nvPr/>
                </p:nvPicPr>
                <p:blipFill>
                  <a:blip r:embed="rId6"/>
                  <a:stretch>
                    <a:fillRect/>
                  </a:stretch>
                </p:blipFill>
                <p:spPr>
                  <a:xfrm>
                    <a:off x="6975905" y="497568"/>
                    <a:ext cx="441643" cy="533017"/>
                  </a:xfrm>
                  <a:prstGeom prst="rect">
                    <a:avLst/>
                  </a:prstGeom>
                </p:spPr>
              </p:pic>
              <p:pic>
                <p:nvPicPr>
                  <p:cNvPr id="180" name="図 179">
                    <a:extLst>
                      <a:ext uri="{FF2B5EF4-FFF2-40B4-BE49-F238E27FC236}">
                        <a16:creationId xmlns:a16="http://schemas.microsoft.com/office/drawing/2014/main" id="{D7E41A79-9D08-84D7-40B2-1747E4D6760F}"/>
                      </a:ext>
                    </a:extLst>
                  </p:cNvPr>
                  <p:cNvPicPr>
                    <a:picLocks noChangeAspect="1"/>
                  </p:cNvPicPr>
                  <p:nvPr/>
                </p:nvPicPr>
                <p:blipFill>
                  <a:blip r:embed="rId5"/>
                  <a:stretch>
                    <a:fillRect/>
                  </a:stretch>
                </p:blipFill>
                <p:spPr>
                  <a:xfrm>
                    <a:off x="5955092" y="493861"/>
                    <a:ext cx="441643" cy="533017"/>
                  </a:xfrm>
                  <a:prstGeom prst="rect">
                    <a:avLst/>
                  </a:prstGeom>
                </p:spPr>
              </p:pic>
            </p:grpSp>
          </p:grpSp>
          <p:grpSp>
            <p:nvGrpSpPr>
              <p:cNvPr id="161" name="グループ化 160">
                <a:extLst>
                  <a:ext uri="{FF2B5EF4-FFF2-40B4-BE49-F238E27FC236}">
                    <a16:creationId xmlns:a16="http://schemas.microsoft.com/office/drawing/2014/main" id="{91362F40-E902-E7C3-E954-8A8F1397E237}"/>
                  </a:ext>
                </a:extLst>
              </p:cNvPr>
              <p:cNvGrpSpPr/>
              <p:nvPr/>
            </p:nvGrpSpPr>
            <p:grpSpPr>
              <a:xfrm>
                <a:off x="3838483" y="4097869"/>
                <a:ext cx="7267572" cy="1105626"/>
                <a:chOff x="3837277" y="102143"/>
                <a:chExt cx="7267572" cy="1105626"/>
              </a:xfrm>
            </p:grpSpPr>
            <p:grpSp>
              <p:nvGrpSpPr>
                <p:cNvPr id="166" name="グループ化 165">
                  <a:extLst>
                    <a:ext uri="{FF2B5EF4-FFF2-40B4-BE49-F238E27FC236}">
                      <a16:creationId xmlns:a16="http://schemas.microsoft.com/office/drawing/2014/main" id="{621DF4B5-CE1C-9391-2F53-D9C0090DA8E6}"/>
                    </a:ext>
                  </a:extLst>
                </p:cNvPr>
                <p:cNvGrpSpPr/>
                <p:nvPr/>
              </p:nvGrpSpPr>
              <p:grpSpPr>
                <a:xfrm>
                  <a:off x="3837277" y="102143"/>
                  <a:ext cx="7267572" cy="1105626"/>
                  <a:chOff x="3837277" y="102143"/>
                  <a:chExt cx="7267572" cy="1105626"/>
                </a:xfrm>
              </p:grpSpPr>
              <p:sp>
                <p:nvSpPr>
                  <p:cNvPr id="168" name="Text 3">
                    <a:extLst>
                      <a:ext uri="{FF2B5EF4-FFF2-40B4-BE49-F238E27FC236}">
                        <a16:creationId xmlns:a16="http://schemas.microsoft.com/office/drawing/2014/main" id="{98866221-DFB2-FFBA-30E5-ECA4E11300B7}"/>
                      </a:ext>
                    </a:extLst>
                  </p:cNvPr>
                  <p:cNvSpPr/>
                  <p:nvPr/>
                </p:nvSpPr>
                <p:spPr>
                  <a:xfrm>
                    <a:off x="8381482" y="249271"/>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err="1">
                        <a:solidFill>
                          <a:srgbClr val="0A0028"/>
                        </a:solidFill>
                        <a:latin typeface="Noto Sans JP" pitchFamily="34" charset="0"/>
                        <a:ea typeface="Noto Sans JP" pitchFamily="34" charset="-122"/>
                        <a:cs typeface="Noto Sans JP" pitchFamily="34" charset="-120"/>
                      </a:rPr>
                      <a:t>Bの手札</a:t>
                    </a:r>
                    <a:endParaRPr lang="en-US" sz="1300" dirty="0"/>
                  </a:p>
                </p:txBody>
              </p:sp>
              <p:grpSp>
                <p:nvGrpSpPr>
                  <p:cNvPr id="169" name="グループ化 168">
                    <a:extLst>
                      <a:ext uri="{FF2B5EF4-FFF2-40B4-BE49-F238E27FC236}">
                        <a16:creationId xmlns:a16="http://schemas.microsoft.com/office/drawing/2014/main" id="{2A7F68BB-BB22-3059-5D69-B523A12D3F0D}"/>
                      </a:ext>
                    </a:extLst>
                  </p:cNvPr>
                  <p:cNvGrpSpPr/>
                  <p:nvPr/>
                </p:nvGrpSpPr>
                <p:grpSpPr>
                  <a:xfrm>
                    <a:off x="3837277" y="102143"/>
                    <a:ext cx="7267572" cy="1105626"/>
                    <a:chOff x="3039835" y="768892"/>
                    <a:chExt cx="7267572" cy="1105626"/>
                  </a:xfrm>
                </p:grpSpPr>
                <p:grpSp>
                  <p:nvGrpSpPr>
                    <p:cNvPr id="170" name="グループ化 169">
                      <a:extLst>
                        <a:ext uri="{FF2B5EF4-FFF2-40B4-BE49-F238E27FC236}">
                          <a16:creationId xmlns:a16="http://schemas.microsoft.com/office/drawing/2014/main" id="{23EFFA4D-FB55-57EC-7715-A27505CBBDF3}"/>
                        </a:ext>
                      </a:extLst>
                    </p:cNvPr>
                    <p:cNvGrpSpPr/>
                    <p:nvPr/>
                  </p:nvGrpSpPr>
                  <p:grpSpPr>
                    <a:xfrm>
                      <a:off x="8328303" y="768892"/>
                      <a:ext cx="1979104" cy="548189"/>
                      <a:chOff x="8328303" y="-166297"/>
                      <a:chExt cx="1979104" cy="548189"/>
                    </a:xfrm>
                  </p:grpSpPr>
                  <p:pic>
                    <p:nvPicPr>
                      <p:cNvPr id="172" name="図 171">
                        <a:extLst>
                          <a:ext uri="{FF2B5EF4-FFF2-40B4-BE49-F238E27FC236}">
                            <a16:creationId xmlns:a16="http://schemas.microsoft.com/office/drawing/2014/main" id="{EDDC1F7B-9749-E6A3-84FF-D4EE2B6476A3}"/>
                          </a:ext>
                        </a:extLst>
                      </p:cNvPr>
                      <p:cNvPicPr>
                        <a:picLocks noChangeAspect="1"/>
                      </p:cNvPicPr>
                      <p:nvPr/>
                    </p:nvPicPr>
                    <p:blipFill>
                      <a:blip r:embed="rId4"/>
                      <a:stretch>
                        <a:fillRect/>
                      </a:stretch>
                    </p:blipFill>
                    <p:spPr>
                      <a:xfrm>
                        <a:off x="8827579" y="-151125"/>
                        <a:ext cx="441643" cy="533017"/>
                      </a:xfrm>
                      <a:prstGeom prst="rect">
                        <a:avLst/>
                      </a:prstGeom>
                    </p:spPr>
                  </p:pic>
                  <p:pic>
                    <p:nvPicPr>
                      <p:cNvPr id="173" name="図 172">
                        <a:extLst>
                          <a:ext uri="{FF2B5EF4-FFF2-40B4-BE49-F238E27FC236}">
                            <a16:creationId xmlns:a16="http://schemas.microsoft.com/office/drawing/2014/main" id="{6859897E-C004-E810-A714-ED5ECEA0EB33}"/>
                          </a:ext>
                        </a:extLst>
                      </p:cNvPr>
                      <p:cNvPicPr>
                        <a:picLocks noChangeAspect="1"/>
                      </p:cNvPicPr>
                      <p:nvPr/>
                    </p:nvPicPr>
                    <p:blipFill>
                      <a:blip r:embed="rId5"/>
                      <a:stretch>
                        <a:fillRect/>
                      </a:stretch>
                    </p:blipFill>
                    <p:spPr>
                      <a:xfrm>
                        <a:off x="8328303" y="-155575"/>
                        <a:ext cx="441643" cy="533017"/>
                      </a:xfrm>
                      <a:prstGeom prst="rect">
                        <a:avLst/>
                      </a:prstGeom>
                    </p:spPr>
                  </p:pic>
                  <p:pic>
                    <p:nvPicPr>
                      <p:cNvPr id="174" name="図 173">
                        <a:extLst>
                          <a:ext uri="{FF2B5EF4-FFF2-40B4-BE49-F238E27FC236}">
                            <a16:creationId xmlns:a16="http://schemas.microsoft.com/office/drawing/2014/main" id="{8676FE8A-8AB2-465B-85BD-0D7C61C6B727}"/>
                          </a:ext>
                        </a:extLst>
                      </p:cNvPr>
                      <p:cNvPicPr>
                        <a:picLocks noChangeAspect="1"/>
                      </p:cNvPicPr>
                      <p:nvPr/>
                    </p:nvPicPr>
                    <p:blipFill>
                      <a:blip r:embed="rId6"/>
                      <a:stretch>
                        <a:fillRect/>
                      </a:stretch>
                    </p:blipFill>
                    <p:spPr>
                      <a:xfrm>
                        <a:off x="9865764" y="-166297"/>
                        <a:ext cx="441643" cy="533017"/>
                      </a:xfrm>
                      <a:prstGeom prst="rect">
                        <a:avLst/>
                      </a:prstGeom>
                    </p:spPr>
                  </p:pic>
                </p:grpSp>
                <p:pic>
                  <p:nvPicPr>
                    <p:cNvPr id="171" name="図 170">
                      <a:extLst>
                        <a:ext uri="{FF2B5EF4-FFF2-40B4-BE49-F238E27FC236}">
                          <a16:creationId xmlns:a16="http://schemas.microsoft.com/office/drawing/2014/main" id="{5C18FC35-9FC6-AD7A-81EC-FE40CCBB9ED3}"/>
                        </a:ext>
                      </a:extLst>
                    </p:cNvPr>
                    <p:cNvPicPr>
                      <a:picLocks noChangeAspect="1"/>
                    </p:cNvPicPr>
                    <p:nvPr/>
                  </p:nvPicPr>
                  <p:blipFill>
                    <a:blip r:embed="rId6"/>
                    <a:stretch>
                      <a:fillRect/>
                    </a:stretch>
                  </p:blipFill>
                  <p:spPr>
                    <a:xfrm rot="5400000">
                      <a:off x="3085522" y="1387188"/>
                      <a:ext cx="441643" cy="533017"/>
                    </a:xfrm>
                    <a:prstGeom prst="rect">
                      <a:avLst/>
                    </a:prstGeom>
                  </p:spPr>
                </p:pic>
              </p:grpSp>
            </p:grpSp>
            <p:pic>
              <p:nvPicPr>
                <p:cNvPr id="167" name="図 166">
                  <a:extLst>
                    <a:ext uri="{FF2B5EF4-FFF2-40B4-BE49-F238E27FC236}">
                      <a16:creationId xmlns:a16="http://schemas.microsoft.com/office/drawing/2014/main" id="{CC560BCC-875D-6C01-6336-9078AFC1B783}"/>
                    </a:ext>
                  </a:extLst>
                </p:cNvPr>
                <p:cNvPicPr>
                  <a:picLocks noChangeAspect="1"/>
                </p:cNvPicPr>
                <p:nvPr/>
              </p:nvPicPr>
              <p:blipFill>
                <a:blip r:embed="rId4"/>
                <a:stretch>
                  <a:fillRect/>
                </a:stretch>
              </p:blipFill>
              <p:spPr>
                <a:xfrm>
                  <a:off x="10141736" y="111556"/>
                  <a:ext cx="441643" cy="533017"/>
                </a:xfrm>
                <a:prstGeom prst="rect">
                  <a:avLst/>
                </a:prstGeom>
              </p:spPr>
            </p:pic>
          </p:grpSp>
          <p:grpSp>
            <p:nvGrpSpPr>
              <p:cNvPr id="163" name="グループ化 162">
                <a:extLst>
                  <a:ext uri="{FF2B5EF4-FFF2-40B4-BE49-F238E27FC236}">
                    <a16:creationId xmlns:a16="http://schemas.microsoft.com/office/drawing/2014/main" id="{75323350-B2BA-CC73-A4AA-E7C6728D4112}"/>
                  </a:ext>
                </a:extLst>
              </p:cNvPr>
              <p:cNvGrpSpPr/>
              <p:nvPr/>
            </p:nvGrpSpPr>
            <p:grpSpPr>
              <a:xfrm>
                <a:off x="1560367" y="4725681"/>
                <a:ext cx="710770" cy="533017"/>
                <a:chOff x="1781188" y="4729499"/>
                <a:chExt cx="710770" cy="533017"/>
              </a:xfrm>
            </p:grpSpPr>
            <p:pic>
              <p:nvPicPr>
                <p:cNvPr id="164" name="図 163">
                  <a:extLst>
                    <a:ext uri="{FF2B5EF4-FFF2-40B4-BE49-F238E27FC236}">
                      <a16:creationId xmlns:a16="http://schemas.microsoft.com/office/drawing/2014/main" id="{6327FBAA-A62C-D013-9DB0-792CB8BBBD79}"/>
                    </a:ext>
                  </a:extLst>
                </p:cNvPr>
                <p:cNvPicPr>
                  <a:picLocks noChangeAspect="1"/>
                </p:cNvPicPr>
                <p:nvPr/>
              </p:nvPicPr>
              <p:blipFill>
                <a:blip r:embed="rId3">
                  <a:alphaModFix amt="50000"/>
                </a:blip>
                <a:stretch>
                  <a:fillRect/>
                </a:stretch>
              </p:blipFill>
              <p:spPr>
                <a:xfrm>
                  <a:off x="1811042" y="4729499"/>
                  <a:ext cx="441643" cy="533017"/>
                </a:xfrm>
                <a:prstGeom prst="rect">
                  <a:avLst/>
                </a:prstGeom>
              </p:spPr>
            </p:pic>
            <p:sp>
              <p:nvSpPr>
                <p:cNvPr id="165" name="Text 1">
                  <a:extLst>
                    <a:ext uri="{FF2B5EF4-FFF2-40B4-BE49-F238E27FC236}">
                      <a16:creationId xmlns:a16="http://schemas.microsoft.com/office/drawing/2014/main" id="{BFAFE9BF-BD83-0A03-C518-8947502FA69E}"/>
                    </a:ext>
                  </a:extLst>
                </p:cNvPr>
                <p:cNvSpPr txBox="1">
                  <a:spLocks/>
                </p:cNvSpPr>
                <p:nvPr/>
              </p:nvSpPr>
              <p:spPr>
                <a:xfrm>
                  <a:off x="1781188" y="4749083"/>
                  <a:ext cx="710770" cy="411202"/>
                </a:xfrm>
                <a:prstGeom prst="rect">
                  <a:avLst/>
                </a:prstGeom>
                <a:noFill/>
                <a:ln/>
              </p:spPr>
              <p:txBody>
                <a:bodyPr wrap="square" lIns="0" tIns="0" rIns="0" bIns="0" rtlCol="0" anchor="t">
                  <a:normAutofit/>
                </a:bodyPr>
                <a:lstStyle>
                  <a:lvl1pPr marL="0" indent="0" algn="l" defTabSz="914400" rtl="0" eaLnBrk="1" latinLnBrk="0" hangingPunct="1">
                    <a:lnSpc>
                      <a:spcPct val="115000"/>
                    </a:lnSpc>
                    <a:spcBef>
                      <a:spcPct val="0"/>
                    </a:spcBef>
                    <a:buNone/>
                    <a:defRPr lang="en-US" sz="3200" kern="1200" dirty="0">
                      <a:solidFill>
                        <a:srgbClr val="0A0028"/>
                      </a:solidFill>
                      <a:latin typeface="Noto Sans JP" pitchFamily="34" charset="0"/>
                      <a:ea typeface="Noto Sans JP" pitchFamily="34" charset="-122"/>
                      <a:cs typeface="Noto Sans JP" pitchFamily="34" charset="-120"/>
                    </a:defRPr>
                  </a:lvl1pPr>
                </a:lstStyle>
                <a:p>
                  <a:pPr>
                    <a:lnSpc>
                      <a:spcPts val="3520"/>
                    </a:lnSpc>
                  </a:pPr>
                  <a:r>
                    <a:rPr lang="ja-JP" altLang="en-US" sz="2000" b="1" dirty="0"/>
                    <a:t>反撃</a:t>
                  </a:r>
                  <a:endParaRPr lang="ja-JP" altLang="en-US" sz="2000" dirty="0"/>
                </a:p>
              </p:txBody>
            </p:sp>
          </p:grpSp>
        </p:grpSp>
        <p:sp>
          <p:nvSpPr>
            <p:cNvPr id="190" name="Text 7">
              <a:extLst>
                <a:ext uri="{FF2B5EF4-FFF2-40B4-BE49-F238E27FC236}">
                  <a16:creationId xmlns:a16="http://schemas.microsoft.com/office/drawing/2014/main" id="{CD438CE2-0EA2-C04F-FC0A-1BC30EB4E4E6}"/>
                </a:ext>
              </a:extLst>
            </p:cNvPr>
            <p:cNvSpPr/>
            <p:nvPr/>
          </p:nvSpPr>
          <p:spPr>
            <a:xfrm>
              <a:off x="3073636" y="6263864"/>
              <a:ext cx="2433042" cy="307330"/>
            </a:xfrm>
            <a:prstGeom prst="roundRect">
              <a:avLst>
                <a:gd name="adj" fmla="val 16529"/>
              </a:avLst>
            </a:prstGeom>
            <a:solidFill>
              <a:srgbClr val="E6E0A0"/>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B:ガード(キック×1を横向き)</a:t>
              </a:r>
              <a:endParaRPr lang="en-US" sz="1300" dirty="0"/>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457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34A00"/>
                </a:solidFill>
                <a:latin typeface="Noto Sans JP" pitchFamily="34" charset="0"/>
                <a:ea typeface="Noto Sans JP" pitchFamily="34" charset="-122"/>
                <a:cs typeface="Noto Sans JP" pitchFamily="34" charset="-120"/>
              </a:rPr>
              <a:t>SAMPLE PLAY 6</a:t>
            </a:r>
            <a:endParaRPr lang="en-US" sz="1200" dirty="0"/>
          </a:p>
        </p:txBody>
      </p:sp>
      <p:sp>
        <p:nvSpPr>
          <p:cNvPr id="3" name="Text 1"/>
          <p:cNvSpPr>
            <a:spLocks noGrp="1"/>
          </p:cNvSpPr>
          <p:nvPr>
            <p:ph type="title"/>
          </p:nvPr>
        </p:nvSpPr>
        <p:spPr>
          <a:xfrm>
            <a:off x="812800" y="7975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A0028"/>
                </a:solidFill>
                <a:latin typeface="Noto Sans JP" pitchFamily="34" charset="0"/>
                <a:ea typeface="Noto Sans JP" pitchFamily="34" charset="-122"/>
                <a:cs typeface="Noto Sans JP" pitchFamily="34" charset="-120"/>
              </a:rPr>
              <a:t>例6:盾と二刀流</a:t>
            </a:r>
            <a:endParaRPr lang="en-US" sz="3000" dirty="0"/>
          </a:p>
        </p:txBody>
      </p:sp>
      <p:sp>
        <p:nvSpPr>
          <p:cNvPr id="4" name="Shape 2"/>
          <p:cNvSpPr/>
          <p:nvPr/>
        </p:nvSpPr>
        <p:spPr>
          <a:xfrm>
            <a:off x="819150" y="1349970"/>
            <a:ext cx="10553700" cy="2685951"/>
          </a:xfrm>
          <a:prstGeom prst="roundRect">
            <a:avLst>
              <a:gd name="adj" fmla="val 3546"/>
            </a:avLst>
          </a:prstGeom>
          <a:solidFill>
            <a:srgbClr val="FFFFFF"/>
          </a:solidFill>
          <a:ln w="12700">
            <a:solidFill>
              <a:srgbClr val="0A0028"/>
            </a:solidFill>
            <a:prstDash val="solid"/>
          </a:ln>
        </p:spPr>
        <p:txBody>
          <a:bodyPr/>
          <a:lstStyle/>
          <a:p>
            <a:endParaRPr lang="ja-JP" altLang="en-US"/>
          </a:p>
        </p:txBody>
      </p:sp>
      <p:sp>
        <p:nvSpPr>
          <p:cNvPr id="5" name="Text 3"/>
          <p:cNvSpPr/>
          <p:nvPr/>
        </p:nvSpPr>
        <p:spPr>
          <a:xfrm>
            <a:off x="1028700" y="1508720"/>
            <a:ext cx="10438638"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0028"/>
                </a:solidFill>
                <a:latin typeface="Noto Sans JP" pitchFamily="34" charset="0"/>
                <a:ea typeface="Noto Sans JP" pitchFamily="34" charset="-122"/>
                <a:cs typeface="Noto Sans JP" pitchFamily="34" charset="-120"/>
              </a:rPr>
              <a:t>同じタメ攻撃(振り下ろし×2・ダメージ3)をガードすると</a:t>
            </a:r>
            <a:endParaRPr lang="en-US" sz="1700" dirty="0"/>
          </a:p>
        </p:txBody>
      </p:sp>
      <p:graphicFrame>
        <p:nvGraphicFramePr>
          <p:cNvPr id="6" name="Table 0"/>
          <p:cNvGraphicFramePr>
            <a:graphicFrameLocks noGrp="1"/>
          </p:cNvGraphicFramePr>
          <p:nvPr/>
        </p:nvGraphicFramePr>
        <p:xfrm>
          <a:off x="1041400" y="1856680"/>
          <a:ext cx="10121901" cy="1696640"/>
        </p:xfrm>
        <a:graphic>
          <a:graphicData uri="http://schemas.openxmlformats.org/drawingml/2006/table">
            <a:tbl>
              <a:tblPr/>
              <a:tblGrid>
                <a:gridCol w="3373967">
                  <a:extLst>
                    <a:ext uri="{9D8B030D-6E8A-4147-A177-3AD203B41FA5}">
                      <a16:colId xmlns:a16="http://schemas.microsoft.com/office/drawing/2014/main" val="20000"/>
                    </a:ext>
                  </a:extLst>
                </a:gridCol>
                <a:gridCol w="3373967">
                  <a:extLst>
                    <a:ext uri="{9D8B030D-6E8A-4147-A177-3AD203B41FA5}">
                      <a16:colId xmlns:a16="http://schemas.microsoft.com/office/drawing/2014/main" val="20001"/>
                    </a:ext>
                  </a:extLst>
                </a:gridCol>
                <a:gridCol w="3373967">
                  <a:extLst>
                    <a:ext uri="{9D8B030D-6E8A-4147-A177-3AD203B41FA5}">
                      <a16:colId xmlns:a16="http://schemas.microsoft.com/office/drawing/2014/main" val="20002"/>
                    </a:ext>
                  </a:extLst>
                </a:gridCol>
              </a:tblGrid>
              <a:tr h="424160">
                <a:tc>
                  <a:txBody>
                    <a:bodyPr/>
                    <a:lstStyle/>
                    <a:p>
                      <a:pPr marL="0" indent="0">
                        <a:lnSpc>
                          <a:spcPts val="2240"/>
                        </a:lnSpc>
                        <a:buNone/>
                      </a:pPr>
                      <a:r>
                        <a:rPr lang="en-US" sz="1600" b="1" dirty="0">
                          <a:solidFill>
                            <a:srgbClr val="0A0028"/>
                          </a:solidFill>
                          <a:latin typeface="Noto Sans JP" pitchFamily="34" charset="0"/>
                          <a:ea typeface="Noto Sans JP" pitchFamily="34" charset="-122"/>
                          <a:cs typeface="Noto Sans JP" pitchFamily="34" charset="-120"/>
                        </a:rPr>
                        <a:t>Bの装備</a:t>
                      </a:r>
                      <a:endParaRPr lang="en-US" sz="1600" dirty="0">
                        <a:latin typeface="Noto Sans JP" charset="0"/>
                        <a:ea typeface="Noto Sans JP" charset="0"/>
                        <a:cs typeface="Noto Sans JP" charset="0"/>
                      </a:endParaRPr>
                    </a:p>
                  </a:txBody>
                  <a:tcPr marL="63500" marR="63500" marT="63500" marB="6350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2240"/>
                        </a:lnSpc>
                        <a:buNone/>
                      </a:pPr>
                      <a:r>
                        <a:rPr lang="en-US" sz="1600" b="1" dirty="0">
                          <a:solidFill>
                            <a:srgbClr val="0A0028"/>
                          </a:solidFill>
                          <a:latin typeface="Noto Sans JP" pitchFamily="34" charset="0"/>
                          <a:ea typeface="Noto Sans JP" pitchFamily="34" charset="-122"/>
                          <a:cs typeface="Noto Sans JP" pitchFamily="34" charset="-120"/>
                        </a:rPr>
                        <a:t>使う手札</a:t>
                      </a:r>
                      <a:endParaRPr lang="en-US" sz="1600" dirty="0">
                        <a:latin typeface="Noto Sans JP" charset="0"/>
                        <a:ea typeface="Noto Sans JP" charset="0"/>
                        <a:cs typeface="Noto Sans JP" charset="0"/>
                      </a:endParaRPr>
                    </a:p>
                  </a:txBody>
                  <a:tcPr marL="63500" marR="63500" marT="63500" marB="635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2240"/>
                        </a:lnSpc>
                        <a:buNone/>
                      </a:pPr>
                      <a:r>
                        <a:rPr lang="en-US" sz="1600" b="1" dirty="0">
                          <a:solidFill>
                            <a:srgbClr val="0A0028"/>
                          </a:solidFill>
                          <a:latin typeface="Noto Sans JP" pitchFamily="34" charset="0"/>
                          <a:ea typeface="Noto Sans JP" pitchFamily="34" charset="-122"/>
                          <a:cs typeface="Noto Sans JP" pitchFamily="34" charset="-120"/>
                        </a:rPr>
                        <a:t>盾の耐久</a:t>
                      </a:r>
                      <a:endParaRPr lang="en-US" sz="1600" dirty="0">
                        <a:latin typeface="Noto Sans JP" charset="0"/>
                        <a:ea typeface="Noto Sans JP" charset="0"/>
                        <a:cs typeface="Noto Sans JP" charset="0"/>
                      </a:endParaRPr>
                    </a:p>
                  </a:txBody>
                  <a:tcPr marL="63500" marR="63500" marT="63500" marB="635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424160">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ロングソード(両手)</a:t>
                      </a:r>
                      <a:endParaRPr lang="en-US" sz="1600" dirty="0">
                        <a:latin typeface="Noto Sans JP" charset="0"/>
                        <a:ea typeface="Noto Sans JP" charset="0"/>
                        <a:cs typeface="Noto Sans JP" charset="0"/>
                      </a:endParaRPr>
                    </a:p>
                  </a:txBody>
                  <a:tcPr marL="63500" marR="635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2枚</a:t>
                      </a:r>
                      <a:endParaRPr lang="en-US" sz="1600" dirty="0">
                        <a:latin typeface="Noto Sans JP" charset="0"/>
                        <a:ea typeface="Noto Sans JP" charset="0"/>
                        <a:cs typeface="Noto Sans JP" charset="0"/>
                      </a:endParaRPr>
                    </a:p>
                  </a:txBody>
                  <a:tcPr marL="63500" marR="635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a:t>
                      </a:r>
                      <a:endParaRPr lang="en-US" sz="1600" dirty="0">
                        <a:latin typeface="Noto Sans JP" charset="0"/>
                        <a:ea typeface="Noto Sans JP" charset="0"/>
                        <a:cs typeface="Noto Sans JP" charset="0"/>
                      </a:endParaRPr>
                    </a:p>
                  </a:txBody>
                  <a:tcPr marL="63500" marR="635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424160">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手斧(片手のみ)</a:t>
                      </a:r>
                      <a:endParaRPr lang="en-US" sz="1600" dirty="0">
                        <a:latin typeface="Noto Sans JP" charset="0"/>
                        <a:ea typeface="Noto Sans JP" charset="0"/>
                        <a:cs typeface="Noto Sans JP" charset="0"/>
                      </a:endParaRPr>
                    </a:p>
                  </a:txBody>
                  <a:tcPr marL="63500" marR="635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3枚(+1)</a:t>
                      </a:r>
                      <a:endParaRPr lang="en-US" sz="1600" dirty="0">
                        <a:latin typeface="Noto Sans JP" charset="0"/>
                        <a:ea typeface="Noto Sans JP" charset="0"/>
                        <a:cs typeface="Noto Sans JP" charset="0"/>
                      </a:endParaRPr>
                    </a:p>
                  </a:txBody>
                  <a:tcPr marL="63500" marR="635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a:t>
                      </a:r>
                      <a:endParaRPr lang="en-US" sz="1600" dirty="0">
                        <a:latin typeface="Noto Sans JP" charset="0"/>
                        <a:ea typeface="Noto Sans JP" charset="0"/>
                        <a:cs typeface="Noto Sans JP" charset="0"/>
                      </a:endParaRPr>
                    </a:p>
                  </a:txBody>
                  <a:tcPr marL="63500" marR="635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424160">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手斧+中盾</a:t>
                      </a:r>
                      <a:endParaRPr lang="en-US" sz="1600" dirty="0">
                        <a:latin typeface="Noto Sans JP" charset="0"/>
                        <a:ea typeface="Noto Sans JP" charset="0"/>
                        <a:cs typeface="Noto Sans JP" charset="0"/>
                      </a:endParaRPr>
                    </a:p>
                  </a:txBody>
                  <a:tcPr marL="63500" marR="635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2枚出して1枚を戻す(実質1枚)</a:t>
                      </a:r>
                      <a:endParaRPr lang="en-US" sz="1600" dirty="0">
                        <a:latin typeface="Noto Sans JP" charset="0"/>
                        <a:ea typeface="Noto Sans JP" charset="0"/>
                        <a:cs typeface="Noto Sans JP" charset="0"/>
                      </a:endParaRPr>
                    </a:p>
                  </a:txBody>
                  <a:tcPr marL="63500" marR="635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240"/>
                        </a:lnSpc>
                        <a:buNone/>
                      </a:pPr>
                      <a:r>
                        <a:rPr lang="en-US" sz="1600" dirty="0">
                          <a:solidFill>
                            <a:srgbClr val="0A0028"/>
                          </a:solidFill>
                          <a:latin typeface="Noto Sans JP" pitchFamily="34" charset="0"/>
                          <a:ea typeface="Noto Sans JP" pitchFamily="34" charset="-122"/>
                          <a:cs typeface="Noto Sans JP" pitchFamily="34" charset="-120"/>
                        </a:rPr>
                        <a:t>3 → 1(タメは-2)</a:t>
                      </a:r>
                      <a:endParaRPr lang="en-US" sz="1600" dirty="0">
                        <a:latin typeface="Noto Sans JP" charset="0"/>
                        <a:ea typeface="Noto Sans JP" charset="0"/>
                        <a:cs typeface="Noto Sans JP" charset="0"/>
                      </a:endParaRPr>
                    </a:p>
                  </a:txBody>
                  <a:tcPr marL="63500" marR="635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p:nvPr/>
        </p:nvSpPr>
        <p:spPr>
          <a:xfrm>
            <a:off x="1028700" y="3629521"/>
            <a:ext cx="10438638"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A0028"/>
                </a:solidFill>
                <a:latin typeface="Noto Sans JP" pitchFamily="34" charset="0"/>
                <a:ea typeface="Noto Sans JP" pitchFamily="34" charset="-122"/>
                <a:cs typeface="Noto Sans JP" pitchFamily="34" charset="-120"/>
              </a:rPr>
              <a:t>中盾は、スピードが1下がる(手斧は3 → 2)代わりに、ガードの手札を減らせる。耐久が0になると盾を失う。</a:t>
            </a:r>
            <a:endParaRPr lang="en-US" sz="1300" dirty="0"/>
          </a:p>
        </p:txBody>
      </p:sp>
      <p:sp>
        <p:nvSpPr>
          <p:cNvPr id="8" name="Shape 5"/>
          <p:cNvSpPr/>
          <p:nvPr/>
        </p:nvSpPr>
        <p:spPr>
          <a:xfrm>
            <a:off x="819150" y="4175621"/>
            <a:ext cx="10553700" cy="900410"/>
          </a:xfrm>
          <a:prstGeom prst="roundRect">
            <a:avLst>
              <a:gd name="adj" fmla="val 10579"/>
            </a:avLst>
          </a:prstGeom>
          <a:solidFill>
            <a:srgbClr val="FFFFFF"/>
          </a:solidFill>
          <a:ln w="12700">
            <a:solidFill>
              <a:srgbClr val="0A0028"/>
            </a:solidFill>
            <a:prstDash val="solid"/>
          </a:ln>
        </p:spPr>
        <p:txBody>
          <a:bodyPr/>
          <a:lstStyle/>
          <a:p>
            <a:endParaRPr lang="ja-JP" altLang="en-US"/>
          </a:p>
        </p:txBody>
      </p:sp>
      <p:sp>
        <p:nvSpPr>
          <p:cNvPr id="9" name="Text 6"/>
          <p:cNvSpPr/>
          <p:nvPr/>
        </p:nvSpPr>
        <p:spPr>
          <a:xfrm>
            <a:off x="1028700" y="4334371"/>
            <a:ext cx="10438638"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0028"/>
                </a:solidFill>
                <a:latin typeface="Noto Sans JP" pitchFamily="34" charset="0"/>
                <a:ea typeface="Noto Sans JP" pitchFamily="34" charset="-122"/>
                <a:cs typeface="Noto Sans JP" pitchFamily="34" charset="-120"/>
              </a:rPr>
              <a:t>二刀流(ターン開始時に選ぶ。ダメージ2倍・スピード半減、端数切り上げ)</a:t>
            </a:r>
            <a:endParaRPr lang="en-US" sz="1700" dirty="0"/>
          </a:p>
        </p:txBody>
      </p:sp>
      <p:sp>
        <p:nvSpPr>
          <p:cNvPr id="10" name="Text 7"/>
          <p:cNvSpPr/>
          <p:nvPr/>
        </p:nvSpPr>
        <p:spPr>
          <a:xfrm>
            <a:off x="1028700" y="4669631"/>
            <a:ext cx="10438638"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A0028"/>
                </a:solidFill>
                <a:latin typeface="Noto Sans JP" pitchFamily="34" charset="0"/>
                <a:ea typeface="Noto Sans JP" pitchFamily="34" charset="-122"/>
                <a:cs typeface="Noto Sans JP" pitchFamily="34" charset="-120"/>
              </a:rPr>
              <a:t>手斧×2:刺突2・振り下ろし6・スイング4、スピード3 → 2。ナイフ×2:すべて2、スピード6 → 3。</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457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34A00"/>
                </a:solidFill>
                <a:latin typeface="Noto Sans JP" pitchFamily="34" charset="0"/>
                <a:ea typeface="Noto Sans JP" pitchFamily="34" charset="-122"/>
                <a:cs typeface="Noto Sans JP" pitchFamily="34" charset="-120"/>
              </a:rPr>
              <a:t>SAMPLE PLAY 7</a:t>
            </a:r>
            <a:endParaRPr lang="en-US" sz="1200" dirty="0"/>
          </a:p>
        </p:txBody>
      </p:sp>
      <p:sp>
        <p:nvSpPr>
          <p:cNvPr id="3" name="Text 1"/>
          <p:cNvSpPr>
            <a:spLocks noGrp="1"/>
          </p:cNvSpPr>
          <p:nvPr>
            <p:ph type="title"/>
          </p:nvPr>
        </p:nvSpPr>
        <p:spPr>
          <a:xfrm>
            <a:off x="812800" y="7975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A0028"/>
                </a:solidFill>
                <a:latin typeface="Noto Sans JP" pitchFamily="34" charset="0"/>
                <a:ea typeface="Noto Sans JP" pitchFamily="34" charset="-122"/>
                <a:cs typeface="Noto Sans JP" pitchFamily="34" charset="-120"/>
              </a:rPr>
              <a:t>例7:端数ダメージとHPの表向き</a:t>
            </a:r>
            <a:endParaRPr lang="en-US" sz="3000" dirty="0"/>
          </a:p>
        </p:txBody>
      </p:sp>
      <p:sp>
        <p:nvSpPr>
          <p:cNvPr id="4" name="Text 2"/>
          <p:cNvSpPr/>
          <p:nvPr/>
        </p:nvSpPr>
        <p:spPr>
          <a:xfrm>
            <a:off x="812800" y="1343620"/>
            <a:ext cx="10883392" cy="520700"/>
          </a:xfrm>
          <a:prstGeom prst="rect">
            <a:avLst/>
          </a:prstGeom>
          <a:noFill/>
          <a:ln/>
        </p:spPr>
        <p:txBody>
          <a:bodyPr wrap="square" lIns="0" tIns="0" rIns="0" bIns="0" rtlCol="0" anchor="t">
            <a:normAutofit/>
          </a:bodyPr>
          <a:lstStyle/>
          <a:p>
            <a:pPr marL="0" indent="0" algn="l">
              <a:lnSpc>
                <a:spcPts val="1950"/>
              </a:lnSpc>
              <a:buNone/>
            </a:pPr>
            <a:r>
              <a:rPr lang="en-US" sz="1300" dirty="0" err="1">
                <a:solidFill>
                  <a:srgbClr val="0A0028"/>
                </a:solidFill>
                <a:latin typeface="Noto Sans JP" pitchFamily="34" charset="0"/>
                <a:ea typeface="Noto Sans JP" pitchFamily="34" charset="-122"/>
                <a:cs typeface="Noto Sans JP" pitchFamily="34" charset="-120"/>
              </a:rPr>
              <a:t>Aは</a:t>
            </a:r>
            <a:r>
              <a:rPr lang="ja-JP" altLang="en-US" sz="1300" dirty="0">
                <a:solidFill>
                  <a:srgbClr val="0A0028"/>
                </a:solidFill>
                <a:latin typeface="Noto Sans JP" pitchFamily="34" charset="0"/>
                <a:ea typeface="Noto Sans JP" pitchFamily="34" charset="-122"/>
                <a:cs typeface="Noto Sans JP" pitchFamily="34" charset="-120"/>
              </a:rPr>
              <a:t>攻撃側で</a:t>
            </a:r>
            <a:r>
              <a:rPr lang="en-US" sz="1300" dirty="0" err="1">
                <a:solidFill>
                  <a:srgbClr val="0A0028"/>
                </a:solidFill>
                <a:latin typeface="Noto Sans JP" pitchFamily="34" charset="0"/>
                <a:ea typeface="Noto Sans JP" pitchFamily="34" charset="-122"/>
                <a:cs typeface="Noto Sans JP" pitchFamily="34" charset="-120"/>
              </a:rPr>
              <a:t>レイピア</a:t>
            </a:r>
            <a:r>
              <a:rPr lang="en-US" sz="1300" dirty="0">
                <a:solidFill>
                  <a:srgbClr val="0A0028"/>
                </a:solidFill>
                <a:latin typeface="Noto Sans JP" pitchFamily="34" charset="0"/>
                <a:ea typeface="Noto Sans JP" pitchFamily="34" charset="-122"/>
                <a:cs typeface="Noto Sans JP" pitchFamily="34" charset="-120"/>
              </a:rPr>
              <a:t>(刺突2.5・振り下ろし1・スイング1.5・スピード4)。</a:t>
            </a:r>
          </a:p>
          <a:p>
            <a:pPr>
              <a:lnSpc>
                <a:spcPts val="1950"/>
              </a:lnSpc>
            </a:pPr>
            <a:r>
              <a:rPr lang="en-US" sz="1300" dirty="0">
                <a:solidFill>
                  <a:srgbClr val="0A0028"/>
                </a:solidFill>
                <a:latin typeface="Noto Sans JP" pitchFamily="34" charset="0"/>
                <a:ea typeface="Noto Sans JP" pitchFamily="34" charset="-122"/>
                <a:cs typeface="Noto Sans JP" pitchFamily="34" charset="-120"/>
              </a:rPr>
              <a:t>A</a:t>
            </a:r>
            <a:r>
              <a:rPr lang="ja-JP" altLang="en-US" sz="1300" dirty="0">
                <a:solidFill>
                  <a:srgbClr val="0A0028"/>
                </a:solidFill>
                <a:latin typeface="Noto Sans JP" pitchFamily="34" charset="0"/>
                <a:ea typeface="Noto Sans JP" pitchFamily="34" charset="-122"/>
                <a:cs typeface="Noto Sans JP" pitchFamily="34" charset="-120"/>
              </a:rPr>
              <a:t>の手札が</a:t>
            </a:r>
            <a:r>
              <a:rPr lang="en-US" altLang="ja-JP" sz="1300" dirty="0">
                <a:solidFill>
                  <a:srgbClr val="0A0028"/>
                </a:solidFill>
                <a:latin typeface="Noto Sans JP" pitchFamily="34" charset="0"/>
                <a:ea typeface="Noto Sans JP" pitchFamily="34" charset="-122"/>
                <a:cs typeface="Noto Sans JP" pitchFamily="34" charset="-120"/>
              </a:rPr>
              <a:t>3</a:t>
            </a:r>
            <a:r>
              <a:rPr lang="ja-JP" altLang="en-US" sz="1300" dirty="0">
                <a:solidFill>
                  <a:srgbClr val="0A0028"/>
                </a:solidFill>
                <a:latin typeface="Noto Sans JP" pitchFamily="34" charset="0"/>
                <a:ea typeface="Noto Sans JP" pitchFamily="34" charset="-122"/>
                <a:cs typeface="Noto Sans JP" pitchFamily="34" charset="-120"/>
              </a:rPr>
              <a:t>枚。</a:t>
            </a:r>
            <a:r>
              <a:rPr lang="en-US" altLang="ja-JP" sz="1300" dirty="0">
                <a:solidFill>
                  <a:srgbClr val="0A0028"/>
                </a:solidFill>
                <a:latin typeface="Noto Sans JP" pitchFamily="34" charset="0"/>
                <a:ea typeface="Noto Sans JP" pitchFamily="34" charset="-122"/>
                <a:cs typeface="Noto Sans JP" pitchFamily="34" charset="-120"/>
              </a:rPr>
              <a:t> B</a:t>
            </a:r>
            <a:r>
              <a:rPr lang="ja-JP" altLang="en-US" sz="1300" dirty="0">
                <a:solidFill>
                  <a:srgbClr val="0A0028"/>
                </a:solidFill>
                <a:latin typeface="Noto Sans JP" pitchFamily="34" charset="0"/>
                <a:ea typeface="Noto Sans JP" pitchFamily="34" charset="-122"/>
                <a:cs typeface="Noto Sans JP" pitchFamily="34" charset="-120"/>
              </a:rPr>
              <a:t>は</a:t>
            </a:r>
            <a:r>
              <a:rPr lang="en-US" sz="1300" dirty="0" err="1">
                <a:solidFill>
                  <a:srgbClr val="0A0028"/>
                </a:solidFill>
                <a:latin typeface="Noto Sans JP" pitchFamily="34" charset="0"/>
                <a:ea typeface="Noto Sans JP" pitchFamily="34" charset="-122"/>
                <a:cs typeface="Noto Sans JP" pitchFamily="34" charset="-120"/>
              </a:rPr>
              <a:t>手札</a:t>
            </a:r>
            <a:r>
              <a:rPr lang="ja-JP" altLang="en-US" sz="1300" dirty="0">
                <a:solidFill>
                  <a:srgbClr val="0A0028"/>
                </a:solidFill>
                <a:latin typeface="Noto Sans JP" pitchFamily="34" charset="0"/>
                <a:ea typeface="Noto Sans JP" pitchFamily="34" charset="-122"/>
                <a:cs typeface="Noto Sans JP" pitchFamily="34" charset="-120"/>
              </a:rPr>
              <a:t>が</a:t>
            </a:r>
            <a:r>
              <a:rPr lang="en-US" sz="1300" dirty="0">
                <a:solidFill>
                  <a:srgbClr val="0A0028"/>
                </a:solidFill>
                <a:latin typeface="Noto Sans JP" pitchFamily="34" charset="0"/>
                <a:ea typeface="Noto Sans JP" pitchFamily="34" charset="-122"/>
                <a:cs typeface="Noto Sans JP" pitchFamily="34" charset="-120"/>
              </a:rPr>
              <a:t>3枚</a:t>
            </a:r>
            <a:r>
              <a:rPr lang="ja-JP" altLang="en-US" sz="1300" dirty="0">
                <a:solidFill>
                  <a:srgbClr val="0A0028"/>
                </a:solidFill>
                <a:latin typeface="Noto Sans JP" pitchFamily="34" charset="0"/>
                <a:ea typeface="Noto Sans JP" pitchFamily="34" charset="-122"/>
                <a:cs typeface="Noto Sans JP" pitchFamily="34" charset="-120"/>
              </a:rPr>
              <a:t>の状態でダメージを受けてしまった</a:t>
            </a:r>
            <a:r>
              <a:rPr lang="en-US" sz="1300" dirty="0">
                <a:solidFill>
                  <a:srgbClr val="0A0028"/>
                </a:solidFill>
                <a:latin typeface="Noto Sans JP" pitchFamily="34" charset="0"/>
                <a:ea typeface="Noto Sans JP" pitchFamily="34" charset="-122"/>
                <a:cs typeface="Noto Sans JP" pitchFamily="34" charset="-120"/>
              </a:rPr>
              <a:t>。</a:t>
            </a:r>
            <a:endParaRPr lang="en-US" sz="1300" dirty="0"/>
          </a:p>
        </p:txBody>
      </p:sp>
      <p:grpSp>
        <p:nvGrpSpPr>
          <p:cNvPr id="43" name="グループ化 42">
            <a:extLst>
              <a:ext uri="{FF2B5EF4-FFF2-40B4-BE49-F238E27FC236}">
                <a16:creationId xmlns:a16="http://schemas.microsoft.com/office/drawing/2014/main" id="{3898AF26-1803-74CE-F108-611A037C1407}"/>
              </a:ext>
            </a:extLst>
          </p:cNvPr>
          <p:cNvGrpSpPr/>
          <p:nvPr/>
        </p:nvGrpSpPr>
        <p:grpSpPr>
          <a:xfrm>
            <a:off x="819150" y="1972270"/>
            <a:ext cx="10670906" cy="1289404"/>
            <a:chOff x="819150" y="1972270"/>
            <a:chExt cx="10670906" cy="1289404"/>
          </a:xfrm>
        </p:grpSpPr>
        <p:sp>
          <p:nvSpPr>
            <p:cNvPr id="5" name="Shape 3"/>
            <p:cNvSpPr/>
            <p:nvPr/>
          </p:nvSpPr>
          <p:spPr>
            <a:xfrm>
              <a:off x="819150" y="1972270"/>
              <a:ext cx="10553700" cy="1289404"/>
            </a:xfrm>
            <a:prstGeom prst="roundRect">
              <a:avLst>
                <a:gd name="adj" fmla="val 10579"/>
              </a:avLst>
            </a:prstGeom>
            <a:solidFill>
              <a:srgbClr val="FFFFFF"/>
            </a:solidFill>
            <a:ln w="12700">
              <a:solidFill>
                <a:srgbClr val="0A0028"/>
              </a:solidFill>
              <a:prstDash val="solid"/>
            </a:ln>
          </p:spPr>
          <p:txBody>
            <a:bodyPr/>
            <a:lstStyle/>
            <a:p>
              <a:endParaRPr lang="ja-JP" altLang="en-US"/>
            </a:p>
          </p:txBody>
        </p:sp>
        <p:sp>
          <p:nvSpPr>
            <p:cNvPr id="6" name="Text 4"/>
            <p:cNvSpPr/>
            <p:nvPr/>
          </p:nvSpPr>
          <p:spPr>
            <a:xfrm>
              <a:off x="1028700" y="2131020"/>
              <a:ext cx="10438638"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0028"/>
                  </a:solidFill>
                  <a:latin typeface="Noto Sans JP" pitchFamily="34" charset="0"/>
                  <a:ea typeface="Noto Sans JP" pitchFamily="34" charset="-122"/>
                  <a:cs typeface="Noto Sans JP" pitchFamily="34" charset="-120"/>
                </a:rPr>
                <a:t>① 刺突(2.5)が通る</a:t>
              </a:r>
              <a:endParaRPr lang="en-US" sz="1700" dirty="0"/>
            </a:p>
          </p:txBody>
        </p:sp>
        <p:sp>
          <p:nvSpPr>
            <p:cNvPr id="7" name="Text 5"/>
            <p:cNvSpPr/>
            <p:nvPr/>
          </p:nvSpPr>
          <p:spPr>
            <a:xfrm>
              <a:off x="1051418" y="2945560"/>
              <a:ext cx="10438638"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A0028"/>
                  </a:solidFill>
                  <a:latin typeface="Noto Sans JP" pitchFamily="34" charset="0"/>
                  <a:ea typeface="Noto Sans JP" pitchFamily="34" charset="-122"/>
                  <a:cs typeface="Noto Sans JP" pitchFamily="34" charset="-120"/>
                </a:rPr>
                <a:t>2ダメージ=手札2枚、0.5ダメージ=手札1枚で、合計3枚。Aが伏せたまま選んで捨てさせ、Bの手札は0枚になる。HPは無傷。</a:t>
              </a:r>
              <a:endParaRPr lang="en-US" sz="1300" dirty="0"/>
            </a:p>
          </p:txBody>
        </p:sp>
      </p:grpSp>
      <p:grpSp>
        <p:nvGrpSpPr>
          <p:cNvPr id="42" name="グループ化 41">
            <a:extLst>
              <a:ext uri="{FF2B5EF4-FFF2-40B4-BE49-F238E27FC236}">
                <a16:creationId xmlns:a16="http://schemas.microsoft.com/office/drawing/2014/main" id="{4321333A-7CA9-B977-60F7-7C8CB863B776}"/>
              </a:ext>
            </a:extLst>
          </p:cNvPr>
          <p:cNvGrpSpPr/>
          <p:nvPr/>
        </p:nvGrpSpPr>
        <p:grpSpPr>
          <a:xfrm>
            <a:off x="812800" y="3369623"/>
            <a:ext cx="10654538" cy="1310581"/>
            <a:chOff x="819150" y="3012379"/>
            <a:chExt cx="10654538" cy="1310581"/>
          </a:xfrm>
        </p:grpSpPr>
        <p:sp>
          <p:nvSpPr>
            <p:cNvPr id="8" name="Shape 6"/>
            <p:cNvSpPr/>
            <p:nvPr/>
          </p:nvSpPr>
          <p:spPr>
            <a:xfrm>
              <a:off x="819150" y="3012379"/>
              <a:ext cx="10553700" cy="1310581"/>
            </a:xfrm>
            <a:prstGeom prst="roundRect">
              <a:avLst>
                <a:gd name="adj" fmla="val 10579"/>
              </a:avLst>
            </a:prstGeom>
            <a:solidFill>
              <a:srgbClr val="FFFFFF"/>
            </a:solidFill>
            <a:ln w="12700">
              <a:solidFill>
                <a:srgbClr val="0A0028"/>
              </a:solidFill>
              <a:prstDash val="solid"/>
            </a:ln>
          </p:spPr>
          <p:txBody>
            <a:bodyPr/>
            <a:lstStyle/>
            <a:p>
              <a:endParaRPr lang="ja-JP" altLang="en-US"/>
            </a:p>
          </p:txBody>
        </p:sp>
        <p:sp>
          <p:nvSpPr>
            <p:cNvPr id="9" name="Text 7"/>
            <p:cNvSpPr/>
            <p:nvPr/>
          </p:nvSpPr>
          <p:spPr>
            <a:xfrm>
              <a:off x="1028700" y="3171130"/>
              <a:ext cx="10438638"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0028"/>
                  </a:solidFill>
                  <a:latin typeface="Noto Sans JP" pitchFamily="34" charset="0"/>
                  <a:ea typeface="Noto Sans JP" pitchFamily="34" charset="-122"/>
                  <a:cs typeface="Noto Sans JP" pitchFamily="34" charset="-120"/>
                </a:rPr>
                <a:t>② スイング(1.5)が通る</a:t>
              </a:r>
              <a:endParaRPr lang="en-US" sz="1700" dirty="0"/>
            </a:p>
          </p:txBody>
        </p:sp>
        <p:sp>
          <p:nvSpPr>
            <p:cNvPr id="10" name="Text 8"/>
            <p:cNvSpPr/>
            <p:nvPr/>
          </p:nvSpPr>
          <p:spPr>
            <a:xfrm>
              <a:off x="1035050" y="3988515"/>
              <a:ext cx="10438638"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A0028"/>
                  </a:solidFill>
                  <a:latin typeface="Noto Sans JP" pitchFamily="34" charset="0"/>
                  <a:ea typeface="Noto Sans JP" pitchFamily="34" charset="-122"/>
                  <a:cs typeface="Noto Sans JP" pitchFamily="34" charset="-120"/>
                </a:rPr>
                <a:t>手札がないのでHPに入る。1ダメージ=HPカード1枚を破棄(表を確認)、0.5ダメージ=別の1枚を表向きにする(まだ失わない)。</a:t>
              </a:r>
              <a:endParaRPr lang="en-US" sz="1300" dirty="0"/>
            </a:p>
          </p:txBody>
        </p:sp>
      </p:grpSp>
      <p:grpSp>
        <p:nvGrpSpPr>
          <p:cNvPr id="41" name="グループ化 40">
            <a:extLst>
              <a:ext uri="{FF2B5EF4-FFF2-40B4-BE49-F238E27FC236}">
                <a16:creationId xmlns:a16="http://schemas.microsoft.com/office/drawing/2014/main" id="{DD03A46A-32DE-43D5-3A33-237015B4B7FB}"/>
              </a:ext>
            </a:extLst>
          </p:cNvPr>
          <p:cNvGrpSpPr/>
          <p:nvPr/>
        </p:nvGrpSpPr>
        <p:grpSpPr>
          <a:xfrm>
            <a:off x="841868" y="4813554"/>
            <a:ext cx="10648188" cy="1587245"/>
            <a:chOff x="819150" y="4052490"/>
            <a:chExt cx="10648188" cy="1587245"/>
          </a:xfrm>
        </p:grpSpPr>
        <p:sp>
          <p:nvSpPr>
            <p:cNvPr id="11" name="Shape 9"/>
            <p:cNvSpPr/>
            <p:nvPr/>
          </p:nvSpPr>
          <p:spPr>
            <a:xfrm>
              <a:off x="819150" y="4052490"/>
              <a:ext cx="10553700" cy="1587245"/>
            </a:xfrm>
            <a:prstGeom prst="roundRect">
              <a:avLst>
                <a:gd name="adj" fmla="val 8297"/>
              </a:avLst>
            </a:prstGeom>
            <a:solidFill>
              <a:srgbClr val="FFFFFF"/>
            </a:solidFill>
            <a:ln w="12700">
              <a:solidFill>
                <a:srgbClr val="0A0028"/>
              </a:solidFill>
              <a:prstDash val="solid"/>
            </a:ln>
          </p:spPr>
          <p:txBody>
            <a:bodyPr/>
            <a:lstStyle/>
            <a:p>
              <a:endParaRPr lang="ja-JP" altLang="en-US"/>
            </a:p>
          </p:txBody>
        </p:sp>
        <p:sp>
          <p:nvSpPr>
            <p:cNvPr id="12" name="Text 10"/>
            <p:cNvSpPr/>
            <p:nvPr/>
          </p:nvSpPr>
          <p:spPr>
            <a:xfrm>
              <a:off x="1028700" y="4211241"/>
              <a:ext cx="10438638"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0028"/>
                  </a:solidFill>
                  <a:latin typeface="Noto Sans JP" pitchFamily="34" charset="0"/>
                  <a:ea typeface="Noto Sans JP" pitchFamily="34" charset="-122"/>
                  <a:cs typeface="Noto Sans JP" pitchFamily="34" charset="-120"/>
                </a:rPr>
                <a:t>③ 振り下ろし(1)が通る</a:t>
              </a:r>
              <a:endParaRPr lang="en-US" sz="1700" dirty="0"/>
            </a:p>
          </p:txBody>
        </p:sp>
        <p:sp>
          <p:nvSpPr>
            <p:cNvPr id="13" name="Text 11"/>
            <p:cNvSpPr/>
            <p:nvPr/>
          </p:nvSpPr>
          <p:spPr>
            <a:xfrm>
              <a:off x="1028700" y="4976640"/>
              <a:ext cx="10438638"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A0028"/>
                  </a:solidFill>
                  <a:latin typeface="Noto Sans JP" pitchFamily="34" charset="0"/>
                  <a:ea typeface="Noto Sans JP" pitchFamily="34" charset="-122"/>
                  <a:cs typeface="Noto Sans JP" pitchFamily="34" charset="-120"/>
                </a:rPr>
                <a:t>次のダメージは、表向きのカードを失い、残りの0.5ダメージ=別の1枚を表向きにする(</a:t>
              </a:r>
              <a:r>
                <a:rPr lang="en-US" sz="1300" dirty="0" err="1">
                  <a:solidFill>
                    <a:srgbClr val="0A0028"/>
                  </a:solidFill>
                  <a:latin typeface="Noto Sans JP" pitchFamily="34" charset="0"/>
                  <a:ea typeface="Noto Sans JP" pitchFamily="34" charset="-122"/>
                  <a:cs typeface="Noto Sans JP" pitchFamily="34" charset="-120"/>
                </a:rPr>
                <a:t>まだ失わない</a:t>
              </a:r>
              <a:r>
                <a:rPr lang="en-US" sz="1300" dirty="0">
                  <a:solidFill>
                    <a:srgbClr val="0A0028"/>
                  </a:solidFill>
                  <a:latin typeface="Noto Sans JP" pitchFamily="34" charset="0"/>
                  <a:ea typeface="Noto Sans JP" pitchFamily="34" charset="-122"/>
                  <a:cs typeface="Noto Sans JP" pitchFamily="34" charset="-120"/>
                </a:rPr>
                <a:t>)。</a:t>
              </a:r>
            </a:p>
            <a:p>
              <a:pPr marL="0" indent="0" algn="l">
                <a:lnSpc>
                  <a:spcPts val="1950"/>
                </a:lnSpc>
                <a:buNone/>
              </a:pPr>
              <a:r>
                <a:rPr lang="en-US" sz="1300" dirty="0">
                  <a:solidFill>
                    <a:srgbClr val="0A0028"/>
                  </a:solidFill>
                  <a:latin typeface="Noto Sans JP" pitchFamily="34" charset="0"/>
                  <a:ea typeface="Noto Sans JP" pitchFamily="34" charset="-122"/>
                  <a:cs typeface="Noto Sans JP" pitchFamily="34" charset="-120"/>
                </a:rPr>
                <a:t>②で表向きにしたカードを、このとき失う。</a:t>
              </a:r>
              <a:endParaRPr lang="en-US" sz="1300" dirty="0"/>
            </a:p>
          </p:txBody>
        </p:sp>
      </p:grpSp>
      <p:grpSp>
        <p:nvGrpSpPr>
          <p:cNvPr id="16" name="グループ化 15">
            <a:extLst>
              <a:ext uri="{FF2B5EF4-FFF2-40B4-BE49-F238E27FC236}">
                <a16:creationId xmlns:a16="http://schemas.microsoft.com/office/drawing/2014/main" id="{A88B8D42-C8E2-1D2E-5E6C-EA6C3F38AB75}"/>
              </a:ext>
            </a:extLst>
          </p:cNvPr>
          <p:cNvGrpSpPr/>
          <p:nvPr/>
        </p:nvGrpSpPr>
        <p:grpSpPr>
          <a:xfrm>
            <a:off x="6669251" y="698487"/>
            <a:ext cx="2195191" cy="539067"/>
            <a:chOff x="5635480" y="181005"/>
            <a:chExt cx="2195191" cy="539067"/>
          </a:xfrm>
        </p:grpSpPr>
        <p:sp>
          <p:nvSpPr>
            <p:cNvPr id="18" name="Text 3">
              <a:extLst>
                <a:ext uri="{FF2B5EF4-FFF2-40B4-BE49-F238E27FC236}">
                  <a16:creationId xmlns:a16="http://schemas.microsoft.com/office/drawing/2014/main" id="{25ABBED2-CDE1-7503-B62E-59C120DCA502}"/>
                </a:ext>
              </a:extLst>
            </p:cNvPr>
            <p:cNvSpPr/>
            <p:nvPr/>
          </p:nvSpPr>
          <p:spPr>
            <a:xfrm>
              <a:off x="5635480" y="33335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0028"/>
                  </a:solidFill>
                  <a:latin typeface="Noto Sans JP" pitchFamily="34" charset="0"/>
                  <a:ea typeface="Noto Sans JP" pitchFamily="34" charset="-122"/>
                  <a:cs typeface="Noto Sans JP" pitchFamily="34" charset="-120"/>
                </a:rPr>
                <a:t>Aの手札</a:t>
              </a:r>
              <a:endParaRPr lang="en-US" sz="1300" dirty="0"/>
            </a:p>
          </p:txBody>
        </p:sp>
        <p:grpSp>
          <p:nvGrpSpPr>
            <p:cNvPr id="19" name="グループ化 18">
              <a:extLst>
                <a:ext uri="{FF2B5EF4-FFF2-40B4-BE49-F238E27FC236}">
                  <a16:creationId xmlns:a16="http://schemas.microsoft.com/office/drawing/2014/main" id="{0E1F4977-8ABE-6039-6496-FAE3E5847F23}"/>
                </a:ext>
              </a:extLst>
            </p:cNvPr>
            <p:cNvGrpSpPr/>
            <p:nvPr/>
          </p:nvGrpSpPr>
          <p:grpSpPr>
            <a:xfrm>
              <a:off x="6389209" y="181005"/>
              <a:ext cx="1441462" cy="539067"/>
              <a:chOff x="6229721" y="487052"/>
              <a:chExt cx="1441462" cy="539067"/>
            </a:xfrm>
          </p:grpSpPr>
          <p:pic>
            <p:nvPicPr>
              <p:cNvPr id="20" name="図 19">
                <a:extLst>
                  <a:ext uri="{FF2B5EF4-FFF2-40B4-BE49-F238E27FC236}">
                    <a16:creationId xmlns:a16="http://schemas.microsoft.com/office/drawing/2014/main" id="{CB077840-5B41-BABD-EF3F-6E76E8CEB018}"/>
                  </a:ext>
                </a:extLst>
              </p:cNvPr>
              <p:cNvPicPr>
                <a:picLocks noChangeAspect="1"/>
              </p:cNvPicPr>
              <p:nvPr/>
            </p:nvPicPr>
            <p:blipFill>
              <a:blip r:embed="rId3"/>
              <a:stretch>
                <a:fillRect/>
              </a:stretch>
            </p:blipFill>
            <p:spPr>
              <a:xfrm>
                <a:off x="6229721" y="493102"/>
                <a:ext cx="441643" cy="533017"/>
              </a:xfrm>
              <a:prstGeom prst="rect">
                <a:avLst/>
              </a:prstGeom>
            </p:spPr>
          </p:pic>
          <p:pic>
            <p:nvPicPr>
              <p:cNvPr id="21" name="図 20">
                <a:extLst>
                  <a:ext uri="{FF2B5EF4-FFF2-40B4-BE49-F238E27FC236}">
                    <a16:creationId xmlns:a16="http://schemas.microsoft.com/office/drawing/2014/main" id="{A8AE0D4D-0FD0-2313-0CF2-CFD8798DA882}"/>
                  </a:ext>
                </a:extLst>
              </p:cNvPr>
              <p:cNvPicPr>
                <a:picLocks noChangeAspect="1"/>
              </p:cNvPicPr>
              <p:nvPr/>
            </p:nvPicPr>
            <p:blipFill>
              <a:blip r:embed="rId4"/>
              <a:stretch>
                <a:fillRect/>
              </a:stretch>
            </p:blipFill>
            <p:spPr>
              <a:xfrm>
                <a:off x="7229540" y="487052"/>
                <a:ext cx="441643" cy="533017"/>
              </a:xfrm>
              <a:prstGeom prst="rect">
                <a:avLst/>
              </a:prstGeom>
            </p:spPr>
          </p:pic>
          <p:pic>
            <p:nvPicPr>
              <p:cNvPr id="22" name="図 21">
                <a:extLst>
                  <a:ext uri="{FF2B5EF4-FFF2-40B4-BE49-F238E27FC236}">
                    <a16:creationId xmlns:a16="http://schemas.microsoft.com/office/drawing/2014/main" id="{43F8818E-99BA-CABE-72AF-9C7B6D0AEC23}"/>
                  </a:ext>
                </a:extLst>
              </p:cNvPr>
              <p:cNvPicPr>
                <a:picLocks noChangeAspect="1"/>
              </p:cNvPicPr>
              <p:nvPr/>
            </p:nvPicPr>
            <p:blipFill>
              <a:blip r:embed="rId5"/>
              <a:stretch>
                <a:fillRect/>
              </a:stretch>
            </p:blipFill>
            <p:spPr>
              <a:xfrm>
                <a:off x="6730264" y="493101"/>
                <a:ext cx="441643" cy="533017"/>
              </a:xfrm>
              <a:prstGeom prst="rect">
                <a:avLst/>
              </a:prstGeom>
            </p:spPr>
          </p:pic>
        </p:grpSp>
      </p:grpSp>
      <p:sp>
        <p:nvSpPr>
          <p:cNvPr id="28" name="Text 3">
            <a:extLst>
              <a:ext uri="{FF2B5EF4-FFF2-40B4-BE49-F238E27FC236}">
                <a16:creationId xmlns:a16="http://schemas.microsoft.com/office/drawing/2014/main" id="{B517403D-7312-A882-CFC3-4D44E56227E6}"/>
              </a:ext>
            </a:extLst>
          </p:cNvPr>
          <p:cNvSpPr/>
          <p:nvPr/>
        </p:nvSpPr>
        <p:spPr>
          <a:xfrm>
            <a:off x="6669251" y="1490840"/>
            <a:ext cx="1003300" cy="256530"/>
          </a:xfrm>
          <a:prstGeom prst="rect">
            <a:avLst/>
          </a:prstGeom>
          <a:noFill/>
          <a:ln/>
        </p:spPr>
        <p:txBody>
          <a:bodyPr wrap="square" lIns="0" tIns="0" rIns="0" bIns="0" rtlCol="0" anchor="t">
            <a:normAutofit/>
          </a:bodyPr>
          <a:lstStyle/>
          <a:p>
            <a:pPr marL="0" indent="0" algn="l">
              <a:lnSpc>
                <a:spcPts val="1820"/>
              </a:lnSpc>
              <a:buNone/>
            </a:pPr>
            <a:r>
              <a:rPr lang="en-US" sz="1300" b="1" dirty="0" err="1">
                <a:solidFill>
                  <a:srgbClr val="0A0028"/>
                </a:solidFill>
                <a:latin typeface="Noto Sans JP" pitchFamily="34" charset="0"/>
                <a:ea typeface="Noto Sans JP" pitchFamily="34" charset="-122"/>
                <a:cs typeface="Noto Sans JP" pitchFamily="34" charset="-120"/>
              </a:rPr>
              <a:t>Bの手札</a:t>
            </a:r>
            <a:endParaRPr lang="en-US" sz="1300" dirty="0"/>
          </a:p>
        </p:txBody>
      </p:sp>
      <p:pic>
        <p:nvPicPr>
          <p:cNvPr id="36" name="図 35">
            <a:extLst>
              <a:ext uri="{FF2B5EF4-FFF2-40B4-BE49-F238E27FC236}">
                <a16:creationId xmlns:a16="http://schemas.microsoft.com/office/drawing/2014/main" id="{F941B6E7-6FDF-2393-688C-0B194902C3D4}"/>
              </a:ext>
            </a:extLst>
          </p:cNvPr>
          <p:cNvPicPr>
            <a:picLocks noChangeAspect="1"/>
          </p:cNvPicPr>
          <p:nvPr/>
        </p:nvPicPr>
        <p:blipFill>
          <a:blip r:embed="rId6"/>
          <a:stretch>
            <a:fillRect/>
          </a:stretch>
        </p:blipFill>
        <p:spPr>
          <a:xfrm>
            <a:off x="7422979" y="1374764"/>
            <a:ext cx="441643" cy="533018"/>
          </a:xfrm>
          <a:prstGeom prst="rect">
            <a:avLst/>
          </a:prstGeom>
        </p:spPr>
      </p:pic>
      <p:pic>
        <p:nvPicPr>
          <p:cNvPr id="39" name="図 38">
            <a:extLst>
              <a:ext uri="{FF2B5EF4-FFF2-40B4-BE49-F238E27FC236}">
                <a16:creationId xmlns:a16="http://schemas.microsoft.com/office/drawing/2014/main" id="{4FD20F65-8D38-A515-B58F-C291D090840B}"/>
              </a:ext>
            </a:extLst>
          </p:cNvPr>
          <p:cNvPicPr>
            <a:picLocks noChangeAspect="1"/>
          </p:cNvPicPr>
          <p:nvPr/>
        </p:nvPicPr>
        <p:blipFill>
          <a:blip r:embed="rId6"/>
          <a:stretch>
            <a:fillRect/>
          </a:stretch>
        </p:blipFill>
        <p:spPr>
          <a:xfrm>
            <a:off x="7923523" y="1372728"/>
            <a:ext cx="441643" cy="533018"/>
          </a:xfrm>
          <a:prstGeom prst="rect">
            <a:avLst/>
          </a:prstGeom>
        </p:spPr>
      </p:pic>
      <p:pic>
        <p:nvPicPr>
          <p:cNvPr id="40" name="図 39">
            <a:extLst>
              <a:ext uri="{FF2B5EF4-FFF2-40B4-BE49-F238E27FC236}">
                <a16:creationId xmlns:a16="http://schemas.microsoft.com/office/drawing/2014/main" id="{1E8B75C2-7FD1-953B-D4E3-A3F9E1DB6EB0}"/>
              </a:ext>
            </a:extLst>
          </p:cNvPr>
          <p:cNvPicPr>
            <a:picLocks noChangeAspect="1"/>
          </p:cNvPicPr>
          <p:nvPr/>
        </p:nvPicPr>
        <p:blipFill>
          <a:blip r:embed="rId6"/>
          <a:stretch>
            <a:fillRect/>
          </a:stretch>
        </p:blipFill>
        <p:spPr>
          <a:xfrm>
            <a:off x="8424067" y="1370692"/>
            <a:ext cx="441643" cy="533018"/>
          </a:xfrm>
          <a:prstGeom prst="rect">
            <a:avLst/>
          </a:prstGeom>
        </p:spPr>
      </p:pic>
      <p:grpSp>
        <p:nvGrpSpPr>
          <p:cNvPr id="57" name="グループ化 56">
            <a:extLst>
              <a:ext uri="{FF2B5EF4-FFF2-40B4-BE49-F238E27FC236}">
                <a16:creationId xmlns:a16="http://schemas.microsoft.com/office/drawing/2014/main" id="{8B4B275A-1EEE-9801-4E93-B9E7D9D25DE6}"/>
              </a:ext>
            </a:extLst>
          </p:cNvPr>
          <p:cNvGrpSpPr/>
          <p:nvPr/>
        </p:nvGrpSpPr>
        <p:grpSpPr>
          <a:xfrm>
            <a:off x="3990660" y="2138836"/>
            <a:ext cx="3020076" cy="749847"/>
            <a:chOff x="3100268" y="2189782"/>
            <a:chExt cx="3020076" cy="749847"/>
          </a:xfrm>
        </p:grpSpPr>
        <p:sp>
          <p:nvSpPr>
            <p:cNvPr id="47" name="Text 4">
              <a:extLst>
                <a:ext uri="{FF2B5EF4-FFF2-40B4-BE49-F238E27FC236}">
                  <a16:creationId xmlns:a16="http://schemas.microsoft.com/office/drawing/2014/main" id="{72ACCA8B-AC24-7127-3577-BBE4A1B0CF06}"/>
                </a:ext>
              </a:extLst>
            </p:cNvPr>
            <p:cNvSpPr/>
            <p:nvPr/>
          </p:nvSpPr>
          <p:spPr>
            <a:xfrm>
              <a:off x="3100268" y="2189782"/>
              <a:ext cx="731557" cy="726278"/>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000" b="1" dirty="0">
                  <a:solidFill>
                    <a:srgbClr val="0A0028"/>
                  </a:solidFill>
                  <a:latin typeface="Noto Sans JP" pitchFamily="34" charset="0"/>
                  <a:ea typeface="Noto Sans JP" pitchFamily="34" charset="-122"/>
                  <a:cs typeface="Noto Sans JP" pitchFamily="34" charset="-120"/>
                </a:rPr>
                <a:t>2.5ダメージ</a:t>
              </a:r>
              <a:endParaRPr lang="en-US" sz="1000" dirty="0"/>
            </a:p>
          </p:txBody>
        </p:sp>
        <p:grpSp>
          <p:nvGrpSpPr>
            <p:cNvPr id="56" name="グループ化 55">
              <a:extLst>
                <a:ext uri="{FF2B5EF4-FFF2-40B4-BE49-F238E27FC236}">
                  <a16:creationId xmlns:a16="http://schemas.microsoft.com/office/drawing/2014/main" id="{0E9C0B48-B9E8-2B0E-48C1-FD33D49988D0}"/>
                </a:ext>
              </a:extLst>
            </p:cNvPr>
            <p:cNvGrpSpPr/>
            <p:nvPr/>
          </p:nvGrpSpPr>
          <p:grpSpPr>
            <a:xfrm>
              <a:off x="4261406" y="2189782"/>
              <a:ext cx="1858938" cy="749847"/>
              <a:chOff x="4151390" y="2177082"/>
              <a:chExt cx="1858938" cy="749847"/>
            </a:xfrm>
          </p:grpSpPr>
          <p:pic>
            <p:nvPicPr>
              <p:cNvPr id="45" name="図 44">
                <a:extLst>
                  <a:ext uri="{FF2B5EF4-FFF2-40B4-BE49-F238E27FC236}">
                    <a16:creationId xmlns:a16="http://schemas.microsoft.com/office/drawing/2014/main" id="{FC1F77D9-0E45-52FF-6885-A8661DEB3A01}"/>
                  </a:ext>
                </a:extLst>
              </p:cNvPr>
              <p:cNvPicPr>
                <a:picLocks noChangeAspect="1"/>
              </p:cNvPicPr>
              <p:nvPr/>
            </p:nvPicPr>
            <p:blipFill>
              <a:blip r:embed="rId6">
                <a:alphaModFix amt="50000"/>
              </a:blip>
              <a:stretch>
                <a:fillRect/>
              </a:stretch>
            </p:blipFill>
            <p:spPr>
              <a:xfrm>
                <a:off x="4151390" y="2179080"/>
                <a:ext cx="619646" cy="747849"/>
              </a:xfrm>
              <a:prstGeom prst="rect">
                <a:avLst/>
              </a:prstGeom>
            </p:spPr>
          </p:pic>
          <p:pic>
            <p:nvPicPr>
              <p:cNvPr id="49" name="図 48">
                <a:extLst>
                  <a:ext uri="{FF2B5EF4-FFF2-40B4-BE49-F238E27FC236}">
                    <a16:creationId xmlns:a16="http://schemas.microsoft.com/office/drawing/2014/main" id="{9C1C1CF5-C308-AD4E-11A8-2632E6D3D451}"/>
                  </a:ext>
                </a:extLst>
              </p:cNvPr>
              <p:cNvPicPr>
                <a:picLocks noChangeAspect="1"/>
              </p:cNvPicPr>
              <p:nvPr/>
            </p:nvPicPr>
            <p:blipFill>
              <a:blip r:embed="rId6">
                <a:alphaModFix amt="50000"/>
              </a:blip>
              <a:stretch>
                <a:fillRect/>
              </a:stretch>
            </p:blipFill>
            <p:spPr>
              <a:xfrm>
                <a:off x="4771036" y="2178081"/>
                <a:ext cx="619646" cy="747849"/>
              </a:xfrm>
              <a:prstGeom prst="rect">
                <a:avLst/>
              </a:prstGeom>
            </p:spPr>
          </p:pic>
          <p:pic>
            <p:nvPicPr>
              <p:cNvPr id="51" name="図 50">
                <a:extLst>
                  <a:ext uri="{FF2B5EF4-FFF2-40B4-BE49-F238E27FC236}">
                    <a16:creationId xmlns:a16="http://schemas.microsoft.com/office/drawing/2014/main" id="{0E729133-743B-8E45-035E-913884808192}"/>
                  </a:ext>
                </a:extLst>
              </p:cNvPr>
              <p:cNvPicPr>
                <a:picLocks noChangeAspect="1"/>
              </p:cNvPicPr>
              <p:nvPr/>
            </p:nvPicPr>
            <p:blipFill>
              <a:blip r:embed="rId6">
                <a:alphaModFix amt="50000"/>
              </a:blip>
              <a:stretch>
                <a:fillRect/>
              </a:stretch>
            </p:blipFill>
            <p:spPr>
              <a:xfrm>
                <a:off x="5390682" y="2177082"/>
                <a:ext cx="619646" cy="747849"/>
              </a:xfrm>
              <a:prstGeom prst="rect">
                <a:avLst/>
              </a:prstGeom>
            </p:spPr>
          </p:pic>
          <p:sp>
            <p:nvSpPr>
              <p:cNvPr id="53" name="Text 1">
                <a:extLst>
                  <a:ext uri="{FF2B5EF4-FFF2-40B4-BE49-F238E27FC236}">
                    <a16:creationId xmlns:a16="http://schemas.microsoft.com/office/drawing/2014/main" id="{D92C32DA-A545-79B0-F558-973D924CC86A}"/>
                  </a:ext>
                </a:extLst>
              </p:cNvPr>
              <p:cNvSpPr txBox="1">
                <a:spLocks/>
              </p:cNvSpPr>
              <p:nvPr/>
            </p:nvSpPr>
            <p:spPr>
              <a:xfrm>
                <a:off x="4632330" y="2326727"/>
                <a:ext cx="957734" cy="598204"/>
              </a:xfrm>
              <a:prstGeom prst="rect">
                <a:avLst/>
              </a:prstGeom>
              <a:noFill/>
              <a:ln/>
            </p:spPr>
            <p:txBody>
              <a:bodyPr wrap="square" lIns="0" tIns="0" rIns="0" bIns="0" rtlCol="0" anchor="t">
                <a:normAutofit/>
              </a:bodyPr>
              <a:lstStyle>
                <a:lvl1pPr marL="0" indent="0" algn="l" defTabSz="914400" rtl="0" eaLnBrk="1" latinLnBrk="0" hangingPunct="1">
                  <a:lnSpc>
                    <a:spcPct val="115000"/>
                  </a:lnSpc>
                  <a:spcBef>
                    <a:spcPct val="0"/>
                  </a:spcBef>
                  <a:buNone/>
                  <a:defRPr lang="en-US" sz="3200" kern="1200" dirty="0">
                    <a:solidFill>
                      <a:srgbClr val="0A0028"/>
                    </a:solidFill>
                    <a:latin typeface="Noto Sans JP" pitchFamily="34" charset="0"/>
                    <a:ea typeface="Noto Sans JP" pitchFamily="34" charset="-122"/>
                    <a:cs typeface="Noto Sans JP" pitchFamily="34" charset="-120"/>
                  </a:defRPr>
                </a:lvl1pPr>
              </a:lstStyle>
              <a:p>
                <a:pPr>
                  <a:lnSpc>
                    <a:spcPts val="3520"/>
                  </a:lnSpc>
                </a:pPr>
                <a:r>
                  <a:rPr lang="ja-JP" altLang="en-US" sz="2400" b="1" dirty="0"/>
                  <a:t>捨て札</a:t>
                </a:r>
                <a:endParaRPr lang="ja-JP" altLang="en-US" sz="2400" dirty="0"/>
              </a:p>
            </p:txBody>
          </p:sp>
        </p:grpSp>
        <p:sp>
          <p:nvSpPr>
            <p:cNvPr id="55" name="矢印: 右 54">
              <a:extLst>
                <a:ext uri="{FF2B5EF4-FFF2-40B4-BE49-F238E27FC236}">
                  <a16:creationId xmlns:a16="http://schemas.microsoft.com/office/drawing/2014/main" id="{2C57FC8D-20B8-316A-F328-EB9B459BE603}"/>
                </a:ext>
              </a:extLst>
            </p:cNvPr>
            <p:cNvSpPr/>
            <p:nvPr/>
          </p:nvSpPr>
          <p:spPr>
            <a:xfrm>
              <a:off x="3901720" y="2243494"/>
              <a:ext cx="289791" cy="615024"/>
            </a:xfrm>
            <a:prstGeom prst="rightArrow">
              <a:avLst/>
            </a:prstGeom>
            <a:solidFill>
              <a:srgbClr val="FFD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8" name="グループ化 87">
            <a:extLst>
              <a:ext uri="{FF2B5EF4-FFF2-40B4-BE49-F238E27FC236}">
                <a16:creationId xmlns:a16="http://schemas.microsoft.com/office/drawing/2014/main" id="{A05A2604-2CFD-0F87-EB86-82D80FC39111}"/>
              </a:ext>
            </a:extLst>
          </p:cNvPr>
          <p:cNvGrpSpPr/>
          <p:nvPr/>
        </p:nvGrpSpPr>
        <p:grpSpPr>
          <a:xfrm>
            <a:off x="3773800" y="3479214"/>
            <a:ext cx="3717876" cy="752749"/>
            <a:chOff x="3773800" y="3479214"/>
            <a:chExt cx="3717876" cy="752749"/>
          </a:xfrm>
        </p:grpSpPr>
        <p:grpSp>
          <p:nvGrpSpPr>
            <p:cNvPr id="75" name="グループ化 74">
              <a:extLst>
                <a:ext uri="{FF2B5EF4-FFF2-40B4-BE49-F238E27FC236}">
                  <a16:creationId xmlns:a16="http://schemas.microsoft.com/office/drawing/2014/main" id="{E7CDBFF5-4CA8-87F8-E7EC-2E28D2ED45AF}"/>
                </a:ext>
              </a:extLst>
            </p:cNvPr>
            <p:cNvGrpSpPr/>
            <p:nvPr/>
          </p:nvGrpSpPr>
          <p:grpSpPr>
            <a:xfrm>
              <a:off x="3773800" y="3479214"/>
              <a:ext cx="3717876" cy="752749"/>
              <a:chOff x="3623065" y="3516537"/>
              <a:chExt cx="3717876" cy="752749"/>
            </a:xfrm>
          </p:grpSpPr>
          <p:grpSp>
            <p:nvGrpSpPr>
              <p:cNvPr id="70" name="グループ化 69">
                <a:extLst>
                  <a:ext uri="{FF2B5EF4-FFF2-40B4-BE49-F238E27FC236}">
                    <a16:creationId xmlns:a16="http://schemas.microsoft.com/office/drawing/2014/main" id="{4081978F-267B-C5AE-ADB7-B76C189A5F4D}"/>
                  </a:ext>
                </a:extLst>
              </p:cNvPr>
              <p:cNvGrpSpPr/>
              <p:nvPr/>
            </p:nvGrpSpPr>
            <p:grpSpPr>
              <a:xfrm>
                <a:off x="3623065" y="3519439"/>
                <a:ext cx="1858938" cy="749847"/>
                <a:chOff x="3623065" y="3519439"/>
                <a:chExt cx="1858938" cy="749847"/>
              </a:xfrm>
            </p:grpSpPr>
            <p:pic>
              <p:nvPicPr>
                <p:cNvPr id="65" name="図 64">
                  <a:extLst>
                    <a:ext uri="{FF2B5EF4-FFF2-40B4-BE49-F238E27FC236}">
                      <a16:creationId xmlns:a16="http://schemas.microsoft.com/office/drawing/2014/main" id="{52EA8C13-C24F-FE6B-C9EB-4BA16D02DB1B}"/>
                    </a:ext>
                  </a:extLst>
                </p:cNvPr>
                <p:cNvPicPr>
                  <a:picLocks noChangeAspect="1"/>
                </p:cNvPicPr>
                <p:nvPr/>
              </p:nvPicPr>
              <p:blipFill>
                <a:blip r:embed="rId6">
                  <a:alphaModFix/>
                </a:blip>
                <a:stretch>
                  <a:fillRect/>
                </a:stretch>
              </p:blipFill>
              <p:spPr>
                <a:xfrm>
                  <a:off x="3623065" y="3521437"/>
                  <a:ext cx="619646" cy="747849"/>
                </a:xfrm>
                <a:prstGeom prst="rect">
                  <a:avLst/>
                </a:prstGeom>
              </p:spPr>
            </p:pic>
            <p:pic>
              <p:nvPicPr>
                <p:cNvPr id="67" name="図 66">
                  <a:extLst>
                    <a:ext uri="{FF2B5EF4-FFF2-40B4-BE49-F238E27FC236}">
                      <a16:creationId xmlns:a16="http://schemas.microsoft.com/office/drawing/2014/main" id="{F1BC19C8-C483-D2AE-17CE-ACBEE57ABE6E}"/>
                    </a:ext>
                  </a:extLst>
                </p:cNvPr>
                <p:cNvPicPr>
                  <a:picLocks noChangeAspect="1"/>
                </p:cNvPicPr>
                <p:nvPr/>
              </p:nvPicPr>
              <p:blipFill>
                <a:blip r:embed="rId6">
                  <a:alphaModFix/>
                </a:blip>
                <a:stretch>
                  <a:fillRect/>
                </a:stretch>
              </p:blipFill>
              <p:spPr>
                <a:xfrm>
                  <a:off x="4242711" y="3520438"/>
                  <a:ext cx="619646" cy="747849"/>
                </a:xfrm>
                <a:prstGeom prst="rect">
                  <a:avLst/>
                </a:prstGeom>
              </p:spPr>
            </p:pic>
            <p:pic>
              <p:nvPicPr>
                <p:cNvPr id="69" name="図 68">
                  <a:extLst>
                    <a:ext uri="{FF2B5EF4-FFF2-40B4-BE49-F238E27FC236}">
                      <a16:creationId xmlns:a16="http://schemas.microsoft.com/office/drawing/2014/main" id="{A5A99151-99D8-4A4A-2AD2-6DBE79D514B0}"/>
                    </a:ext>
                  </a:extLst>
                </p:cNvPr>
                <p:cNvPicPr>
                  <a:picLocks noChangeAspect="1"/>
                </p:cNvPicPr>
                <p:nvPr/>
              </p:nvPicPr>
              <p:blipFill>
                <a:blip r:embed="rId6">
                  <a:alphaModFix amt="50000"/>
                </a:blip>
                <a:stretch>
                  <a:fillRect/>
                </a:stretch>
              </p:blipFill>
              <p:spPr>
                <a:xfrm>
                  <a:off x="4862357" y="3519439"/>
                  <a:ext cx="619646" cy="747849"/>
                </a:xfrm>
                <a:prstGeom prst="rect">
                  <a:avLst/>
                </a:prstGeom>
              </p:spPr>
            </p:pic>
          </p:grpSp>
          <p:grpSp>
            <p:nvGrpSpPr>
              <p:cNvPr id="71" name="グループ化 70">
                <a:extLst>
                  <a:ext uri="{FF2B5EF4-FFF2-40B4-BE49-F238E27FC236}">
                    <a16:creationId xmlns:a16="http://schemas.microsoft.com/office/drawing/2014/main" id="{3A0618A4-79D6-384A-E2E0-AC87CAF2333B}"/>
                  </a:ext>
                </a:extLst>
              </p:cNvPr>
              <p:cNvGrpSpPr/>
              <p:nvPr/>
            </p:nvGrpSpPr>
            <p:grpSpPr>
              <a:xfrm>
                <a:off x="6101649" y="3516537"/>
                <a:ext cx="1239292" cy="748848"/>
                <a:chOff x="4242711" y="3519439"/>
                <a:chExt cx="1239292" cy="748848"/>
              </a:xfrm>
            </p:grpSpPr>
            <p:pic>
              <p:nvPicPr>
                <p:cNvPr id="73" name="図 72">
                  <a:extLst>
                    <a:ext uri="{FF2B5EF4-FFF2-40B4-BE49-F238E27FC236}">
                      <a16:creationId xmlns:a16="http://schemas.microsoft.com/office/drawing/2014/main" id="{85D75A37-6B6A-2A36-729E-04DF1FAB6ECA}"/>
                    </a:ext>
                  </a:extLst>
                </p:cNvPr>
                <p:cNvPicPr>
                  <a:picLocks noChangeAspect="1"/>
                </p:cNvPicPr>
                <p:nvPr/>
              </p:nvPicPr>
              <p:blipFill>
                <a:blip r:embed="rId6">
                  <a:alphaModFix/>
                </a:blip>
                <a:stretch>
                  <a:fillRect/>
                </a:stretch>
              </p:blipFill>
              <p:spPr>
                <a:xfrm>
                  <a:off x="4242711" y="3520438"/>
                  <a:ext cx="619646" cy="747849"/>
                </a:xfrm>
                <a:prstGeom prst="rect">
                  <a:avLst/>
                </a:prstGeom>
              </p:spPr>
            </p:pic>
            <p:pic>
              <p:nvPicPr>
                <p:cNvPr id="74" name="図 73">
                  <a:extLst>
                    <a:ext uri="{FF2B5EF4-FFF2-40B4-BE49-F238E27FC236}">
                      <a16:creationId xmlns:a16="http://schemas.microsoft.com/office/drawing/2014/main" id="{2C05DD70-BD87-74BE-D311-475592174953}"/>
                    </a:ext>
                  </a:extLst>
                </p:cNvPr>
                <p:cNvPicPr>
                  <a:picLocks noChangeAspect="1"/>
                </p:cNvPicPr>
                <p:nvPr/>
              </p:nvPicPr>
              <p:blipFill>
                <a:blip r:embed="rId6">
                  <a:alphaModFix/>
                </a:blip>
                <a:stretch>
                  <a:fillRect/>
                </a:stretch>
              </p:blipFill>
              <p:spPr>
                <a:xfrm>
                  <a:off x="4862357" y="3519439"/>
                  <a:ext cx="619646" cy="747849"/>
                </a:xfrm>
                <a:prstGeom prst="rect">
                  <a:avLst/>
                </a:prstGeom>
              </p:spPr>
            </p:pic>
          </p:grpSp>
        </p:grpSp>
        <p:pic>
          <p:nvPicPr>
            <p:cNvPr id="77" name="図 76">
              <a:extLst>
                <a:ext uri="{FF2B5EF4-FFF2-40B4-BE49-F238E27FC236}">
                  <a16:creationId xmlns:a16="http://schemas.microsoft.com/office/drawing/2014/main" id="{657E9CB5-3FF6-8972-AB11-AD1CCA7462D3}"/>
                </a:ext>
              </a:extLst>
            </p:cNvPr>
            <p:cNvPicPr>
              <a:picLocks noChangeAspect="1"/>
            </p:cNvPicPr>
            <p:nvPr/>
          </p:nvPicPr>
          <p:blipFill>
            <a:blip r:embed="rId7"/>
            <a:stretch>
              <a:fillRect/>
            </a:stretch>
          </p:blipFill>
          <p:spPr>
            <a:xfrm>
              <a:off x="5632738" y="3479214"/>
              <a:ext cx="623706" cy="752749"/>
            </a:xfrm>
            <a:prstGeom prst="rect">
              <a:avLst/>
            </a:prstGeom>
          </p:spPr>
        </p:pic>
      </p:grpSp>
      <p:sp>
        <p:nvSpPr>
          <p:cNvPr id="79" name="Text 1">
            <a:extLst>
              <a:ext uri="{FF2B5EF4-FFF2-40B4-BE49-F238E27FC236}">
                <a16:creationId xmlns:a16="http://schemas.microsoft.com/office/drawing/2014/main" id="{5B24527A-7EF8-6D4A-DC7B-885D1C4D4D7F}"/>
              </a:ext>
            </a:extLst>
          </p:cNvPr>
          <p:cNvSpPr txBox="1">
            <a:spLocks/>
          </p:cNvSpPr>
          <p:nvPr/>
        </p:nvSpPr>
        <p:spPr>
          <a:xfrm>
            <a:off x="6012434" y="3361645"/>
            <a:ext cx="318423" cy="448594"/>
          </a:xfrm>
          <a:prstGeom prst="rect">
            <a:avLst/>
          </a:prstGeom>
          <a:noFill/>
          <a:ln/>
        </p:spPr>
        <p:txBody>
          <a:bodyPr wrap="square" lIns="0" tIns="0" rIns="0" bIns="0" rtlCol="0" anchor="t">
            <a:normAutofit/>
          </a:bodyPr>
          <a:lstStyle>
            <a:lvl1pPr marL="0" indent="0" algn="l" defTabSz="914400" rtl="0" eaLnBrk="1" latinLnBrk="0" hangingPunct="1">
              <a:lnSpc>
                <a:spcPct val="115000"/>
              </a:lnSpc>
              <a:spcBef>
                <a:spcPct val="0"/>
              </a:spcBef>
              <a:buNone/>
              <a:defRPr lang="en-US" sz="3200" kern="1200" dirty="0">
                <a:solidFill>
                  <a:srgbClr val="0A0028"/>
                </a:solidFill>
                <a:latin typeface="Noto Sans JP" pitchFamily="34" charset="0"/>
                <a:ea typeface="Noto Sans JP" pitchFamily="34" charset="-122"/>
                <a:cs typeface="Noto Sans JP" pitchFamily="34" charset="-120"/>
              </a:defRPr>
            </a:lvl1pPr>
          </a:lstStyle>
          <a:p>
            <a:pPr>
              <a:lnSpc>
                <a:spcPts val="3520"/>
              </a:lnSpc>
            </a:pPr>
            <a:r>
              <a:rPr lang="ja-JP" altLang="en-US" sz="1800" b="1" dirty="0">
                <a:solidFill>
                  <a:srgbClr val="FFFFFF"/>
                </a:solidFill>
              </a:rPr>
              <a:t>表</a:t>
            </a:r>
            <a:endParaRPr lang="ja-JP" altLang="en-US" sz="1800" dirty="0">
              <a:solidFill>
                <a:srgbClr val="FFFFFF"/>
              </a:solidFill>
            </a:endParaRPr>
          </a:p>
        </p:txBody>
      </p:sp>
      <p:grpSp>
        <p:nvGrpSpPr>
          <p:cNvPr id="89" name="グループ化 88">
            <a:extLst>
              <a:ext uri="{FF2B5EF4-FFF2-40B4-BE49-F238E27FC236}">
                <a16:creationId xmlns:a16="http://schemas.microsoft.com/office/drawing/2014/main" id="{1B7AAC77-236E-C7A3-00F1-23C9FF797CD1}"/>
              </a:ext>
            </a:extLst>
          </p:cNvPr>
          <p:cNvGrpSpPr/>
          <p:nvPr/>
        </p:nvGrpSpPr>
        <p:grpSpPr>
          <a:xfrm>
            <a:off x="3745928" y="4966217"/>
            <a:ext cx="3717876" cy="752749"/>
            <a:chOff x="3773800" y="3479214"/>
            <a:chExt cx="3717876" cy="752749"/>
          </a:xfrm>
        </p:grpSpPr>
        <p:grpSp>
          <p:nvGrpSpPr>
            <p:cNvPr id="90" name="グループ化 89">
              <a:extLst>
                <a:ext uri="{FF2B5EF4-FFF2-40B4-BE49-F238E27FC236}">
                  <a16:creationId xmlns:a16="http://schemas.microsoft.com/office/drawing/2014/main" id="{59EAA268-ECE4-B909-F743-947D52A3BAF6}"/>
                </a:ext>
              </a:extLst>
            </p:cNvPr>
            <p:cNvGrpSpPr/>
            <p:nvPr/>
          </p:nvGrpSpPr>
          <p:grpSpPr>
            <a:xfrm>
              <a:off x="3773800" y="3479214"/>
              <a:ext cx="3717876" cy="752749"/>
              <a:chOff x="3623065" y="3516537"/>
              <a:chExt cx="3717876" cy="752749"/>
            </a:xfrm>
          </p:grpSpPr>
          <p:grpSp>
            <p:nvGrpSpPr>
              <p:cNvPr id="92" name="グループ化 91">
                <a:extLst>
                  <a:ext uri="{FF2B5EF4-FFF2-40B4-BE49-F238E27FC236}">
                    <a16:creationId xmlns:a16="http://schemas.microsoft.com/office/drawing/2014/main" id="{C079CDDA-C7D9-06C1-E774-7F20197BD9CD}"/>
                  </a:ext>
                </a:extLst>
              </p:cNvPr>
              <p:cNvGrpSpPr/>
              <p:nvPr/>
            </p:nvGrpSpPr>
            <p:grpSpPr>
              <a:xfrm>
                <a:off x="3623065" y="3520438"/>
                <a:ext cx="1239292" cy="748848"/>
                <a:chOff x="3623065" y="3520438"/>
                <a:chExt cx="1239292" cy="748848"/>
              </a:xfrm>
            </p:grpSpPr>
            <p:pic>
              <p:nvPicPr>
                <p:cNvPr id="96" name="図 95">
                  <a:extLst>
                    <a:ext uri="{FF2B5EF4-FFF2-40B4-BE49-F238E27FC236}">
                      <a16:creationId xmlns:a16="http://schemas.microsoft.com/office/drawing/2014/main" id="{63CFED75-FDEA-1A25-4E82-D1409762A2B6}"/>
                    </a:ext>
                  </a:extLst>
                </p:cNvPr>
                <p:cNvPicPr>
                  <a:picLocks noChangeAspect="1"/>
                </p:cNvPicPr>
                <p:nvPr/>
              </p:nvPicPr>
              <p:blipFill>
                <a:blip r:embed="rId6">
                  <a:alphaModFix/>
                </a:blip>
                <a:stretch>
                  <a:fillRect/>
                </a:stretch>
              </p:blipFill>
              <p:spPr>
                <a:xfrm>
                  <a:off x="3623065" y="3521437"/>
                  <a:ext cx="619646" cy="747849"/>
                </a:xfrm>
                <a:prstGeom prst="rect">
                  <a:avLst/>
                </a:prstGeom>
              </p:spPr>
            </p:pic>
            <p:pic>
              <p:nvPicPr>
                <p:cNvPr id="97" name="図 96">
                  <a:extLst>
                    <a:ext uri="{FF2B5EF4-FFF2-40B4-BE49-F238E27FC236}">
                      <a16:creationId xmlns:a16="http://schemas.microsoft.com/office/drawing/2014/main" id="{832AF453-4BF9-0CE4-E28B-77224A99E871}"/>
                    </a:ext>
                  </a:extLst>
                </p:cNvPr>
                <p:cNvPicPr>
                  <a:picLocks noChangeAspect="1"/>
                </p:cNvPicPr>
                <p:nvPr/>
              </p:nvPicPr>
              <p:blipFill>
                <a:blip r:embed="rId6">
                  <a:alphaModFix/>
                </a:blip>
                <a:stretch>
                  <a:fillRect/>
                </a:stretch>
              </p:blipFill>
              <p:spPr>
                <a:xfrm>
                  <a:off x="4242711" y="3520438"/>
                  <a:ext cx="619646" cy="747849"/>
                </a:xfrm>
                <a:prstGeom prst="rect">
                  <a:avLst/>
                </a:prstGeom>
              </p:spPr>
            </p:pic>
          </p:grpSp>
          <p:pic>
            <p:nvPicPr>
              <p:cNvPr id="95" name="図 94">
                <a:extLst>
                  <a:ext uri="{FF2B5EF4-FFF2-40B4-BE49-F238E27FC236}">
                    <a16:creationId xmlns:a16="http://schemas.microsoft.com/office/drawing/2014/main" id="{272CAD3C-3DA6-3921-19C8-12584387A8F3}"/>
                  </a:ext>
                </a:extLst>
              </p:cNvPr>
              <p:cNvPicPr>
                <a:picLocks noChangeAspect="1"/>
              </p:cNvPicPr>
              <p:nvPr/>
            </p:nvPicPr>
            <p:blipFill>
              <a:blip r:embed="rId6">
                <a:alphaModFix/>
              </a:blip>
              <a:stretch>
                <a:fillRect/>
              </a:stretch>
            </p:blipFill>
            <p:spPr>
              <a:xfrm>
                <a:off x="6721295" y="3516537"/>
                <a:ext cx="619646" cy="747849"/>
              </a:xfrm>
              <a:prstGeom prst="rect">
                <a:avLst/>
              </a:prstGeom>
            </p:spPr>
          </p:pic>
        </p:grpSp>
        <p:pic>
          <p:nvPicPr>
            <p:cNvPr id="91" name="図 90">
              <a:extLst>
                <a:ext uri="{FF2B5EF4-FFF2-40B4-BE49-F238E27FC236}">
                  <a16:creationId xmlns:a16="http://schemas.microsoft.com/office/drawing/2014/main" id="{494B13E9-8861-1B6F-DF86-9554D9BF9B09}"/>
                </a:ext>
              </a:extLst>
            </p:cNvPr>
            <p:cNvPicPr>
              <a:picLocks noChangeAspect="1"/>
            </p:cNvPicPr>
            <p:nvPr/>
          </p:nvPicPr>
          <p:blipFill>
            <a:blip r:embed="rId7">
              <a:alphaModFix amt="50000"/>
            </a:blip>
            <a:stretch>
              <a:fillRect/>
            </a:stretch>
          </p:blipFill>
          <p:spPr>
            <a:xfrm>
              <a:off x="5632738" y="3479214"/>
              <a:ext cx="623706" cy="752749"/>
            </a:xfrm>
            <a:prstGeom prst="rect">
              <a:avLst/>
            </a:prstGeom>
          </p:spPr>
        </p:pic>
      </p:grpSp>
      <p:pic>
        <p:nvPicPr>
          <p:cNvPr id="100" name="図 99">
            <a:extLst>
              <a:ext uri="{FF2B5EF4-FFF2-40B4-BE49-F238E27FC236}">
                <a16:creationId xmlns:a16="http://schemas.microsoft.com/office/drawing/2014/main" id="{41067349-4D33-ABE7-4F36-60DF49B854EE}"/>
              </a:ext>
            </a:extLst>
          </p:cNvPr>
          <p:cNvPicPr>
            <a:picLocks noChangeAspect="1"/>
          </p:cNvPicPr>
          <p:nvPr/>
        </p:nvPicPr>
        <p:blipFill>
          <a:blip r:embed="rId8"/>
          <a:stretch>
            <a:fillRect/>
          </a:stretch>
        </p:blipFill>
        <p:spPr>
          <a:xfrm>
            <a:off x="6228572" y="4966217"/>
            <a:ext cx="623706" cy="752749"/>
          </a:xfrm>
          <a:prstGeom prst="rect">
            <a:avLst/>
          </a:prstGeom>
        </p:spPr>
      </p:pic>
      <p:sp>
        <p:nvSpPr>
          <p:cNvPr id="102" name="Text 1">
            <a:extLst>
              <a:ext uri="{FF2B5EF4-FFF2-40B4-BE49-F238E27FC236}">
                <a16:creationId xmlns:a16="http://schemas.microsoft.com/office/drawing/2014/main" id="{855E2895-5108-D5AB-65CA-69A6F2A43D76}"/>
              </a:ext>
            </a:extLst>
          </p:cNvPr>
          <p:cNvSpPr txBox="1">
            <a:spLocks/>
          </p:cNvSpPr>
          <p:nvPr/>
        </p:nvSpPr>
        <p:spPr>
          <a:xfrm>
            <a:off x="6632678" y="4844608"/>
            <a:ext cx="318423" cy="448594"/>
          </a:xfrm>
          <a:prstGeom prst="rect">
            <a:avLst/>
          </a:prstGeom>
          <a:noFill/>
          <a:ln/>
        </p:spPr>
        <p:txBody>
          <a:bodyPr wrap="square" lIns="0" tIns="0" rIns="0" bIns="0" rtlCol="0" anchor="t">
            <a:normAutofit/>
          </a:bodyPr>
          <a:lstStyle>
            <a:lvl1pPr marL="0" indent="0" algn="l" defTabSz="914400" rtl="0" eaLnBrk="1" latinLnBrk="0" hangingPunct="1">
              <a:lnSpc>
                <a:spcPct val="115000"/>
              </a:lnSpc>
              <a:spcBef>
                <a:spcPct val="0"/>
              </a:spcBef>
              <a:buNone/>
              <a:defRPr lang="en-US" sz="3200" kern="1200" dirty="0">
                <a:solidFill>
                  <a:srgbClr val="0A0028"/>
                </a:solidFill>
                <a:latin typeface="Noto Sans JP" pitchFamily="34" charset="0"/>
                <a:ea typeface="Noto Sans JP" pitchFamily="34" charset="-122"/>
                <a:cs typeface="Noto Sans JP" pitchFamily="34" charset="-120"/>
              </a:defRPr>
            </a:lvl1pPr>
          </a:lstStyle>
          <a:p>
            <a:pPr>
              <a:lnSpc>
                <a:spcPts val="3520"/>
              </a:lnSpc>
            </a:pPr>
            <a:r>
              <a:rPr lang="ja-JP" altLang="en-US" sz="1800" b="1" dirty="0">
                <a:solidFill>
                  <a:srgbClr val="FFFFFF"/>
                </a:solidFill>
              </a:rPr>
              <a:t>表</a:t>
            </a:r>
            <a:endParaRPr lang="ja-JP" altLang="en-US" sz="1800" dirty="0">
              <a:solidFill>
                <a:srgbClr val="FFFFF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457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34A00"/>
                </a:solidFill>
                <a:latin typeface="Noto Sans JP" pitchFamily="34" charset="0"/>
                <a:ea typeface="Noto Sans JP" pitchFamily="34" charset="-122"/>
                <a:cs typeface="Noto Sans JP" pitchFamily="34" charset="-120"/>
              </a:rPr>
              <a:t>SAMPLE PLAY 8</a:t>
            </a:r>
            <a:endParaRPr lang="en-US" sz="1200" dirty="0"/>
          </a:p>
        </p:txBody>
      </p:sp>
      <p:sp>
        <p:nvSpPr>
          <p:cNvPr id="3" name="Text 1"/>
          <p:cNvSpPr>
            <a:spLocks noGrp="1"/>
          </p:cNvSpPr>
          <p:nvPr>
            <p:ph type="title"/>
          </p:nvPr>
        </p:nvSpPr>
        <p:spPr>
          <a:xfrm>
            <a:off x="812800" y="7975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A0028"/>
                </a:solidFill>
                <a:latin typeface="Noto Sans JP" pitchFamily="34" charset="0"/>
                <a:ea typeface="Noto Sans JP" pitchFamily="34" charset="-122"/>
                <a:cs typeface="Noto Sans JP" pitchFamily="34" charset="-120"/>
              </a:rPr>
              <a:t>例8:手札が尽きて強制パス</a:t>
            </a:r>
            <a:endParaRPr lang="en-US" sz="3000" dirty="0"/>
          </a:p>
        </p:txBody>
      </p:sp>
      <p:sp>
        <p:nvSpPr>
          <p:cNvPr id="4" name="Text 2"/>
          <p:cNvSpPr/>
          <p:nvPr/>
        </p:nvSpPr>
        <p:spPr>
          <a:xfrm>
            <a:off x="812800" y="1343620"/>
            <a:ext cx="10883392"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A0028"/>
                </a:solidFill>
                <a:latin typeface="Noto Sans JP" pitchFamily="34" charset="0"/>
                <a:ea typeface="Noto Sans JP" pitchFamily="34" charset="-122"/>
                <a:cs typeface="Noto Sans JP" pitchFamily="34" charset="-120"/>
              </a:rPr>
              <a:t>AもBもロングソード(スピード3)。Aが攻撃側で、手札は振り下ろし×3・スイング×3。</a:t>
            </a:r>
            <a:endParaRPr lang="en-US" sz="1300" dirty="0"/>
          </a:p>
        </p:txBody>
      </p:sp>
      <p:sp>
        <p:nvSpPr>
          <p:cNvPr id="5" name="Shape 3"/>
          <p:cNvSpPr/>
          <p:nvPr/>
        </p:nvSpPr>
        <p:spPr>
          <a:xfrm>
            <a:off x="819150" y="1724620"/>
            <a:ext cx="10553700" cy="1283940"/>
          </a:xfrm>
          <a:prstGeom prst="roundRect">
            <a:avLst>
              <a:gd name="adj" fmla="val 7419"/>
            </a:avLst>
          </a:prstGeom>
          <a:solidFill>
            <a:srgbClr val="FFFFFF"/>
          </a:solidFill>
          <a:ln w="12700">
            <a:solidFill>
              <a:srgbClr val="0A0028"/>
            </a:solidFill>
            <a:prstDash val="solid"/>
          </a:ln>
        </p:spPr>
        <p:txBody>
          <a:bodyPr/>
          <a:lstStyle/>
          <a:p>
            <a:endParaRPr lang="ja-JP" altLang="en-US"/>
          </a:p>
        </p:txBody>
      </p:sp>
      <p:sp>
        <p:nvSpPr>
          <p:cNvPr id="6" name="Text 4"/>
          <p:cNvSpPr/>
          <p:nvPr/>
        </p:nvSpPr>
        <p:spPr>
          <a:xfrm>
            <a:off x="1028700" y="1883370"/>
            <a:ext cx="10438638"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0028"/>
                </a:solidFill>
                <a:latin typeface="Noto Sans JP" pitchFamily="34" charset="0"/>
                <a:ea typeface="Noto Sans JP" pitchFamily="34" charset="-122"/>
                <a:cs typeface="Noto Sans JP" pitchFamily="34" charset="-120"/>
              </a:rPr>
              <a:t>行動1・行動2:タメ攻撃を重ねる</a:t>
            </a:r>
            <a:endParaRPr lang="en-US" sz="1700" dirty="0"/>
          </a:p>
        </p:txBody>
      </p:sp>
      <p:sp>
        <p:nvSpPr>
          <p:cNvPr id="7" name="Text 5"/>
          <p:cNvSpPr/>
          <p:nvPr/>
        </p:nvSpPr>
        <p:spPr>
          <a:xfrm>
            <a:off x="1028700" y="2218630"/>
            <a:ext cx="1476127"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A:振り下ろし×3</a:t>
            </a:r>
            <a:endParaRPr lang="en-US" sz="1300" dirty="0"/>
          </a:p>
        </p:txBody>
      </p:sp>
      <p:sp>
        <p:nvSpPr>
          <p:cNvPr id="8" name="Text 6"/>
          <p:cNvSpPr/>
          <p:nvPr/>
        </p:nvSpPr>
        <p:spPr>
          <a:xfrm>
            <a:off x="2606427" y="2256730"/>
            <a:ext cx="2159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A0028"/>
                </a:solidFill>
                <a:latin typeface="Noto Sans JP" pitchFamily="34" charset="0"/>
                <a:ea typeface="Noto Sans JP" pitchFamily="34" charset="-122"/>
                <a:cs typeface="Noto Sans JP" pitchFamily="34" charset="-120"/>
              </a:rPr>
              <a:t>→</a:t>
            </a:r>
            <a:endParaRPr lang="en-US" sz="1300" dirty="0"/>
          </a:p>
        </p:txBody>
      </p:sp>
      <p:sp>
        <p:nvSpPr>
          <p:cNvPr id="9" name="Text 7"/>
          <p:cNvSpPr/>
          <p:nvPr/>
        </p:nvSpPr>
        <p:spPr>
          <a:xfrm>
            <a:off x="2873127" y="2218630"/>
            <a:ext cx="1311027" cy="307330"/>
          </a:xfrm>
          <a:prstGeom prst="roundRect">
            <a:avLst>
              <a:gd name="adj" fmla="val 16529"/>
            </a:avLst>
          </a:prstGeom>
          <a:solidFill>
            <a:srgbClr val="FFB3B3"/>
          </a:solidFill>
          <a:ln/>
        </p:spPr>
        <p:txBody>
          <a:bodyPr wrap="none" lIns="0" tIns="0" rIns="0" bIns="0" rtlCol="0" anchor="ctr">
            <a:normAutofit/>
          </a:bodyPr>
          <a:lstStyle/>
          <a:p>
            <a:pPr marL="0" indent="0" algn="ctr">
              <a:lnSpc>
                <a:spcPts val="1820"/>
              </a:lnSpc>
              <a:buNone/>
            </a:pPr>
            <a:r>
              <a:rPr lang="en-US" sz="1300" b="1" dirty="0">
                <a:solidFill>
                  <a:srgbClr val="0A0028"/>
                </a:solidFill>
                <a:latin typeface="Noto Sans JP" pitchFamily="34" charset="0"/>
                <a:ea typeface="Noto Sans JP" pitchFamily="34" charset="-122"/>
                <a:cs typeface="Noto Sans JP" pitchFamily="34" charset="-120"/>
              </a:rPr>
              <a:t>A:スイング×3</a:t>
            </a:r>
            <a:endParaRPr lang="en-US" sz="1300" dirty="0"/>
          </a:p>
        </p:txBody>
      </p:sp>
      <p:sp>
        <p:nvSpPr>
          <p:cNvPr id="10" name="Text 8"/>
          <p:cNvSpPr/>
          <p:nvPr/>
        </p:nvSpPr>
        <p:spPr>
          <a:xfrm>
            <a:off x="1028700" y="2602161"/>
            <a:ext cx="10438638"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A0028"/>
                </a:solidFill>
                <a:latin typeface="Noto Sans JP" pitchFamily="34" charset="0"/>
                <a:ea typeface="Noto Sans JP" pitchFamily="34" charset="-122"/>
                <a:cs typeface="Noto Sans JP" pitchFamily="34" charset="-120"/>
              </a:rPr>
              <a:t>Bはどちらも、攻撃と同じ枚数(3枚ずつ)でガードして防いだ。ダメージはなく、AとBの手札はどちらも0枚になった。</a:t>
            </a:r>
            <a:endParaRPr lang="en-US" sz="1300" dirty="0"/>
          </a:p>
        </p:txBody>
      </p:sp>
      <p:sp>
        <p:nvSpPr>
          <p:cNvPr id="11" name="Shape 9"/>
          <p:cNvSpPr/>
          <p:nvPr/>
        </p:nvSpPr>
        <p:spPr>
          <a:xfrm>
            <a:off x="819150" y="3148261"/>
            <a:ext cx="10553700" cy="900410"/>
          </a:xfrm>
          <a:prstGeom prst="roundRect">
            <a:avLst>
              <a:gd name="adj" fmla="val 10579"/>
            </a:avLst>
          </a:prstGeom>
          <a:solidFill>
            <a:srgbClr val="FFFFFF"/>
          </a:solidFill>
          <a:ln w="12700">
            <a:solidFill>
              <a:srgbClr val="0A0028"/>
            </a:solidFill>
            <a:prstDash val="solid"/>
          </a:ln>
        </p:spPr>
        <p:txBody>
          <a:bodyPr/>
          <a:lstStyle/>
          <a:p>
            <a:endParaRPr lang="ja-JP" altLang="en-US"/>
          </a:p>
        </p:txBody>
      </p:sp>
      <p:sp>
        <p:nvSpPr>
          <p:cNvPr id="12" name="Text 10"/>
          <p:cNvSpPr/>
          <p:nvPr/>
        </p:nvSpPr>
        <p:spPr>
          <a:xfrm>
            <a:off x="1028700" y="3307011"/>
            <a:ext cx="10438638"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A0028"/>
                </a:solidFill>
                <a:latin typeface="Noto Sans JP" pitchFamily="34" charset="0"/>
                <a:ea typeface="Noto Sans JP" pitchFamily="34" charset="-122"/>
                <a:cs typeface="Noto Sans JP" pitchFamily="34" charset="-120"/>
              </a:rPr>
              <a:t>行動3:攻撃できないのでパス</a:t>
            </a:r>
            <a:endParaRPr lang="en-US" sz="1700" dirty="0"/>
          </a:p>
        </p:txBody>
      </p:sp>
      <p:sp>
        <p:nvSpPr>
          <p:cNvPr id="13" name="Text 11"/>
          <p:cNvSpPr/>
          <p:nvPr/>
        </p:nvSpPr>
        <p:spPr>
          <a:xfrm>
            <a:off x="1028700" y="3642271"/>
            <a:ext cx="10438638"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A0028"/>
                </a:solidFill>
                <a:latin typeface="Noto Sans JP" pitchFamily="34" charset="0"/>
                <a:ea typeface="Noto Sans JP" pitchFamily="34" charset="-122"/>
                <a:cs typeface="Noto Sans JP" pitchFamily="34" charset="-120"/>
              </a:rPr>
              <a:t>スピードの上限(3回)には届いていないが、Aは手札がなく攻撃できない。パスしなければならず、ターンが終わる。</a:t>
            </a:r>
            <a:endParaRPr lang="en-US" sz="1300" dirty="0"/>
          </a:p>
        </p:txBody>
      </p:sp>
      <p:sp>
        <p:nvSpPr>
          <p:cNvPr id="14" name="Text 12"/>
          <p:cNvSpPr/>
          <p:nvPr/>
        </p:nvSpPr>
        <p:spPr>
          <a:xfrm>
            <a:off x="812800" y="4182021"/>
            <a:ext cx="10566400" cy="552450"/>
          </a:xfrm>
          <a:prstGeom prst="roundRect">
            <a:avLst>
              <a:gd name="adj" fmla="val 18391"/>
            </a:avLst>
          </a:prstGeom>
          <a:solidFill>
            <a:srgbClr val="0A0028"/>
          </a:solidFill>
          <a:ln/>
        </p:spPr>
        <p:txBody>
          <a:bodyPr wrap="square" lIns="173442" tIns="122642" rIns="0" bIns="97242" rtlCol="0" anchor="t">
            <a:normAutofit/>
          </a:bodyPr>
          <a:lstStyle/>
          <a:p>
            <a:pPr marL="0" indent="0" algn="l">
              <a:lnSpc>
                <a:spcPts val="1950"/>
              </a:lnSpc>
              <a:buNone/>
            </a:pPr>
            <a:r>
              <a:rPr lang="en-US" sz="1300" dirty="0">
                <a:solidFill>
                  <a:srgbClr val="F0F0F0"/>
                </a:solidFill>
                <a:latin typeface="Noto Sans JP" pitchFamily="34" charset="0"/>
                <a:ea typeface="Noto Sans JP" pitchFamily="34" charset="-122"/>
                <a:cs typeface="Noto Sans JP" pitchFamily="34" charset="-120"/>
              </a:rPr>
              <a:t>双方が</a:t>
            </a:r>
            <a:r>
              <a:rPr lang="en-US" sz="1300" b="1" dirty="0">
                <a:solidFill>
                  <a:srgbClr val="F0F0F0"/>
                </a:solidFill>
                <a:latin typeface="Noto Sans JP" pitchFamily="34" charset="0"/>
                <a:ea typeface="Noto Sans JP" pitchFamily="34" charset="-122"/>
                <a:cs typeface="Noto Sans JP" pitchFamily="34" charset="-120"/>
              </a:rPr>
              <a:t>手札6枚</a:t>
            </a:r>
            <a:r>
              <a:rPr lang="en-US" sz="1300" dirty="0">
                <a:solidFill>
                  <a:srgbClr val="F0F0F0"/>
                </a:solidFill>
                <a:latin typeface="Noto Sans JP" pitchFamily="34" charset="0"/>
                <a:ea typeface="Noto Sans JP" pitchFamily="34" charset="-122"/>
                <a:cs typeface="Noto Sans JP" pitchFamily="34" charset="-120"/>
              </a:rPr>
              <a:t>まで補充する。前のターンの</a:t>
            </a:r>
            <a:r>
              <a:rPr lang="en-US" sz="1300" b="1" dirty="0">
                <a:solidFill>
                  <a:srgbClr val="F0F0F0"/>
                </a:solidFill>
                <a:latin typeface="Noto Sans JP" pitchFamily="34" charset="0"/>
                <a:ea typeface="Noto Sans JP" pitchFamily="34" charset="-122"/>
                <a:cs typeface="Noto Sans JP" pitchFamily="34" charset="-120"/>
              </a:rPr>
              <a:t>攻撃側(A)がパス</a:t>
            </a:r>
            <a:r>
              <a:rPr lang="en-US" sz="1300" dirty="0">
                <a:solidFill>
                  <a:srgbClr val="F0F0F0"/>
                </a:solidFill>
                <a:latin typeface="Noto Sans JP" pitchFamily="34" charset="0"/>
                <a:ea typeface="Noto Sans JP" pitchFamily="34" charset="-122"/>
                <a:cs typeface="Noto Sans JP" pitchFamily="34" charset="-120"/>
              </a:rPr>
              <a:t>したので、次のターンは防御側だった</a:t>
            </a:r>
            <a:r>
              <a:rPr lang="en-US" sz="1300" b="1" dirty="0">
                <a:solidFill>
                  <a:srgbClr val="F0F0F0"/>
                </a:solidFill>
                <a:latin typeface="Noto Sans JP" pitchFamily="34" charset="0"/>
                <a:ea typeface="Noto Sans JP" pitchFamily="34" charset="-122"/>
                <a:cs typeface="Noto Sans JP" pitchFamily="34" charset="-120"/>
              </a:rPr>
              <a:t>Bが攻撃側</a:t>
            </a:r>
            <a:r>
              <a:rPr lang="en-US" sz="1300" dirty="0">
                <a:solidFill>
                  <a:srgbClr val="F0F0F0"/>
                </a:solidFill>
                <a:latin typeface="Noto Sans JP" pitchFamily="34" charset="0"/>
                <a:ea typeface="Noto Sans JP" pitchFamily="34" charset="-122"/>
                <a:cs typeface="Noto Sans JP" pitchFamily="34" charset="-120"/>
              </a:rPr>
              <a:t>になる。</a:t>
            </a:r>
            <a:endParaRPr lang="en-US" sz="1300" dirty="0"/>
          </a:p>
        </p:txBody>
      </p:sp>
    </p:spTree>
  </p:cSld>
  <p:clrMapOvr>
    <a:masterClrMapping/>
  </p:clrMapOvr>
</p:sld>
</file>

<file path=ppt/theme/theme1.xml><?xml version="1.0" encoding="utf-8"?>
<a:theme xmlns:a="http://schemas.openxmlformats.org/drawingml/2006/main" name="Just A Scratch! 早見表・サンプルプレイ">
  <a:themeElements>
    <a:clrScheme name="Just A Scratch! 早見表・サンプルプレイ">
      <a:dk1>
        <a:srgbClr val="0A0028"/>
      </a:dk1>
      <a:lt1>
        <a:srgbClr val="F0F0F0"/>
      </a:lt1>
      <a:dk2>
        <a:srgbClr val="443C5A"/>
      </a:dk2>
      <a:lt2>
        <a:srgbClr val="D9D8DC"/>
      </a:lt2>
      <a:accent1>
        <a:srgbClr val="FFB3B3"/>
      </a:accent1>
      <a:accent2>
        <a:srgbClr val="B34A00"/>
      </a:accent2>
      <a:accent3>
        <a:srgbClr val="A8E890"/>
      </a:accent3>
      <a:accent4>
        <a:srgbClr val="E6E0A0"/>
      </a:accent4>
      <a:accent5>
        <a:srgbClr val="CFE0FF"/>
      </a:accent5>
      <a:accent6>
        <a:srgbClr val="FFD9B3"/>
      </a:accent6>
      <a:hlink>
        <a:srgbClr val="0563C1"/>
      </a:hlink>
      <a:folHlink>
        <a:srgbClr val="954F72"/>
      </a:folHlink>
    </a:clrScheme>
    <a:fontScheme name="Just A Scratch! 早見表・サンプルプレイ">
      <a:majorFont>
        <a:latin typeface="Noto Sans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1097</TotalTime>
  <Words>2395</Words>
  <Application>Microsoft Office PowerPoint</Application>
  <PresentationFormat>ワイド画面</PresentationFormat>
  <Paragraphs>419</Paragraphs>
  <Slides>17</Slides>
  <Notes>17</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17</vt:i4>
      </vt:variant>
    </vt:vector>
  </HeadingPairs>
  <TitlesOfParts>
    <vt:vector size="20" baseType="lpstr">
      <vt:lpstr>Noto Sans JP</vt:lpstr>
      <vt:lpstr>Arial</vt:lpstr>
      <vt:lpstr>Just A Scratch! 早見表・サンプルプレイ</vt:lpstr>
      <vt:lpstr>判定早見表</vt:lpstr>
      <vt:lpstr>ダメージとガードの早見表</vt:lpstr>
      <vt:lpstr>カードの出し方 : 1. 攻撃側のカード選択</vt:lpstr>
      <vt:lpstr>カードの出し方 : 2. 防御側のカード選択</vt:lpstr>
      <vt:lpstr>カードの出し方 : 3. オープン</vt:lpstr>
      <vt:lpstr>例1：１ターンの流れ</vt:lpstr>
      <vt:lpstr>行動2:反撃でパリィ</vt:lpstr>
      <vt:lpstr>行動3:キックを読み違えた</vt:lpstr>
      <vt:lpstr>例2：例1の次のターン</vt:lpstr>
      <vt:lpstr>行動2:ガード 対 反撃（枚数不足）</vt:lpstr>
      <vt:lpstr>行動3:キック 対 ガード</vt:lpstr>
      <vt:lpstr>例3:押しのけ(失敗と成功)</vt:lpstr>
      <vt:lpstr>例4:「連続」の数え方と部位欠損</vt:lpstr>
      <vt:lpstr>例5:反撃の「成功」と応酬</vt:lpstr>
      <vt:lpstr>例6:盾と二刀流</vt:lpstr>
      <vt:lpstr>例7:端数ダメージとHPの表向き</vt:lpstr>
      <vt:lpstr>例8:手札が尽きて強制パス</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Just A Scratch! 早見表・サンプルプレイ</dc:title>
  <dc:subject/>
  <dc:creator/>
  <cp:lastModifiedBy>cgun5053</cp:lastModifiedBy>
  <cp:revision>16</cp:revision>
  <dcterms:created xsi:type="dcterms:W3CDTF">2026-10-13T01:33:48Z</dcterms:created>
  <dcterms:modified xsi:type="dcterms:W3CDTF">2026-10-14T13:47:45Z</dcterms:modified>
</cp:coreProperties>
</file>